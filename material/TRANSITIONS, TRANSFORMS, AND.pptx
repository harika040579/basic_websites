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gam sivnantham" userId="9242b7324f16a732" providerId="LiveId" clId="{A158764A-C9AF-4E4E-A9C9-D3B55C7939DB}"/>
    <pc:docChg chg="undo custSel addSld modSld">
      <pc:chgData name="thangam sivnantham" userId="9242b7324f16a732" providerId="LiveId" clId="{A158764A-C9AF-4E4E-A9C9-D3B55C7939DB}" dt="2025-03-04T06:41:25.488" v="774"/>
      <pc:docMkLst>
        <pc:docMk/>
      </pc:docMkLst>
      <pc:sldChg chg="modSp mod">
        <pc:chgData name="thangam sivnantham" userId="9242b7324f16a732" providerId="LiveId" clId="{A158764A-C9AF-4E4E-A9C9-D3B55C7939DB}" dt="2025-03-04T01:20:09.702" v="115" actId="6549"/>
        <pc:sldMkLst>
          <pc:docMk/>
          <pc:sldMk cId="2249333366" sldId="257"/>
        </pc:sldMkLst>
        <pc:spChg chg="mod">
          <ac:chgData name="thangam sivnantham" userId="9242b7324f16a732" providerId="LiveId" clId="{A158764A-C9AF-4E4E-A9C9-D3B55C7939DB}" dt="2025-03-04T00:45:34.501" v="97" actId="207"/>
          <ac:spMkLst>
            <pc:docMk/>
            <pc:sldMk cId="2249333366" sldId="257"/>
            <ac:spMk id="2" creationId="{01D5DDBD-B26F-C0E7-E887-11F8F60C4697}"/>
          </ac:spMkLst>
        </pc:spChg>
        <pc:spChg chg="mod">
          <ac:chgData name="thangam sivnantham" userId="9242b7324f16a732" providerId="LiveId" clId="{A158764A-C9AF-4E4E-A9C9-D3B55C7939DB}" dt="2025-03-04T01:20:09.702" v="115" actId="6549"/>
          <ac:spMkLst>
            <pc:docMk/>
            <pc:sldMk cId="2249333366" sldId="257"/>
            <ac:spMk id="3" creationId="{9180E35A-363E-768B-2F05-EAB37A6D17C8}"/>
          </ac:spMkLst>
        </pc:spChg>
      </pc:sldChg>
      <pc:sldChg chg="modSp new mod">
        <pc:chgData name="thangam sivnantham" userId="9242b7324f16a732" providerId="LiveId" clId="{A158764A-C9AF-4E4E-A9C9-D3B55C7939DB}" dt="2025-03-04T01:22:24.731" v="149" actId="948"/>
        <pc:sldMkLst>
          <pc:docMk/>
          <pc:sldMk cId="2355292836" sldId="258"/>
        </pc:sldMkLst>
        <pc:spChg chg="mod">
          <ac:chgData name="thangam sivnantham" userId="9242b7324f16a732" providerId="LiveId" clId="{A158764A-C9AF-4E4E-A9C9-D3B55C7939DB}" dt="2025-03-04T01:20:29.734" v="121" actId="20577"/>
          <ac:spMkLst>
            <pc:docMk/>
            <pc:sldMk cId="2355292836" sldId="258"/>
            <ac:spMk id="2" creationId="{8014A2E4-3349-3E45-A448-4F438CDD392F}"/>
          </ac:spMkLst>
        </pc:spChg>
        <pc:spChg chg="mod">
          <ac:chgData name="thangam sivnantham" userId="9242b7324f16a732" providerId="LiveId" clId="{A158764A-C9AF-4E4E-A9C9-D3B55C7939DB}" dt="2025-03-04T01:22:24.731" v="149" actId="948"/>
          <ac:spMkLst>
            <pc:docMk/>
            <pc:sldMk cId="2355292836" sldId="258"/>
            <ac:spMk id="3" creationId="{E921384A-7863-61A6-318B-9F09ED5ED7C6}"/>
          </ac:spMkLst>
        </pc:spChg>
      </pc:sldChg>
      <pc:sldChg chg="modSp new mod">
        <pc:chgData name="thangam sivnantham" userId="9242b7324f16a732" providerId="LiveId" clId="{A158764A-C9AF-4E4E-A9C9-D3B55C7939DB}" dt="2025-03-04T01:22:39.929" v="153" actId="6549"/>
        <pc:sldMkLst>
          <pc:docMk/>
          <pc:sldMk cId="3145978262" sldId="259"/>
        </pc:sldMkLst>
        <pc:spChg chg="mod">
          <ac:chgData name="thangam sivnantham" userId="9242b7324f16a732" providerId="LiveId" clId="{A158764A-C9AF-4E4E-A9C9-D3B55C7939DB}" dt="2025-03-04T01:21:49.494" v="136" actId="255"/>
          <ac:spMkLst>
            <pc:docMk/>
            <pc:sldMk cId="3145978262" sldId="259"/>
            <ac:spMk id="2" creationId="{D6908A8D-0F3F-6CE7-15D0-E73CFF4D50BD}"/>
          </ac:spMkLst>
        </pc:spChg>
        <pc:spChg chg="mod">
          <ac:chgData name="thangam sivnantham" userId="9242b7324f16a732" providerId="LiveId" clId="{A158764A-C9AF-4E4E-A9C9-D3B55C7939DB}" dt="2025-03-04T01:22:39.929" v="153" actId="6549"/>
          <ac:spMkLst>
            <pc:docMk/>
            <pc:sldMk cId="3145978262" sldId="259"/>
            <ac:spMk id="3" creationId="{64E13D43-FDD4-7113-9D1A-D929D721ABB4}"/>
          </ac:spMkLst>
        </pc:spChg>
      </pc:sldChg>
      <pc:sldChg chg="addSp delSp modSp new mod modClrScheme chgLayout">
        <pc:chgData name="thangam sivnantham" userId="9242b7324f16a732" providerId="LiveId" clId="{A158764A-C9AF-4E4E-A9C9-D3B55C7939DB}" dt="2025-03-04T01:23:46.586" v="169" actId="14100"/>
        <pc:sldMkLst>
          <pc:docMk/>
          <pc:sldMk cId="2360936332" sldId="260"/>
        </pc:sldMkLst>
        <pc:spChg chg="del mod ord">
          <ac:chgData name="thangam sivnantham" userId="9242b7324f16a732" providerId="LiveId" clId="{A158764A-C9AF-4E4E-A9C9-D3B55C7939DB}" dt="2025-03-04T00:23:21.072" v="10" actId="700"/>
          <ac:spMkLst>
            <pc:docMk/>
            <pc:sldMk cId="2360936332" sldId="260"/>
            <ac:spMk id="2" creationId="{A1BE5DC5-DA2A-1C41-573A-924CD0D84EB1}"/>
          </ac:spMkLst>
        </pc:spChg>
        <pc:spChg chg="del mod ord">
          <ac:chgData name="thangam sivnantham" userId="9242b7324f16a732" providerId="LiveId" clId="{A158764A-C9AF-4E4E-A9C9-D3B55C7939DB}" dt="2025-03-04T00:23:21.072" v="10" actId="700"/>
          <ac:spMkLst>
            <pc:docMk/>
            <pc:sldMk cId="2360936332" sldId="260"/>
            <ac:spMk id="3" creationId="{7977AFFC-31B7-9242-BEFA-3FD5584CA007}"/>
          </ac:spMkLst>
        </pc:spChg>
        <pc:spChg chg="add mod ord">
          <ac:chgData name="thangam sivnantham" userId="9242b7324f16a732" providerId="LiveId" clId="{A158764A-C9AF-4E4E-A9C9-D3B55C7939DB}" dt="2025-03-04T01:23:11.095" v="161" actId="20577"/>
          <ac:spMkLst>
            <pc:docMk/>
            <pc:sldMk cId="2360936332" sldId="260"/>
            <ac:spMk id="4" creationId="{9DC46794-721E-8B52-AD0F-79562BEF7AB7}"/>
          </ac:spMkLst>
        </pc:spChg>
        <pc:spChg chg="add mod ord">
          <ac:chgData name="thangam sivnantham" userId="9242b7324f16a732" providerId="LiveId" clId="{A158764A-C9AF-4E4E-A9C9-D3B55C7939DB}" dt="2025-03-04T01:23:41.518" v="167" actId="2710"/>
          <ac:spMkLst>
            <pc:docMk/>
            <pc:sldMk cId="2360936332" sldId="260"/>
            <ac:spMk id="5" creationId="{D857B906-0D8E-5270-A7FA-999B9ADF5E6B}"/>
          </ac:spMkLst>
        </pc:spChg>
        <pc:spChg chg="add del mod ord">
          <ac:chgData name="thangam sivnantham" userId="9242b7324f16a732" providerId="LiveId" clId="{A158764A-C9AF-4E4E-A9C9-D3B55C7939DB}" dt="2025-03-04T00:24:10.033" v="14" actId="22"/>
          <ac:spMkLst>
            <pc:docMk/>
            <pc:sldMk cId="2360936332" sldId="260"/>
            <ac:spMk id="6" creationId="{63DF0F07-DD3A-E47A-C779-0535C1B6A9C6}"/>
          </ac:spMkLst>
        </pc:spChg>
        <pc:picChg chg="add mod ord">
          <ac:chgData name="thangam sivnantham" userId="9242b7324f16a732" providerId="LiveId" clId="{A158764A-C9AF-4E4E-A9C9-D3B55C7939DB}" dt="2025-03-04T01:23:46.586" v="169" actId="14100"/>
          <ac:picMkLst>
            <pc:docMk/>
            <pc:sldMk cId="2360936332" sldId="260"/>
            <ac:picMk id="8" creationId="{E406DACB-A761-7829-6A50-87C9789072B4}"/>
          </ac:picMkLst>
        </pc:picChg>
      </pc:sldChg>
      <pc:sldChg chg="addSp delSp modSp new mod modClrScheme chgLayout">
        <pc:chgData name="thangam sivnantham" userId="9242b7324f16a732" providerId="LiveId" clId="{A158764A-C9AF-4E4E-A9C9-D3B55C7939DB}" dt="2025-03-04T01:25:03.316" v="176" actId="5793"/>
        <pc:sldMkLst>
          <pc:docMk/>
          <pc:sldMk cId="2449953310" sldId="261"/>
        </pc:sldMkLst>
        <pc:spChg chg="del mod ord">
          <ac:chgData name="thangam sivnantham" userId="9242b7324f16a732" providerId="LiveId" clId="{A158764A-C9AF-4E4E-A9C9-D3B55C7939DB}" dt="2025-03-04T00:26:14.863" v="19" actId="700"/>
          <ac:spMkLst>
            <pc:docMk/>
            <pc:sldMk cId="2449953310" sldId="261"/>
            <ac:spMk id="2" creationId="{438F57E2-0AD2-8AC6-2F63-03E3F9F4775A}"/>
          </ac:spMkLst>
        </pc:spChg>
        <pc:spChg chg="del mod ord">
          <ac:chgData name="thangam sivnantham" userId="9242b7324f16a732" providerId="LiveId" clId="{A158764A-C9AF-4E4E-A9C9-D3B55C7939DB}" dt="2025-03-04T00:26:14.863" v="19" actId="700"/>
          <ac:spMkLst>
            <pc:docMk/>
            <pc:sldMk cId="2449953310" sldId="261"/>
            <ac:spMk id="3" creationId="{05A6ADDC-7D43-2DBB-2534-42984DF2CB6F}"/>
          </ac:spMkLst>
        </pc:spChg>
        <pc:spChg chg="del">
          <ac:chgData name="thangam sivnantham" userId="9242b7324f16a732" providerId="LiveId" clId="{A158764A-C9AF-4E4E-A9C9-D3B55C7939DB}" dt="2025-03-04T00:26:14.863" v="19" actId="700"/>
          <ac:spMkLst>
            <pc:docMk/>
            <pc:sldMk cId="2449953310" sldId="261"/>
            <ac:spMk id="4" creationId="{5D61D3BC-2893-51A9-0D35-E61D06A1B144}"/>
          </ac:spMkLst>
        </pc:spChg>
        <pc:spChg chg="add mod ord">
          <ac:chgData name="thangam sivnantham" userId="9242b7324f16a732" providerId="LiveId" clId="{A158764A-C9AF-4E4E-A9C9-D3B55C7939DB}" dt="2025-03-04T01:24:28.521" v="171" actId="207"/>
          <ac:spMkLst>
            <pc:docMk/>
            <pc:sldMk cId="2449953310" sldId="261"/>
            <ac:spMk id="5" creationId="{1EB56102-9829-2612-0AC4-4FA68E8DFD1C}"/>
          </ac:spMkLst>
        </pc:spChg>
        <pc:spChg chg="add mod ord">
          <ac:chgData name="thangam sivnantham" userId="9242b7324f16a732" providerId="LiveId" clId="{A158764A-C9AF-4E4E-A9C9-D3B55C7939DB}" dt="2025-03-04T01:25:03.316" v="176" actId="5793"/>
          <ac:spMkLst>
            <pc:docMk/>
            <pc:sldMk cId="2449953310" sldId="261"/>
            <ac:spMk id="6" creationId="{24EA33C9-6424-CB45-1050-A5F742A27B8E}"/>
          </ac:spMkLst>
        </pc:spChg>
      </pc:sldChg>
      <pc:sldChg chg="modSp new mod">
        <pc:chgData name="thangam sivnantham" userId="9242b7324f16a732" providerId="LiveId" clId="{A158764A-C9AF-4E4E-A9C9-D3B55C7939DB}" dt="2025-03-04T01:25:36.176" v="183" actId="113"/>
        <pc:sldMkLst>
          <pc:docMk/>
          <pc:sldMk cId="3683553215" sldId="262"/>
        </pc:sldMkLst>
        <pc:spChg chg="mod">
          <ac:chgData name="thangam sivnantham" userId="9242b7324f16a732" providerId="LiveId" clId="{A158764A-C9AF-4E4E-A9C9-D3B55C7939DB}" dt="2025-03-04T01:25:18.207" v="178" actId="207"/>
          <ac:spMkLst>
            <pc:docMk/>
            <pc:sldMk cId="3683553215" sldId="262"/>
            <ac:spMk id="2" creationId="{C0A3ED99-3472-7757-5086-ADE8885666ED}"/>
          </ac:spMkLst>
        </pc:spChg>
        <pc:spChg chg="mod">
          <ac:chgData name="thangam sivnantham" userId="9242b7324f16a732" providerId="LiveId" clId="{A158764A-C9AF-4E4E-A9C9-D3B55C7939DB}" dt="2025-03-04T01:25:36.176" v="183" actId="113"/>
          <ac:spMkLst>
            <pc:docMk/>
            <pc:sldMk cId="3683553215" sldId="262"/>
            <ac:spMk id="3" creationId="{DC15D3DC-F416-461E-73D3-A86F7523B6A4}"/>
          </ac:spMkLst>
        </pc:spChg>
      </pc:sldChg>
      <pc:sldChg chg="modSp new mod">
        <pc:chgData name="thangam sivnantham" userId="9242b7324f16a732" providerId="LiveId" clId="{A158764A-C9AF-4E4E-A9C9-D3B55C7939DB}" dt="2025-03-04T01:27:54.317" v="206" actId="14100"/>
        <pc:sldMkLst>
          <pc:docMk/>
          <pc:sldMk cId="199187334" sldId="263"/>
        </pc:sldMkLst>
        <pc:spChg chg="mod">
          <ac:chgData name="thangam sivnantham" userId="9242b7324f16a732" providerId="LiveId" clId="{A158764A-C9AF-4E4E-A9C9-D3B55C7939DB}" dt="2025-03-04T01:27:54.317" v="206" actId="14100"/>
          <ac:spMkLst>
            <pc:docMk/>
            <pc:sldMk cId="199187334" sldId="263"/>
            <ac:spMk id="2" creationId="{BE29D5AB-1F88-27A6-54C9-254D3A008BE0}"/>
          </ac:spMkLst>
        </pc:spChg>
        <pc:spChg chg="mod">
          <ac:chgData name="thangam sivnantham" userId="9242b7324f16a732" providerId="LiveId" clId="{A158764A-C9AF-4E4E-A9C9-D3B55C7939DB}" dt="2025-03-04T01:27:02.468" v="205" actId="113"/>
          <ac:spMkLst>
            <pc:docMk/>
            <pc:sldMk cId="199187334" sldId="263"/>
            <ac:spMk id="3" creationId="{A83956BA-46B5-65B9-8722-326B806608E0}"/>
          </ac:spMkLst>
        </pc:spChg>
      </pc:sldChg>
      <pc:sldChg chg="modSp new mod">
        <pc:chgData name="thangam sivnantham" userId="9242b7324f16a732" providerId="LiveId" clId="{A158764A-C9AF-4E4E-A9C9-D3B55C7939DB}" dt="2025-03-04T01:28:53.661" v="240" actId="27636"/>
        <pc:sldMkLst>
          <pc:docMk/>
          <pc:sldMk cId="2849933857" sldId="264"/>
        </pc:sldMkLst>
        <pc:spChg chg="mod">
          <ac:chgData name="thangam sivnantham" userId="9242b7324f16a732" providerId="LiveId" clId="{A158764A-C9AF-4E4E-A9C9-D3B55C7939DB}" dt="2025-03-04T01:28:13.743" v="223" actId="14100"/>
          <ac:spMkLst>
            <pc:docMk/>
            <pc:sldMk cId="2849933857" sldId="264"/>
            <ac:spMk id="2" creationId="{86EDB105-C367-129B-3DAB-1D335D2E1839}"/>
          </ac:spMkLst>
        </pc:spChg>
        <pc:spChg chg="mod">
          <ac:chgData name="thangam sivnantham" userId="9242b7324f16a732" providerId="LiveId" clId="{A158764A-C9AF-4E4E-A9C9-D3B55C7939DB}" dt="2025-03-04T01:28:53.661" v="240" actId="27636"/>
          <ac:spMkLst>
            <pc:docMk/>
            <pc:sldMk cId="2849933857" sldId="264"/>
            <ac:spMk id="3" creationId="{7C7B223F-5313-4435-815C-AC5925F8E0AB}"/>
          </ac:spMkLst>
        </pc:spChg>
      </pc:sldChg>
      <pc:sldChg chg="modSp new mod">
        <pc:chgData name="thangam sivnantham" userId="9242b7324f16a732" providerId="LiveId" clId="{A158764A-C9AF-4E4E-A9C9-D3B55C7939DB}" dt="2025-03-04T01:30:39.362" v="263" actId="14100"/>
        <pc:sldMkLst>
          <pc:docMk/>
          <pc:sldMk cId="4266150011" sldId="265"/>
        </pc:sldMkLst>
        <pc:spChg chg="mod">
          <ac:chgData name="thangam sivnantham" userId="9242b7324f16a732" providerId="LiveId" clId="{A158764A-C9AF-4E4E-A9C9-D3B55C7939DB}" dt="2025-03-04T01:30:39.362" v="263" actId="14100"/>
          <ac:spMkLst>
            <pc:docMk/>
            <pc:sldMk cId="4266150011" sldId="265"/>
            <ac:spMk id="2" creationId="{0AB65FD5-261D-6DB0-839D-308B9D8F43FE}"/>
          </ac:spMkLst>
        </pc:spChg>
        <pc:spChg chg="mod">
          <ac:chgData name="thangam sivnantham" userId="9242b7324f16a732" providerId="LiveId" clId="{A158764A-C9AF-4E4E-A9C9-D3B55C7939DB}" dt="2025-03-04T01:30:36.190" v="262" actId="14100"/>
          <ac:spMkLst>
            <pc:docMk/>
            <pc:sldMk cId="4266150011" sldId="265"/>
            <ac:spMk id="3" creationId="{211AD6DF-F23F-6A3F-4A6B-D8DF41355FEC}"/>
          </ac:spMkLst>
        </pc:spChg>
      </pc:sldChg>
      <pc:sldChg chg="modSp new mod">
        <pc:chgData name="thangam sivnantham" userId="9242b7324f16a732" providerId="LiveId" clId="{A158764A-C9AF-4E4E-A9C9-D3B55C7939DB}" dt="2025-03-04T01:31:58.552" v="286" actId="123"/>
        <pc:sldMkLst>
          <pc:docMk/>
          <pc:sldMk cId="3844864271" sldId="266"/>
        </pc:sldMkLst>
        <pc:spChg chg="mod">
          <ac:chgData name="thangam sivnantham" userId="9242b7324f16a732" providerId="LiveId" clId="{A158764A-C9AF-4E4E-A9C9-D3B55C7939DB}" dt="2025-03-04T01:30:59.482" v="265" actId="14100"/>
          <ac:spMkLst>
            <pc:docMk/>
            <pc:sldMk cId="3844864271" sldId="266"/>
            <ac:spMk id="2" creationId="{AF7C8868-B729-8653-7688-073B1E02FB03}"/>
          </ac:spMkLst>
        </pc:spChg>
        <pc:spChg chg="mod">
          <ac:chgData name="thangam sivnantham" userId="9242b7324f16a732" providerId="LiveId" clId="{A158764A-C9AF-4E4E-A9C9-D3B55C7939DB}" dt="2025-03-04T01:31:58.552" v="286" actId="123"/>
          <ac:spMkLst>
            <pc:docMk/>
            <pc:sldMk cId="3844864271" sldId="266"/>
            <ac:spMk id="3" creationId="{43EE93BF-4E0F-1AD2-821B-2E2B39E0D02A}"/>
          </ac:spMkLst>
        </pc:spChg>
      </pc:sldChg>
      <pc:sldChg chg="addSp delSp modSp new mod modClrScheme chgLayout">
        <pc:chgData name="thangam sivnantham" userId="9242b7324f16a732" providerId="LiveId" clId="{A158764A-C9AF-4E4E-A9C9-D3B55C7939DB}" dt="2025-03-04T01:35:08.877" v="311" actId="14100"/>
        <pc:sldMkLst>
          <pc:docMk/>
          <pc:sldMk cId="2627371469" sldId="267"/>
        </pc:sldMkLst>
        <pc:spChg chg="mod ord">
          <ac:chgData name="thangam sivnantham" userId="9242b7324f16a732" providerId="LiveId" clId="{A158764A-C9AF-4E4E-A9C9-D3B55C7939DB}" dt="2025-03-04T01:35:08.877" v="311" actId="14100"/>
          <ac:spMkLst>
            <pc:docMk/>
            <pc:sldMk cId="2627371469" sldId="267"/>
            <ac:spMk id="2" creationId="{9A8733DB-1B64-9F48-0BCD-821C29C16724}"/>
          </ac:spMkLst>
        </pc:spChg>
        <pc:spChg chg="mod ord">
          <ac:chgData name="thangam sivnantham" userId="9242b7324f16a732" providerId="LiveId" clId="{A158764A-C9AF-4E4E-A9C9-D3B55C7939DB}" dt="2025-03-04T01:33:40.932" v="309" actId="20577"/>
          <ac:spMkLst>
            <pc:docMk/>
            <pc:sldMk cId="2627371469" sldId="267"/>
            <ac:spMk id="3" creationId="{2BF582DD-BA6C-4003-ADC2-611F7A0C1130}"/>
          </ac:spMkLst>
        </pc:spChg>
        <pc:spChg chg="mod ord">
          <ac:chgData name="thangam sivnantham" userId="9242b7324f16a732" providerId="LiveId" clId="{A158764A-C9AF-4E4E-A9C9-D3B55C7939DB}" dt="2025-03-04T01:32:52.473" v="290" actId="700"/>
          <ac:spMkLst>
            <pc:docMk/>
            <pc:sldMk cId="2627371469" sldId="267"/>
            <ac:spMk id="6" creationId="{8780A3DB-C0DB-46D2-C4AA-B24CD2B0EF6A}"/>
          </ac:spMkLst>
        </pc:spChg>
        <pc:spChg chg="add del mod ord">
          <ac:chgData name="thangam sivnantham" userId="9242b7324f16a732" providerId="LiveId" clId="{A158764A-C9AF-4E4E-A9C9-D3B55C7939DB}" dt="2025-03-04T01:33:53.066" v="310" actId="478"/>
          <ac:spMkLst>
            <pc:docMk/>
            <pc:sldMk cId="2627371469" sldId="267"/>
            <ac:spMk id="7" creationId="{36AEE6AA-92D4-08A8-2B46-6E62D66B8CC8}"/>
          </ac:spMkLst>
        </pc:spChg>
        <pc:picChg chg="add mod">
          <ac:chgData name="thangam sivnantham" userId="9242b7324f16a732" providerId="LiveId" clId="{A158764A-C9AF-4E4E-A9C9-D3B55C7939DB}" dt="2025-03-04T01:33:14.761" v="297" actId="14100"/>
          <ac:picMkLst>
            <pc:docMk/>
            <pc:sldMk cId="2627371469" sldId="267"/>
            <ac:picMk id="5" creationId="{E8EC1C38-39CD-374F-0423-88298BF186F5}"/>
          </ac:picMkLst>
        </pc:picChg>
      </pc:sldChg>
      <pc:sldChg chg="modSp new mod">
        <pc:chgData name="thangam sivnantham" userId="9242b7324f16a732" providerId="LiveId" clId="{A158764A-C9AF-4E4E-A9C9-D3B55C7939DB}" dt="2025-03-04T01:36:26.491" v="333" actId="20577"/>
        <pc:sldMkLst>
          <pc:docMk/>
          <pc:sldMk cId="903257755" sldId="268"/>
        </pc:sldMkLst>
        <pc:spChg chg="mod">
          <ac:chgData name="thangam sivnantham" userId="9242b7324f16a732" providerId="LiveId" clId="{A158764A-C9AF-4E4E-A9C9-D3B55C7939DB}" dt="2025-03-04T01:36:26.491" v="333" actId="20577"/>
          <ac:spMkLst>
            <pc:docMk/>
            <pc:sldMk cId="903257755" sldId="268"/>
            <ac:spMk id="2" creationId="{DD30A65B-CC93-4582-610F-E6BA681D1E03}"/>
          </ac:spMkLst>
        </pc:spChg>
        <pc:spChg chg="mod">
          <ac:chgData name="thangam sivnantham" userId="9242b7324f16a732" providerId="LiveId" clId="{A158764A-C9AF-4E4E-A9C9-D3B55C7939DB}" dt="2025-03-04T01:35:53.455" v="331" actId="255"/>
          <ac:spMkLst>
            <pc:docMk/>
            <pc:sldMk cId="903257755" sldId="268"/>
            <ac:spMk id="3" creationId="{F6FA2780-7589-059E-8A94-F0D5F9920D94}"/>
          </ac:spMkLst>
        </pc:spChg>
      </pc:sldChg>
      <pc:sldChg chg="modSp new mod">
        <pc:chgData name="thangam sivnantham" userId="9242b7324f16a732" providerId="LiveId" clId="{A158764A-C9AF-4E4E-A9C9-D3B55C7939DB}" dt="2025-03-04T01:36:50.697" v="344" actId="14100"/>
        <pc:sldMkLst>
          <pc:docMk/>
          <pc:sldMk cId="1481960080" sldId="269"/>
        </pc:sldMkLst>
        <pc:spChg chg="mod">
          <ac:chgData name="thangam sivnantham" userId="9242b7324f16a732" providerId="LiveId" clId="{A158764A-C9AF-4E4E-A9C9-D3B55C7939DB}" dt="2025-03-04T01:36:33.949" v="335" actId="14100"/>
          <ac:spMkLst>
            <pc:docMk/>
            <pc:sldMk cId="1481960080" sldId="269"/>
            <ac:spMk id="2" creationId="{755FE0C3-801F-7C69-F9FD-1C4BC4A5B81E}"/>
          </ac:spMkLst>
        </pc:spChg>
        <pc:spChg chg="mod">
          <ac:chgData name="thangam sivnantham" userId="9242b7324f16a732" providerId="LiveId" clId="{A158764A-C9AF-4E4E-A9C9-D3B55C7939DB}" dt="2025-03-04T01:36:50.697" v="344" actId="14100"/>
          <ac:spMkLst>
            <pc:docMk/>
            <pc:sldMk cId="1481960080" sldId="269"/>
            <ac:spMk id="3" creationId="{48F11F6C-A997-C58A-1808-F87F8FDB387D}"/>
          </ac:spMkLst>
        </pc:spChg>
      </pc:sldChg>
      <pc:sldChg chg="modSp new mod">
        <pc:chgData name="thangam sivnantham" userId="9242b7324f16a732" providerId="LiveId" clId="{A158764A-C9AF-4E4E-A9C9-D3B55C7939DB}" dt="2025-03-04T01:37:36.647" v="363" actId="14100"/>
        <pc:sldMkLst>
          <pc:docMk/>
          <pc:sldMk cId="3592017501" sldId="270"/>
        </pc:sldMkLst>
        <pc:spChg chg="mod">
          <ac:chgData name="thangam sivnantham" userId="9242b7324f16a732" providerId="LiveId" clId="{A158764A-C9AF-4E4E-A9C9-D3B55C7939DB}" dt="2025-03-04T01:37:02.123" v="346" actId="14100"/>
          <ac:spMkLst>
            <pc:docMk/>
            <pc:sldMk cId="3592017501" sldId="270"/>
            <ac:spMk id="2" creationId="{020CBE8E-D669-4219-A3FA-E7266A338914}"/>
          </ac:spMkLst>
        </pc:spChg>
        <pc:spChg chg="mod">
          <ac:chgData name="thangam sivnantham" userId="9242b7324f16a732" providerId="LiveId" clId="{A158764A-C9AF-4E4E-A9C9-D3B55C7939DB}" dt="2025-03-04T01:37:36.647" v="363" actId="14100"/>
          <ac:spMkLst>
            <pc:docMk/>
            <pc:sldMk cId="3592017501" sldId="270"/>
            <ac:spMk id="3" creationId="{62E52550-08AC-F71F-A056-669C3F78D3C7}"/>
          </ac:spMkLst>
        </pc:spChg>
      </pc:sldChg>
      <pc:sldChg chg="modSp new mod">
        <pc:chgData name="thangam sivnantham" userId="9242b7324f16a732" providerId="LiveId" clId="{A158764A-C9AF-4E4E-A9C9-D3B55C7939DB}" dt="2025-03-04T01:38:33.122" v="375"/>
        <pc:sldMkLst>
          <pc:docMk/>
          <pc:sldMk cId="1539404172" sldId="271"/>
        </pc:sldMkLst>
        <pc:spChg chg="mod">
          <ac:chgData name="thangam sivnantham" userId="9242b7324f16a732" providerId="LiveId" clId="{A158764A-C9AF-4E4E-A9C9-D3B55C7939DB}" dt="2025-03-04T01:38:33.122" v="375"/>
          <ac:spMkLst>
            <pc:docMk/>
            <pc:sldMk cId="1539404172" sldId="271"/>
            <ac:spMk id="2" creationId="{5BBBAD12-C52B-FEC5-16CF-90AF8C4DC227}"/>
          </ac:spMkLst>
        </pc:spChg>
        <pc:spChg chg="mod">
          <ac:chgData name="thangam sivnantham" userId="9242b7324f16a732" providerId="LiveId" clId="{A158764A-C9AF-4E4E-A9C9-D3B55C7939DB}" dt="2025-03-04T01:38:16.933" v="373" actId="113"/>
          <ac:spMkLst>
            <pc:docMk/>
            <pc:sldMk cId="1539404172" sldId="271"/>
            <ac:spMk id="3" creationId="{ADD1C636-32A8-54F8-3532-169D3DD7899A}"/>
          </ac:spMkLst>
        </pc:spChg>
      </pc:sldChg>
      <pc:sldChg chg="addSp modSp new mod">
        <pc:chgData name="thangam sivnantham" userId="9242b7324f16a732" providerId="LiveId" clId="{A158764A-C9AF-4E4E-A9C9-D3B55C7939DB}" dt="2025-03-04T01:38:58.478" v="390" actId="6549"/>
        <pc:sldMkLst>
          <pc:docMk/>
          <pc:sldMk cId="2514939175" sldId="272"/>
        </pc:sldMkLst>
        <pc:spChg chg="mod">
          <ac:chgData name="thangam sivnantham" userId="9242b7324f16a732" providerId="LiveId" clId="{A158764A-C9AF-4E4E-A9C9-D3B55C7939DB}" dt="2025-03-04T01:38:41.978" v="383" actId="20577"/>
          <ac:spMkLst>
            <pc:docMk/>
            <pc:sldMk cId="2514939175" sldId="272"/>
            <ac:spMk id="2" creationId="{C09DCB94-E20B-8985-339B-517AC547911A}"/>
          </ac:spMkLst>
        </pc:spChg>
        <pc:spChg chg="mod">
          <ac:chgData name="thangam sivnantham" userId="9242b7324f16a732" providerId="LiveId" clId="{A158764A-C9AF-4E4E-A9C9-D3B55C7939DB}" dt="2025-03-04T01:38:58.478" v="390" actId="6549"/>
          <ac:spMkLst>
            <pc:docMk/>
            <pc:sldMk cId="2514939175" sldId="272"/>
            <ac:spMk id="3" creationId="{DB1C824F-7FB1-0DA2-D78D-AC847C37023F}"/>
          </ac:spMkLst>
        </pc:spChg>
        <pc:picChg chg="add mod">
          <ac:chgData name="thangam sivnantham" userId="9242b7324f16a732" providerId="LiveId" clId="{A158764A-C9AF-4E4E-A9C9-D3B55C7939DB}" dt="2025-03-04T01:38:52.917" v="387" actId="1076"/>
          <ac:picMkLst>
            <pc:docMk/>
            <pc:sldMk cId="2514939175" sldId="272"/>
            <ac:picMk id="5" creationId="{3E42FFA9-AA7A-A895-6B55-30501D29FF56}"/>
          </ac:picMkLst>
        </pc:picChg>
      </pc:sldChg>
      <pc:sldChg chg="addSp modSp new mod">
        <pc:chgData name="thangam sivnantham" userId="9242b7324f16a732" providerId="LiveId" clId="{A158764A-C9AF-4E4E-A9C9-D3B55C7939DB}" dt="2025-03-04T01:39:46.550" v="410" actId="14100"/>
        <pc:sldMkLst>
          <pc:docMk/>
          <pc:sldMk cId="4112571467" sldId="273"/>
        </pc:sldMkLst>
        <pc:spChg chg="mod">
          <ac:chgData name="thangam sivnantham" userId="9242b7324f16a732" providerId="LiveId" clId="{A158764A-C9AF-4E4E-A9C9-D3B55C7939DB}" dt="2025-03-04T01:39:10.201" v="391" actId="255"/>
          <ac:spMkLst>
            <pc:docMk/>
            <pc:sldMk cId="4112571467" sldId="273"/>
            <ac:spMk id="2" creationId="{1C3D5336-E1F5-BD1A-468F-F0CF75E5FED3}"/>
          </ac:spMkLst>
        </pc:spChg>
        <pc:spChg chg="mod">
          <ac:chgData name="thangam sivnantham" userId="9242b7324f16a732" providerId="LiveId" clId="{A158764A-C9AF-4E4E-A9C9-D3B55C7939DB}" dt="2025-03-04T01:39:38.326" v="406" actId="113"/>
          <ac:spMkLst>
            <pc:docMk/>
            <pc:sldMk cId="4112571467" sldId="273"/>
            <ac:spMk id="3" creationId="{2F8265B7-560D-78C3-5D2A-791C787927F7}"/>
          </ac:spMkLst>
        </pc:spChg>
        <pc:picChg chg="add mod">
          <ac:chgData name="thangam sivnantham" userId="9242b7324f16a732" providerId="LiveId" clId="{A158764A-C9AF-4E4E-A9C9-D3B55C7939DB}" dt="2025-03-04T01:39:46.550" v="410" actId="14100"/>
          <ac:picMkLst>
            <pc:docMk/>
            <pc:sldMk cId="4112571467" sldId="273"/>
            <ac:picMk id="5" creationId="{346A4ACA-0E77-9480-75FE-C1D5495749E8}"/>
          </ac:picMkLst>
        </pc:picChg>
      </pc:sldChg>
      <pc:sldChg chg="addSp modSp new mod">
        <pc:chgData name="thangam sivnantham" userId="9242b7324f16a732" providerId="LiveId" clId="{A158764A-C9AF-4E4E-A9C9-D3B55C7939DB}" dt="2025-03-04T01:40:56.674" v="420" actId="688"/>
        <pc:sldMkLst>
          <pc:docMk/>
          <pc:sldMk cId="260832521" sldId="274"/>
        </pc:sldMkLst>
        <pc:spChg chg="mod">
          <ac:chgData name="thangam sivnantham" userId="9242b7324f16a732" providerId="LiveId" clId="{A158764A-C9AF-4E4E-A9C9-D3B55C7939DB}" dt="2025-03-04T01:40:21.254" v="411"/>
          <ac:spMkLst>
            <pc:docMk/>
            <pc:sldMk cId="260832521" sldId="274"/>
            <ac:spMk id="2" creationId="{9B26552B-2B4E-4D3C-9853-39052BCECA64}"/>
          </ac:spMkLst>
        </pc:spChg>
        <pc:spChg chg="mod">
          <ac:chgData name="thangam sivnantham" userId="9242b7324f16a732" providerId="LiveId" clId="{A158764A-C9AF-4E4E-A9C9-D3B55C7939DB}" dt="2025-03-04T01:40:42.139" v="416" actId="113"/>
          <ac:spMkLst>
            <pc:docMk/>
            <pc:sldMk cId="260832521" sldId="274"/>
            <ac:spMk id="3" creationId="{EB3FD24D-25EF-C726-560D-6E73B910AB64}"/>
          </ac:spMkLst>
        </pc:spChg>
        <pc:picChg chg="add mod">
          <ac:chgData name="thangam sivnantham" userId="9242b7324f16a732" providerId="LiveId" clId="{A158764A-C9AF-4E4E-A9C9-D3B55C7939DB}" dt="2025-03-04T01:40:56.674" v="420" actId="688"/>
          <ac:picMkLst>
            <pc:docMk/>
            <pc:sldMk cId="260832521" sldId="274"/>
            <ac:picMk id="5" creationId="{A64A924A-2F89-029E-4A18-AEB38BCCC53A}"/>
          </ac:picMkLst>
        </pc:picChg>
      </pc:sldChg>
      <pc:sldChg chg="addSp modSp new mod">
        <pc:chgData name="thangam sivnantham" userId="9242b7324f16a732" providerId="LiveId" clId="{A158764A-C9AF-4E4E-A9C9-D3B55C7939DB}" dt="2025-03-04T01:42:26.208" v="450" actId="14100"/>
        <pc:sldMkLst>
          <pc:docMk/>
          <pc:sldMk cId="301108819" sldId="275"/>
        </pc:sldMkLst>
        <pc:spChg chg="mod">
          <ac:chgData name="thangam sivnantham" userId="9242b7324f16a732" providerId="LiveId" clId="{A158764A-C9AF-4E4E-A9C9-D3B55C7939DB}" dt="2025-03-04T01:41:27.891" v="426" actId="27636"/>
          <ac:spMkLst>
            <pc:docMk/>
            <pc:sldMk cId="301108819" sldId="275"/>
            <ac:spMk id="2" creationId="{1372A772-3B93-F502-BD88-99BD7C181F88}"/>
          </ac:spMkLst>
        </pc:spChg>
        <pc:spChg chg="mod">
          <ac:chgData name="thangam sivnantham" userId="9242b7324f16a732" providerId="LiveId" clId="{A158764A-C9AF-4E4E-A9C9-D3B55C7939DB}" dt="2025-03-04T01:42:22.452" v="448" actId="14100"/>
          <ac:spMkLst>
            <pc:docMk/>
            <pc:sldMk cId="301108819" sldId="275"/>
            <ac:spMk id="3" creationId="{E03740FB-D573-6F2A-CC2A-CCD4F3DC3293}"/>
          </ac:spMkLst>
        </pc:spChg>
        <pc:picChg chg="add mod">
          <ac:chgData name="thangam sivnantham" userId="9242b7324f16a732" providerId="LiveId" clId="{A158764A-C9AF-4E4E-A9C9-D3B55C7939DB}" dt="2025-03-04T01:42:26.208" v="450" actId="14100"/>
          <ac:picMkLst>
            <pc:docMk/>
            <pc:sldMk cId="301108819" sldId="275"/>
            <ac:picMk id="5" creationId="{0D01BD47-5604-D3E7-2ECB-DB6DBAEA209C}"/>
          </ac:picMkLst>
        </pc:picChg>
      </pc:sldChg>
      <pc:sldChg chg="addSp modSp new mod">
        <pc:chgData name="thangam sivnantham" userId="9242b7324f16a732" providerId="LiveId" clId="{A158764A-C9AF-4E4E-A9C9-D3B55C7939DB}" dt="2025-03-04T01:43:27.965" v="474" actId="14100"/>
        <pc:sldMkLst>
          <pc:docMk/>
          <pc:sldMk cId="1058515098" sldId="276"/>
        </pc:sldMkLst>
        <pc:spChg chg="mod">
          <ac:chgData name="thangam sivnantham" userId="9242b7324f16a732" providerId="LiveId" clId="{A158764A-C9AF-4E4E-A9C9-D3B55C7939DB}" dt="2025-03-04T01:42:41.458" v="455" actId="14100"/>
          <ac:spMkLst>
            <pc:docMk/>
            <pc:sldMk cId="1058515098" sldId="276"/>
            <ac:spMk id="2" creationId="{3742C062-03B7-020F-7F11-6588EB43AE79}"/>
          </ac:spMkLst>
        </pc:spChg>
        <pc:spChg chg="mod">
          <ac:chgData name="thangam sivnantham" userId="9242b7324f16a732" providerId="LiveId" clId="{A158764A-C9AF-4E4E-A9C9-D3B55C7939DB}" dt="2025-03-04T01:43:18.450" v="471" actId="255"/>
          <ac:spMkLst>
            <pc:docMk/>
            <pc:sldMk cId="1058515098" sldId="276"/>
            <ac:spMk id="3" creationId="{CC20A663-FD32-B3B2-957F-406CD4A46D9E}"/>
          </ac:spMkLst>
        </pc:spChg>
        <pc:picChg chg="add mod">
          <ac:chgData name="thangam sivnantham" userId="9242b7324f16a732" providerId="LiveId" clId="{A158764A-C9AF-4E4E-A9C9-D3B55C7939DB}" dt="2025-03-04T01:43:27.965" v="474" actId="14100"/>
          <ac:picMkLst>
            <pc:docMk/>
            <pc:sldMk cId="1058515098" sldId="276"/>
            <ac:picMk id="5" creationId="{3FDAF6F0-42FE-FAC6-0289-D31837A4CF04}"/>
          </ac:picMkLst>
        </pc:picChg>
      </pc:sldChg>
      <pc:sldChg chg="addSp delSp modSp new mod modClrScheme chgLayout">
        <pc:chgData name="thangam sivnantham" userId="9242b7324f16a732" providerId="LiveId" clId="{A158764A-C9AF-4E4E-A9C9-D3B55C7939DB}" dt="2025-03-04T01:45:31.351" v="515" actId="14100"/>
        <pc:sldMkLst>
          <pc:docMk/>
          <pc:sldMk cId="3490856871" sldId="277"/>
        </pc:sldMkLst>
        <pc:spChg chg="mod ord">
          <ac:chgData name="thangam sivnantham" userId="9242b7324f16a732" providerId="LiveId" clId="{A158764A-C9AF-4E4E-A9C9-D3B55C7939DB}" dt="2025-03-04T01:44:28.121" v="491" actId="14100"/>
          <ac:spMkLst>
            <pc:docMk/>
            <pc:sldMk cId="3490856871" sldId="277"/>
            <ac:spMk id="2" creationId="{CC08BF8B-7841-9E7D-0C78-3230252D50CD}"/>
          </ac:spMkLst>
        </pc:spChg>
        <pc:spChg chg="mod ord">
          <ac:chgData name="thangam sivnantham" userId="9242b7324f16a732" providerId="LiveId" clId="{A158764A-C9AF-4E4E-A9C9-D3B55C7939DB}" dt="2025-03-04T01:45:18.379" v="514" actId="14100"/>
          <ac:spMkLst>
            <pc:docMk/>
            <pc:sldMk cId="3490856871" sldId="277"/>
            <ac:spMk id="3" creationId="{28488E7D-0AA2-C99F-9772-927436EEA3A6}"/>
          </ac:spMkLst>
        </pc:spChg>
        <pc:spChg chg="mod ord">
          <ac:chgData name="thangam sivnantham" userId="9242b7324f16a732" providerId="LiveId" clId="{A158764A-C9AF-4E4E-A9C9-D3B55C7939DB}" dt="2025-03-04T01:44:07.967" v="482" actId="700"/>
          <ac:spMkLst>
            <pc:docMk/>
            <pc:sldMk cId="3490856871" sldId="277"/>
            <ac:spMk id="6" creationId="{577E1F98-E4AD-E483-2771-AF777225CE05}"/>
          </ac:spMkLst>
        </pc:spChg>
        <pc:spChg chg="add del mod ord">
          <ac:chgData name="thangam sivnantham" userId="9242b7324f16a732" providerId="LiveId" clId="{A158764A-C9AF-4E4E-A9C9-D3B55C7939DB}" dt="2025-03-04T01:44:13.487" v="486" actId="478"/>
          <ac:spMkLst>
            <pc:docMk/>
            <pc:sldMk cId="3490856871" sldId="277"/>
            <ac:spMk id="7" creationId="{44318123-D931-FDBE-97C1-BA9F52B117A4}"/>
          </ac:spMkLst>
        </pc:spChg>
        <pc:picChg chg="add mod">
          <ac:chgData name="thangam sivnantham" userId="9242b7324f16a732" providerId="LiveId" clId="{A158764A-C9AF-4E4E-A9C9-D3B55C7939DB}" dt="2025-03-04T01:45:31.351" v="515" actId="14100"/>
          <ac:picMkLst>
            <pc:docMk/>
            <pc:sldMk cId="3490856871" sldId="277"/>
            <ac:picMk id="5" creationId="{B26CBC5D-009A-F8FF-79A1-1871DAB800BF}"/>
          </ac:picMkLst>
        </pc:picChg>
      </pc:sldChg>
      <pc:sldChg chg="addSp modSp new mod">
        <pc:chgData name="thangam sivnantham" userId="9242b7324f16a732" providerId="LiveId" clId="{A158764A-C9AF-4E4E-A9C9-D3B55C7939DB}" dt="2025-03-04T01:46:33.805" v="540" actId="14100"/>
        <pc:sldMkLst>
          <pc:docMk/>
          <pc:sldMk cId="4115878161" sldId="278"/>
        </pc:sldMkLst>
        <pc:spChg chg="mod">
          <ac:chgData name="thangam sivnantham" userId="9242b7324f16a732" providerId="LiveId" clId="{A158764A-C9AF-4E4E-A9C9-D3B55C7939DB}" dt="2025-03-04T01:45:50.725" v="519" actId="14100"/>
          <ac:spMkLst>
            <pc:docMk/>
            <pc:sldMk cId="4115878161" sldId="278"/>
            <ac:spMk id="2" creationId="{61386986-EB6C-4179-5CCA-3E99B5F28770}"/>
          </ac:spMkLst>
        </pc:spChg>
        <pc:spChg chg="mod">
          <ac:chgData name="thangam sivnantham" userId="9242b7324f16a732" providerId="LiveId" clId="{A158764A-C9AF-4E4E-A9C9-D3B55C7939DB}" dt="2025-03-04T01:46:26.526" v="538" actId="12"/>
          <ac:spMkLst>
            <pc:docMk/>
            <pc:sldMk cId="4115878161" sldId="278"/>
            <ac:spMk id="3" creationId="{7C35DAEB-7073-BFA6-CAEF-5AB11DCF8EE6}"/>
          </ac:spMkLst>
        </pc:spChg>
        <pc:picChg chg="add mod">
          <ac:chgData name="thangam sivnantham" userId="9242b7324f16a732" providerId="LiveId" clId="{A158764A-C9AF-4E4E-A9C9-D3B55C7939DB}" dt="2025-03-04T01:46:33.805" v="540" actId="14100"/>
          <ac:picMkLst>
            <pc:docMk/>
            <pc:sldMk cId="4115878161" sldId="278"/>
            <ac:picMk id="5" creationId="{D43A63DD-7397-00BD-217A-CDC7C881B794}"/>
          </ac:picMkLst>
        </pc:picChg>
      </pc:sldChg>
      <pc:sldChg chg="addSp modSp new mod">
        <pc:chgData name="thangam sivnantham" userId="9242b7324f16a732" providerId="LiveId" clId="{A158764A-C9AF-4E4E-A9C9-D3B55C7939DB}" dt="2025-03-04T06:16:25.716" v="569" actId="207"/>
        <pc:sldMkLst>
          <pc:docMk/>
          <pc:sldMk cId="301196599" sldId="279"/>
        </pc:sldMkLst>
        <pc:spChg chg="mod">
          <ac:chgData name="thangam sivnantham" userId="9242b7324f16a732" providerId="LiveId" clId="{A158764A-C9AF-4E4E-A9C9-D3B55C7939DB}" dt="2025-03-04T06:16:25.716" v="569" actId="207"/>
          <ac:spMkLst>
            <pc:docMk/>
            <pc:sldMk cId="301196599" sldId="279"/>
            <ac:spMk id="2" creationId="{9707015C-4267-6C05-0304-D25480AA46DF}"/>
          </ac:spMkLst>
        </pc:spChg>
        <pc:spChg chg="mod">
          <ac:chgData name="thangam sivnantham" userId="9242b7324f16a732" providerId="LiveId" clId="{A158764A-C9AF-4E4E-A9C9-D3B55C7939DB}" dt="2025-03-04T06:16:14.347" v="567" actId="123"/>
          <ac:spMkLst>
            <pc:docMk/>
            <pc:sldMk cId="301196599" sldId="279"/>
            <ac:spMk id="3" creationId="{73C2644D-1EF8-9E8C-1D11-CF213D676459}"/>
          </ac:spMkLst>
        </pc:spChg>
        <pc:picChg chg="add mod">
          <ac:chgData name="thangam sivnantham" userId="9242b7324f16a732" providerId="LiveId" clId="{A158764A-C9AF-4E4E-A9C9-D3B55C7939DB}" dt="2025-03-04T06:16:10.867" v="566" actId="1076"/>
          <ac:picMkLst>
            <pc:docMk/>
            <pc:sldMk cId="301196599" sldId="279"/>
            <ac:picMk id="6" creationId="{77FF0568-A800-70F3-2CEE-C0575F75039F}"/>
          </ac:picMkLst>
        </pc:picChg>
      </pc:sldChg>
      <pc:sldChg chg="modSp new mod">
        <pc:chgData name="thangam sivnantham" userId="9242b7324f16a732" providerId="LiveId" clId="{A158764A-C9AF-4E4E-A9C9-D3B55C7939DB}" dt="2025-03-04T06:19:10.285" v="598" actId="14100"/>
        <pc:sldMkLst>
          <pc:docMk/>
          <pc:sldMk cId="3871707159" sldId="280"/>
        </pc:sldMkLst>
        <pc:spChg chg="mod">
          <ac:chgData name="thangam sivnantham" userId="9242b7324f16a732" providerId="LiveId" clId="{A158764A-C9AF-4E4E-A9C9-D3B55C7939DB}" dt="2025-03-04T06:18:29.114" v="580" actId="14100"/>
          <ac:spMkLst>
            <pc:docMk/>
            <pc:sldMk cId="3871707159" sldId="280"/>
            <ac:spMk id="2" creationId="{B7CBECD1-1EB3-0308-CBDA-C8416B31C587}"/>
          </ac:spMkLst>
        </pc:spChg>
        <pc:spChg chg="mod">
          <ac:chgData name="thangam sivnantham" userId="9242b7324f16a732" providerId="LiveId" clId="{A158764A-C9AF-4E4E-A9C9-D3B55C7939DB}" dt="2025-03-04T06:19:10.285" v="598" actId="14100"/>
          <ac:spMkLst>
            <pc:docMk/>
            <pc:sldMk cId="3871707159" sldId="280"/>
            <ac:spMk id="3" creationId="{B9C4E2C6-F29E-4B5B-4C2D-5E4989096118}"/>
          </ac:spMkLst>
        </pc:spChg>
      </pc:sldChg>
      <pc:sldChg chg="addSp modSp new mod">
        <pc:chgData name="thangam sivnantham" userId="9242b7324f16a732" providerId="LiveId" clId="{A158764A-C9AF-4E4E-A9C9-D3B55C7939DB}" dt="2025-03-04T06:20:19.188" v="640" actId="20577"/>
        <pc:sldMkLst>
          <pc:docMk/>
          <pc:sldMk cId="2202594847" sldId="281"/>
        </pc:sldMkLst>
        <pc:spChg chg="mod">
          <ac:chgData name="thangam sivnantham" userId="9242b7324f16a732" providerId="LiveId" clId="{A158764A-C9AF-4E4E-A9C9-D3B55C7939DB}" dt="2025-03-04T06:19:27.529" v="607" actId="14100"/>
          <ac:spMkLst>
            <pc:docMk/>
            <pc:sldMk cId="2202594847" sldId="281"/>
            <ac:spMk id="2" creationId="{613B6CBD-1239-3913-1BCD-9741533FF447}"/>
          </ac:spMkLst>
        </pc:spChg>
        <pc:spChg chg="mod">
          <ac:chgData name="thangam sivnantham" userId="9242b7324f16a732" providerId="LiveId" clId="{A158764A-C9AF-4E4E-A9C9-D3B55C7939DB}" dt="2025-03-04T06:20:19.188" v="640" actId="20577"/>
          <ac:spMkLst>
            <pc:docMk/>
            <pc:sldMk cId="2202594847" sldId="281"/>
            <ac:spMk id="3" creationId="{5D5BE692-577E-1413-D6CD-695A43D4AE96}"/>
          </ac:spMkLst>
        </pc:spChg>
        <pc:picChg chg="add mod">
          <ac:chgData name="thangam sivnantham" userId="9242b7324f16a732" providerId="LiveId" clId="{A158764A-C9AF-4E4E-A9C9-D3B55C7939DB}" dt="2025-03-04T06:20:07.704" v="628" actId="1076"/>
          <ac:picMkLst>
            <pc:docMk/>
            <pc:sldMk cId="2202594847" sldId="281"/>
            <ac:picMk id="6" creationId="{80EC048A-8C97-65C0-C0C7-E44F31FC337E}"/>
          </ac:picMkLst>
        </pc:picChg>
      </pc:sldChg>
      <pc:sldChg chg="modSp new mod">
        <pc:chgData name="thangam sivnantham" userId="9242b7324f16a732" providerId="LiveId" clId="{A158764A-C9AF-4E4E-A9C9-D3B55C7939DB}" dt="2025-03-04T06:34:43.025" v="657"/>
        <pc:sldMkLst>
          <pc:docMk/>
          <pc:sldMk cId="3506437656" sldId="282"/>
        </pc:sldMkLst>
        <pc:spChg chg="mod">
          <ac:chgData name="thangam sivnantham" userId="9242b7324f16a732" providerId="LiveId" clId="{A158764A-C9AF-4E4E-A9C9-D3B55C7939DB}" dt="2025-03-04T06:34:43.025" v="657"/>
          <ac:spMkLst>
            <pc:docMk/>
            <pc:sldMk cId="3506437656" sldId="282"/>
            <ac:spMk id="2" creationId="{DA56DABB-B7BC-F95B-FDD7-44346D8A84F6}"/>
          </ac:spMkLst>
        </pc:spChg>
        <pc:spChg chg="mod">
          <ac:chgData name="thangam sivnantham" userId="9242b7324f16a732" providerId="LiveId" clId="{A158764A-C9AF-4E4E-A9C9-D3B55C7939DB}" dt="2025-03-04T06:34:32.548" v="656" actId="5793"/>
          <ac:spMkLst>
            <pc:docMk/>
            <pc:sldMk cId="3506437656" sldId="282"/>
            <ac:spMk id="3" creationId="{A07C7507-4F3C-D04C-FE12-481AD04E33AB}"/>
          </ac:spMkLst>
        </pc:spChg>
      </pc:sldChg>
      <pc:sldChg chg="modSp new mod">
        <pc:chgData name="thangam sivnantham" userId="9242b7324f16a732" providerId="LiveId" clId="{A158764A-C9AF-4E4E-A9C9-D3B55C7939DB}" dt="2025-03-04T06:37:58.606" v="694" actId="1076"/>
        <pc:sldMkLst>
          <pc:docMk/>
          <pc:sldMk cId="2862198781" sldId="283"/>
        </pc:sldMkLst>
        <pc:spChg chg="mod">
          <ac:chgData name="thangam sivnantham" userId="9242b7324f16a732" providerId="LiveId" clId="{A158764A-C9AF-4E4E-A9C9-D3B55C7939DB}" dt="2025-03-04T06:37:55.442" v="693" actId="255"/>
          <ac:spMkLst>
            <pc:docMk/>
            <pc:sldMk cId="2862198781" sldId="283"/>
            <ac:spMk id="2" creationId="{66F13AF3-9CF0-74D9-6417-DAC14653FE52}"/>
          </ac:spMkLst>
        </pc:spChg>
        <pc:spChg chg="mod">
          <ac:chgData name="thangam sivnantham" userId="9242b7324f16a732" providerId="LiveId" clId="{A158764A-C9AF-4E4E-A9C9-D3B55C7939DB}" dt="2025-03-04T06:37:58.606" v="694" actId="1076"/>
          <ac:spMkLst>
            <pc:docMk/>
            <pc:sldMk cId="2862198781" sldId="283"/>
            <ac:spMk id="3" creationId="{FD870B5F-50C0-0738-1CFF-2F12789DED08}"/>
          </ac:spMkLst>
        </pc:spChg>
      </pc:sldChg>
      <pc:sldChg chg="modSp new mod">
        <pc:chgData name="thangam sivnantham" userId="9242b7324f16a732" providerId="LiveId" clId="{A158764A-C9AF-4E4E-A9C9-D3B55C7939DB}" dt="2025-03-04T06:41:19.285" v="773" actId="20577"/>
        <pc:sldMkLst>
          <pc:docMk/>
          <pc:sldMk cId="3630116593" sldId="284"/>
        </pc:sldMkLst>
        <pc:spChg chg="mod">
          <ac:chgData name="thangam sivnantham" userId="9242b7324f16a732" providerId="LiveId" clId="{A158764A-C9AF-4E4E-A9C9-D3B55C7939DB}" dt="2025-03-04T06:41:19.285" v="773" actId="20577"/>
          <ac:spMkLst>
            <pc:docMk/>
            <pc:sldMk cId="3630116593" sldId="284"/>
            <ac:spMk id="2" creationId="{597FA5FC-4E5F-C162-201A-CC6337DD3193}"/>
          </ac:spMkLst>
        </pc:spChg>
        <pc:spChg chg="mod">
          <ac:chgData name="thangam sivnantham" userId="9242b7324f16a732" providerId="LiveId" clId="{A158764A-C9AF-4E4E-A9C9-D3B55C7939DB}" dt="2025-03-04T06:40:07.349" v="747" actId="27636"/>
          <ac:spMkLst>
            <pc:docMk/>
            <pc:sldMk cId="3630116593" sldId="284"/>
            <ac:spMk id="3" creationId="{E105CD7E-A5E1-9A68-8CAD-1AA21F9A9C34}"/>
          </ac:spMkLst>
        </pc:spChg>
      </pc:sldChg>
      <pc:sldChg chg="modSp new mod">
        <pc:chgData name="thangam sivnantham" userId="9242b7324f16a732" providerId="LiveId" clId="{A158764A-C9AF-4E4E-A9C9-D3B55C7939DB}" dt="2025-03-04T06:41:25.488" v="774"/>
        <pc:sldMkLst>
          <pc:docMk/>
          <pc:sldMk cId="3027515894" sldId="285"/>
        </pc:sldMkLst>
        <pc:spChg chg="mod">
          <ac:chgData name="thangam sivnantham" userId="9242b7324f16a732" providerId="LiveId" clId="{A158764A-C9AF-4E4E-A9C9-D3B55C7939DB}" dt="2025-03-04T06:41:25.488" v="774"/>
          <ac:spMkLst>
            <pc:docMk/>
            <pc:sldMk cId="3027515894" sldId="285"/>
            <ac:spMk id="2" creationId="{27182A30-C9F1-B66E-39CD-19348B467555}"/>
          </ac:spMkLst>
        </pc:spChg>
        <pc:spChg chg="mod">
          <ac:chgData name="thangam sivnantham" userId="9242b7324f16a732" providerId="LiveId" clId="{A158764A-C9AF-4E4E-A9C9-D3B55C7939DB}" dt="2025-03-04T06:41:10.115" v="766" actId="255"/>
          <ac:spMkLst>
            <pc:docMk/>
            <pc:sldMk cId="3027515894" sldId="285"/>
            <ac:spMk id="3" creationId="{FB09F66E-5842-F983-1204-3EE4BD4724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D73D7-3ED2-4DB6-8B2C-2BB673516A4C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5FB83-374A-4646-B5CD-98787DA17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5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FBB4-BAF7-A842-7A3A-007FBDC88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2153F-1190-3B26-9335-CE39EE945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0FB2E-E9BE-C454-FBB3-B2326E98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3675-1B07-4E71-B237-6128DC49D678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DC08F-3F9E-3A72-1E87-D6173382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A052E-5FE1-6872-F1FE-2407C8DC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23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4264-DB24-BD38-34AF-CA1FB8FF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16087-3B78-69D9-0F84-3242AE549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C2E5-693A-ACCA-F327-B09EB03E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0676-78C4-423A-96EB-7CB62044BFE3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EC0FA-8A63-D0DC-39D3-4DF88653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CF1C7-CB65-5C0B-51A3-88E36C53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1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EB0B-FCD4-F10C-3395-2A24829E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C990A-6D53-FB26-003D-51AFCC65B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2C1B0-9C0B-E93E-180A-AD8B70BD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8BB3-0C1E-4F71-9660-F4AD7ADAF4B2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68B7-842F-51CE-90E5-BAE98B902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AE374-9A00-4EED-F73E-26F05EEB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B179-C1A9-63CF-BFB7-5308F178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5CAD-16CE-F6DF-14F0-CD1AC3E2B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0709E-D973-4E2C-0415-D86491372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627F8-7878-F8E0-A9D6-A6A63385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05D4E-4A42-40B2-9672-94205189C565}" type="datetime1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37FD8-3711-95F8-D815-A2387657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B6DFE-F5F9-0DE6-940A-F930E9EB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1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1BA7-235B-9F83-84A0-432F139BF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97897-DA7B-E442-13DD-1C5D703D9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A5A03-91A0-07AE-BCD7-45901D5CE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711AE-ECBC-A3BC-B14C-929B7E879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80B26-15A6-E475-0411-FF2B87F94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2A687-5096-A37C-2E10-EF0381FB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988F-7E91-46A3-8D61-69B40A11AC08}" type="datetime1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7A465-BEB5-0051-A3D3-5FD7D4AF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8CB43-DC24-03CD-013C-4FD14E91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8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33A8-39D1-238E-F603-EAEDEEA8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C6E82-0BA9-6E5E-538C-3A275F26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0A59-B16B-40E0-A5BE-1175B6222B5D}" type="datetime1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D734D-36EA-759A-A35F-58EF8F74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24EF0-C999-9469-4363-ED9B01F9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1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A048A-ED4A-00C8-75E0-420E0828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18E00-EC49-4100-A8F5-A2BA822B7A01}" type="datetime1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E2A6F-D763-7646-1B62-40F87184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E4D4D-8E5B-D4EA-FCC8-8B260860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1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A43D6-6ACB-AF10-CAC6-79CF55AD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DF18-8D5A-4158-E8D0-B8963B939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4A09A-2A5B-5D20-ECD6-998E5CECB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5A202-DC54-2658-E404-435E43F2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D696-9F14-4020-AE46-6E1BD397FDA8}" type="datetime1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D6F5-7F43-C180-38F6-AE4A2B48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FF3A4-887B-CFA0-240C-09727D4C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1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F531-0410-D04F-9768-1B4A2BDD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0EC97-C8A2-F2DE-B41E-57D8BE0B6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28285-D54F-0201-AC2C-4E57AF942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CF0FE-6758-6D0C-7BCA-0C8D85BD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4DFE8-7973-4C82-BDE6-62326AA35A5E}" type="datetime1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0087-BDD7-E9A9-A52A-C497F34C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2A980-8DDC-6A35-50BB-88D956E7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3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FED7-8067-3428-0DB0-E308B2655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4EDF3-AA18-833E-B73D-F92D186C1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89FB6-4DD3-F358-4629-3078C909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16BA5-1946-4045-AF8C-2D0F09A5DA4C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DCB45-5932-0BCD-3B28-9D1B666F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9AF52-5409-E11E-FCCA-1EEA9205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F61B5-B39C-123E-B15D-B911A6491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43DA0-1137-7372-6C3B-8743CF8A7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7B43-35FD-C6F8-ABC1-1731ECAC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A4F7-95EF-49F4-A471-22D2C4246A90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054BC-F25D-E8B3-FEC4-C660A839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0BED8-487A-A37D-AC99-722F3198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7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DDD63-B738-8F9A-B4CE-2EFE300C0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EFF87-B684-A2DA-2539-6F25B06E4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17708-2E9A-B6FC-15CC-60167C1ED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1A56-CEE2-4525-9FCE-6E9972ED3E80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8F6DE-CD2E-D9BF-5180-40783AD5D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Thangam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A7F74-BDA8-1CA6-0B09-DC2C51CBA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AACAA-864B-465E-B8B8-38CE392F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96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3D15-93DC-BFEB-5173-C7916D8D0A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RidleyGrotesk-Light"/>
              </a:rPr>
              <a:t>TRANSITIONS, TRANSFORMS, AND</a:t>
            </a:r>
            <a:br>
              <a:rPr lang="en-US" sz="3200" b="0" i="0" u="none" strike="noStrike" baseline="0" dirty="0">
                <a:latin typeface="RidleyGrotesk-Light"/>
              </a:rPr>
            </a:br>
            <a:r>
              <a:rPr lang="en-US" sz="3200" b="0" i="0" u="none" strike="noStrike" baseline="0" dirty="0">
                <a:latin typeface="RidleyGrotesk-Light"/>
              </a:rPr>
              <a:t>ANIMATION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7698B-FA95-A0E0-4BCB-4D056C8DDA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E4996-58FA-EA35-A10C-6DAEA693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48076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DDBD-B26F-C0E7-E887-11F8F60C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RidleyGrotesk-Medium"/>
              </a:rPr>
              <a:t>CSS TRANSITIONS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E35A-363E-768B-2F05-EAB37A6D1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b="0" i="0" u="none" strike="noStrike" baseline="0" dirty="0">
                <a:latin typeface="Birka"/>
              </a:rPr>
              <a:t>Picture, if you will, a link in a navigation menu that changes from blue to red when the mouse hovers over it.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b="0" i="0" u="none" strike="noStrike" baseline="0" dirty="0">
                <a:latin typeface="Birka"/>
              </a:rPr>
              <a:t> The background is blue…mouse passes over it…BAM! Red! It goes from state to state instantly, with no states in between.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b="0" i="0" u="none" strike="noStrike" baseline="0" dirty="0">
                <a:latin typeface="Birka"/>
              </a:rPr>
              <a:t>Now imagine putting your mouse over the link and having the background gradually change from blue to red, passing through several shades of purple on the way.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b="0" i="0" u="none" strike="noStrike" baseline="0" dirty="0">
                <a:latin typeface="Birka"/>
              </a:rPr>
              <a:t>It’s </a:t>
            </a:r>
            <a:r>
              <a:rPr lang="en-US" sz="2000" b="0" i="0" u="none" strike="noStrike" baseline="0" dirty="0" err="1">
                <a:latin typeface="Birka"/>
              </a:rPr>
              <a:t>smoooooth</a:t>
            </a:r>
            <a:r>
              <a:rPr lang="en-US" sz="2000" b="0" i="0" u="none" strike="noStrike" baseline="0" dirty="0">
                <a:latin typeface="Birka"/>
              </a:rPr>
              <a:t>. And when you remove the mouse, it fades back down to blue again.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E1564-A46A-548E-A7EF-477802A7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2249333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A2E4-3349-3E45-A448-4F438CDD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dleyGrotesk-Medium"/>
                <a:ea typeface="+mj-ea"/>
                <a:cs typeface="+mj-cs"/>
              </a:rPr>
              <a:t>CSS TRANSITIONS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dleyGrotesk-Medium"/>
                <a:ea typeface="+mj-ea"/>
                <a:cs typeface="+mj-cs"/>
              </a:rPr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1384A-7863-61A6-318B-9F09ED5ED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b="0" i="1" u="none" strike="noStrike" baseline="0" dirty="0">
                <a:solidFill>
                  <a:srgbClr val="000000"/>
                </a:solidFill>
                <a:latin typeface="Birka-Italic"/>
              </a:rPr>
              <a:t>That’s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Birka"/>
              </a:rPr>
              <a:t>what CSS Transitions do.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Birka"/>
              </a:rPr>
              <a:t>They smooth out otherwise abrupt changes to property values between two states over time by filling in the frames in between.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Birka"/>
              </a:rPr>
              <a:t>Animators call that </a:t>
            </a:r>
            <a:r>
              <a:rPr lang="en-US" sz="2000" b="1" i="0" u="none" strike="noStrike" baseline="0" dirty="0" err="1">
                <a:solidFill>
                  <a:srgbClr val="009BC8"/>
                </a:solidFill>
                <a:latin typeface="Birka"/>
              </a:rPr>
              <a:t>tweening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Birka"/>
              </a:rPr>
              <a:t>. When used with reserve, CSS Transitions can add sophistication and polish to your interfaces and even improve usability.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C0800-8058-861C-F657-F3912622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2355292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8A8D-0F3F-6CE7-15D0-E73CFF4D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Transition Basics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13D43-FDD4-7113-9D1A-D929D721A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0" i="0" u="none" strike="noStrike" baseline="0" dirty="0">
                <a:latin typeface="Birka"/>
              </a:rPr>
              <a:t>When applying a transition, you have a few decisions to make, each of which is set with a CSS property:</a:t>
            </a:r>
          </a:p>
          <a:p>
            <a:pPr algn="just"/>
            <a:r>
              <a:rPr lang="en-US" sz="2000" b="0" i="0" u="none" strike="noStrike" baseline="0" dirty="0">
                <a:latin typeface="Birka"/>
              </a:rPr>
              <a:t>Which CSS property to change (</a:t>
            </a:r>
            <a:r>
              <a:rPr lang="en-US" sz="2000" b="1" i="0" u="none" strike="noStrike" baseline="0" dirty="0">
                <a:latin typeface="TheSansMonoCd-W6SemiBold"/>
              </a:rPr>
              <a:t>transition-property</a:t>
            </a:r>
            <a:r>
              <a:rPr lang="en-US" sz="2000" b="0" i="0" u="none" strike="noStrike" baseline="0" dirty="0">
                <a:latin typeface="Birka"/>
              </a:rPr>
              <a:t>) (</a:t>
            </a:r>
            <a:r>
              <a:rPr lang="en-US" sz="2000" b="0" i="1" u="none" strike="noStrike" baseline="0" dirty="0">
                <a:latin typeface="Birka-Italic"/>
              </a:rPr>
              <a:t>Required)</a:t>
            </a:r>
          </a:p>
          <a:p>
            <a:pPr algn="just"/>
            <a:r>
              <a:rPr lang="en-US" sz="2000" b="0" i="0" u="none" strike="noStrike" baseline="0" dirty="0">
                <a:latin typeface="Birka"/>
              </a:rPr>
              <a:t>How long it should take (</a:t>
            </a:r>
            <a:r>
              <a:rPr lang="en-US" sz="2000" b="1" i="0" u="none" strike="noStrike" baseline="0" dirty="0">
                <a:latin typeface="TheSansMonoCd-W6SemiBold"/>
              </a:rPr>
              <a:t>transition-duration</a:t>
            </a:r>
            <a:r>
              <a:rPr lang="en-US" sz="2000" b="0" i="0" u="none" strike="noStrike" baseline="0" dirty="0">
                <a:latin typeface="Birka"/>
              </a:rPr>
              <a:t>) </a:t>
            </a:r>
            <a:r>
              <a:rPr lang="en-US" sz="2000" b="0" i="1" u="none" strike="noStrike" baseline="0" dirty="0">
                <a:latin typeface="Birka-Italic"/>
              </a:rPr>
              <a:t>(Required)</a:t>
            </a:r>
          </a:p>
          <a:p>
            <a:pPr algn="just"/>
            <a:r>
              <a:rPr lang="en-US" sz="2000" b="0" i="0" u="none" strike="noStrike" baseline="0" dirty="0">
                <a:latin typeface="Birka"/>
              </a:rPr>
              <a:t>The manner in which the transition accelerates (</a:t>
            </a:r>
            <a:r>
              <a:rPr lang="en-US" sz="2000" b="1" i="0" u="none" strike="noStrike" baseline="0" dirty="0">
                <a:latin typeface="TheSansMonoCd-W6SemiBold"/>
              </a:rPr>
              <a:t>transition-</a:t>
            </a:r>
            <a:r>
              <a:rPr lang="en-US" sz="2000" b="1" i="0" u="none" strike="noStrike" baseline="0" dirty="0" err="1">
                <a:latin typeface="TheSansMonoCd-W6SemiBold"/>
              </a:rPr>
              <a:t>timingfunction</a:t>
            </a:r>
            <a:r>
              <a:rPr lang="en-US" sz="2000" b="0" i="0" u="none" strike="noStrike" baseline="0" dirty="0">
                <a:latin typeface="Birka"/>
              </a:rPr>
              <a:t>)</a:t>
            </a:r>
          </a:p>
          <a:p>
            <a:pPr algn="just"/>
            <a:r>
              <a:rPr lang="en-US" sz="2000" b="0" i="0" u="none" strike="noStrike" baseline="0" dirty="0">
                <a:latin typeface="Birka"/>
              </a:rPr>
              <a:t>Whether there should be a pause before it starts (</a:t>
            </a:r>
            <a:r>
              <a:rPr lang="en-US" sz="2000" b="1" i="0" u="none" strike="noStrike" baseline="0" dirty="0">
                <a:latin typeface="TheSansMonoCd-W6SemiBold"/>
              </a:rPr>
              <a:t>transition-delay</a:t>
            </a:r>
            <a:r>
              <a:rPr lang="en-US" sz="2000" b="0" i="0" u="none" strike="noStrike" baseline="0" dirty="0">
                <a:latin typeface="Birka"/>
              </a:rPr>
              <a:t>)</a:t>
            </a:r>
          </a:p>
          <a:p>
            <a:pPr algn="just"/>
            <a:r>
              <a:rPr lang="en-US" sz="2000" b="0" i="0" u="none" strike="noStrike" baseline="0" dirty="0">
                <a:latin typeface="Birka"/>
              </a:rPr>
              <a:t>Transitions require a beginning state and an end state. The element as it appears when it first loads is the beginning state.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4F71A-293D-09F0-AD7A-40186446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14597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C46794-721E-8B52-AD0F-79562BEF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Transition Basics Cont..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57B906-0D8E-5270-A7FA-999B9ADF5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4007"/>
            <a:ext cx="5181600" cy="4662956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u="none" strike="noStrike" baseline="0" dirty="0">
                <a:solidFill>
                  <a:srgbClr val="000000"/>
                </a:solidFill>
                <a:latin typeface="RidleyGrotesk-SemiBold"/>
              </a:rPr>
              <a:t>THE MARKUP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&lt;a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href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="…" class="smooth"&gt;awesomesauce&lt;/a&gt;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i="0" u="none" strike="noStrike" baseline="0" dirty="0">
                <a:solidFill>
                  <a:srgbClr val="000000"/>
                </a:solidFill>
                <a:latin typeface="RidleyGrotesk-SemiBold"/>
              </a:rPr>
              <a:t>THE STYLES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.smooth {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display: block;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text-decoration:none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text-align: center;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padding: 1em 2em;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width: 10em;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border-radius: 1.5em;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color: #fff;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background-color: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mediumblue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3D71B8"/>
                </a:solidFill>
                <a:latin typeface="TheSansMonoCd-W5Regular"/>
              </a:rPr>
              <a:t>transition-property: background-color;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3D71B8"/>
                </a:solidFill>
                <a:latin typeface="TheSansMonoCd-W5Regular"/>
              </a:rPr>
              <a:t>transition-duration: 0.3s;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.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smooth:hover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, .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smooth:focus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background-color: red;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sz="1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06DACB-A761-7829-6A50-87C9789072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1892" y="1514007"/>
            <a:ext cx="3867462" cy="4422098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6DBC6C-BBA1-1D63-475F-DE433435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236093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B56102-9829-2612-0AC4-4FA68E8D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Specifying the property</a:t>
            </a:r>
            <a:endParaRPr lang="en-US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A33C9-6424-CB45-1050-A5F742A27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F8941E"/>
                </a:solidFill>
                <a:latin typeface="TheSansMonoCd-W6SemiBold"/>
              </a:rPr>
              <a:t>transition-property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Values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SourceSansPro-It"/>
              </a:rPr>
              <a:t>property-name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all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none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Default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all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Applies to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all elements,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:before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:after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pseudo-elements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Inherits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no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56A5C9-DB07-9F44-C775-A4542526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244995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ED99-3472-7757-5086-ADE888566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How long should it take?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5D3DC-F416-461E-73D3-A86F7523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F8941E"/>
                </a:solidFill>
                <a:latin typeface="TheSansMonoCd-W6SemiBold"/>
              </a:rPr>
              <a:t>transition-duration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Values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SourceSansPro-It"/>
              </a:rPr>
              <a:t>time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Default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0s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Applies to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all elements,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:before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:after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pseudo-elements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Inherits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no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C46C7-ABED-AB9E-E9CF-3D5E7E04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68355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D5AB-1F88-27A6-54C9-254D3A00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3931"/>
          </a:xfrm>
        </p:spPr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Timing Functions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56BA-46B5-65B9-8722-326B80660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056"/>
            <a:ext cx="10515600" cy="473790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F8941E"/>
                </a:solidFill>
                <a:latin typeface="TheSansMonoCd-W6SemiBold"/>
              </a:rPr>
              <a:t>transition-timing-function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Values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ease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linear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ease-in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ease-out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ease-in-out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step-start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step-end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steps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cubic-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bezier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#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,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#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,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#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,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#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)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Default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ease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Applies to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all elements,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:before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:after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pseudo-elements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Inherit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s: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no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If I set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transition-timing-function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to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ease-in-out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, the transition will start out slow, then speed up, then slow down again as it comes to the end state.</a:t>
            </a: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4SemiLight"/>
              </a:rPr>
              <a:t>.smooth {</a:t>
            </a: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4SemiLight"/>
              </a:rPr>
              <a:t>…</a:t>
            </a: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transition-property: background-color;</a:t>
            </a: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transition-duration: 0.3s;</a:t>
            </a: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3D71B8"/>
                </a:solidFill>
                <a:latin typeface="TheSansMonoCd-W5Regular"/>
              </a:rPr>
              <a:t>transition-timing-function: ease-in-out;</a:t>
            </a: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sz="1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C5467-EFE9-14F9-A332-DEAE7BBBE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199187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B105-C367-129B-3DAB-1D335D2E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4009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Timing Functions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B223F-5313-4435-815C-AC5925F8E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026"/>
            <a:ext cx="10515600" cy="4692937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b="0" i="0" u="none" strike="noStrike" baseline="0" dirty="0">
                <a:latin typeface="Birka"/>
              </a:rPr>
              <a:t>The </a:t>
            </a:r>
            <a:r>
              <a:rPr lang="en-US" sz="1800" b="1" i="0" u="none" strike="noStrike" baseline="0" dirty="0">
                <a:latin typeface="TheSansMonoCd-W6SemiBold"/>
              </a:rPr>
              <a:t>transition-timing-function </a:t>
            </a:r>
            <a:r>
              <a:rPr lang="en-US" sz="1800" b="0" i="0" u="none" strike="noStrike" baseline="0" dirty="0">
                <a:latin typeface="Birka"/>
              </a:rPr>
              <a:t>property takes one of the following keyword values: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ease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Starts slowly, accelerates quickly, and then slows down at the end. This is the default value and works just fine for most short transitions.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linear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Stays consistent from the transition’s beginning to end. Because it is so consistent, some say it has a mechanical feeling.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ease-in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Starts slowly, then speeds up.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ease-out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Starts out fast, then slows down.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ease-in-out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Starts slowly, speeds up, and then slows down again at the very end. It is similar to </a:t>
            </a:r>
            <a:r>
              <a:rPr lang="en-US" sz="1800" b="1" i="0" u="none" strike="noStrike" baseline="0" dirty="0">
                <a:latin typeface="TheSansMonoCd-W6SemiBold"/>
              </a:rPr>
              <a:t>ease</a:t>
            </a:r>
            <a:r>
              <a:rPr lang="en-US" sz="1800" b="0" i="0" u="none" strike="noStrike" baseline="0" dirty="0">
                <a:latin typeface="Birka"/>
              </a:rPr>
              <a:t>, but with less pronounced acceleration in the middle.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DF6D3-7C81-ED89-8924-2C41036A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2849933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5FD5-261D-6DB0-839D-308B9D8F4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573"/>
          </a:xfrm>
        </p:spPr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Setting a Delay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AD6DF-F23F-6A3F-4A6B-D8DF41355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085"/>
            <a:ext cx="10515600" cy="4782878"/>
          </a:xfrm>
        </p:spPr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F8941E"/>
                </a:solidFill>
                <a:latin typeface="TheSansMonoCd-W6SemiBold"/>
              </a:rPr>
              <a:t>transition-delay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Values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SourceSansPro-It"/>
              </a:rPr>
              <a:t>time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Default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0s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Applies to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all elements,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:before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:after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pseudo-elements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Inherit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s: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no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transition-delay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property, as you might guess, delays the start of the animation by a specified amount of time.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 In the following example, the background color transition starts .2 seconds after the pointer moves over the link.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.smooth {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…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transition-property: background-color;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transition-duration: 0.3s;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transition-timing-function: ease-in-out;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transition-delay: 0.2s;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D26D4-A55D-8FC2-BF9A-8C4EB557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426615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C8868-B729-8653-7688-073B1E02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</p:spPr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The Shorthand transition Property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E93BF-4E0F-1AD2-821B-2E2B39E0D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036"/>
            <a:ext cx="10515600" cy="4707927"/>
          </a:xfrm>
        </p:spPr>
        <p:txBody>
          <a:bodyPr>
            <a:normAutofit/>
          </a:bodyPr>
          <a:lstStyle/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You’ve seen this sort of thing with the shorthand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border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property. Here is the syntax:</a:t>
            </a:r>
          </a:p>
          <a:p>
            <a:pPr algn="just"/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: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property duration timing-function delay;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values for each of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transition-*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properties are listed out, separated by character spaces. The order isn’t important as long as the duration (which is required) appears before delay (which is optional). 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If you provide only one time value, it will be assumed to be the duration.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Using the blue-to-red link example, we could combine the four transition properties we’ve applied so far into this one line: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.smooth {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…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3D71B8"/>
                </a:solidFill>
                <a:latin typeface="TheSansMonoCd-W5Regular"/>
              </a:rPr>
              <a:t>transition: background-color 0.3s ease-in-out 0.2s;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E7F7-9CE0-6040-418B-9EF8B2D1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844864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33DB-1B64-9F48-0BCD-821C29C1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796"/>
          </a:xfrm>
        </p:spPr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Applying Multiple Transitions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582DD-BA6C-4003-ADC2-611F7A0C1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4046"/>
            <a:ext cx="5787452" cy="4722917"/>
          </a:xfrm>
        </p:spPr>
        <p:txBody>
          <a:bodyPr/>
          <a:lstStyle/>
          <a:p>
            <a:pPr algn="just"/>
            <a:r>
              <a:rPr lang="en-US" sz="1800" b="0" i="0" u="none" strike="noStrike" baseline="0" dirty="0">
                <a:latin typeface="Birka"/>
              </a:rPr>
              <a:t>So far, we’ve changed only one property at a time, but it is possible to transition several properties at once. </a:t>
            </a:r>
          </a:p>
          <a:p>
            <a:pPr algn="just"/>
            <a:r>
              <a:rPr lang="en-US" sz="1800" b="0" i="0" u="none" strike="noStrike" baseline="0" dirty="0">
                <a:latin typeface="Birka"/>
              </a:rPr>
              <a:t>Let’s go back to the “awesomesauce” link example. </a:t>
            </a:r>
          </a:p>
          <a:p>
            <a:pPr algn="just"/>
            <a:r>
              <a:rPr lang="en-US" sz="1800" b="0" i="0" u="none" strike="noStrike" baseline="0" dirty="0">
                <a:latin typeface="Birka"/>
              </a:rPr>
              <a:t>This time, in addition to changing from blue to red, I’d like the </a:t>
            </a:r>
            <a:r>
              <a:rPr lang="en-US" sz="1800" b="1" i="0" u="none" strike="noStrike" baseline="0" dirty="0">
                <a:latin typeface="TheSansMonoCd-W6SemiBold"/>
              </a:rPr>
              <a:t>letter-spacing </a:t>
            </a:r>
            <a:r>
              <a:rPr lang="en-US" sz="1800" b="0" i="0" u="none" strike="noStrike" baseline="0" dirty="0">
                <a:latin typeface="Birka"/>
              </a:rPr>
              <a:t>to increase a bit. </a:t>
            </a:r>
          </a:p>
          <a:p>
            <a:pPr algn="just"/>
            <a:r>
              <a:rPr lang="en-US" sz="1800" b="0" i="0" u="none" strike="noStrike" baseline="0" dirty="0">
                <a:latin typeface="Birka"/>
              </a:rPr>
              <a:t>I also want the text color to change to black, but more slowly than the other animations.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0A3DB-C0DB-46D2-C4AA-B24CD2B0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C1C38-39CD-374F-0423-88298BF18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09" y="1454046"/>
            <a:ext cx="4114799" cy="455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71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A65B-CC93-4582-610F-E6BA681D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9019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Applying Multiple Transitions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A2780-7589-059E-8A94-F0D5F992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026"/>
            <a:ext cx="10515600" cy="4692937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One way to do this is to list all of the values for each property separated by commas, as shown in this example: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.smooth {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…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transition-property: 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background-color, color, letter-spacing;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transition-duration: 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0.3s, 2s, 0.3s;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transition-timing-function: 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ease-out, ease-in, ease-out;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.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smooth:hover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, .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smooth:focus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background-color: red;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letter-spacing: 3px;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color: black;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ADA10-3B3B-74CC-B484-23962AC6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903257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FE0C3-801F-7C69-F9FD-1C4BC4A5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9098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Applying Multiple Transitions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11F6C-A997-C58A-1808-F87F8FDB3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928"/>
            <a:ext cx="10515600" cy="4543035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Birka"/>
              </a:rPr>
              <a:t>You can line up values for the shorthand </a:t>
            </a:r>
            <a:r>
              <a:rPr lang="en-US" sz="1800" b="1" i="0" u="none" strike="noStrike" baseline="0" dirty="0">
                <a:latin typeface="TheSansMonoCd-W6SemiBold"/>
              </a:rPr>
              <a:t>transition </a:t>
            </a:r>
            <a:r>
              <a:rPr lang="en-US" sz="1800" b="0" i="0" u="none" strike="noStrike" baseline="0" dirty="0">
                <a:latin typeface="Birka"/>
              </a:rPr>
              <a:t>property as well. 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The same set of styles we just saw could also be written as follows: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.smooth {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…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transition: </a:t>
            </a:r>
            <a:r>
              <a:rPr lang="en-US" b="0" i="0" u="none" strike="noStrike" baseline="0" dirty="0">
                <a:solidFill>
                  <a:srgbClr val="3D71B8"/>
                </a:solidFill>
                <a:latin typeface="TheSansMonoCd-W5Regular"/>
              </a:rPr>
              <a:t>background-color 0.3s ease-out,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3D71B8"/>
                </a:solidFill>
                <a:latin typeface="TheSansMonoCd-W5Regular"/>
              </a:rPr>
              <a:t>color 2s ease-in,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3D71B8"/>
                </a:solidFill>
                <a:latin typeface="TheSansMonoCd-W5Regular"/>
              </a:rPr>
              <a:t>letter-spacing 0.3s ease-out;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C97C7-5DE5-BA2C-43CC-3867AE40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148196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BE8E-D669-4219-A3FA-E7266A338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9019"/>
          </a:xfrm>
        </p:spPr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A Transition for All Occasions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52550-08AC-F71F-A056-669C3F78D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987"/>
            <a:ext cx="10515600" cy="4632976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For cases when you want the same duration, timing function, and delay to apply to all transitions that might occur on an element, use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all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value for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transition-property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In the following example, I’ve specified that any property that might change for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.smooth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element should last .2 seconds and animate via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ease-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inout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function.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.smooth {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…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transition: 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all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0.2s ease-in-out;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For user interface changes, a short, subtle transition is often all you need for all your transitions, so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all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value will come in handy.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994BD-A503-FBBE-D97C-2705B5BD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592017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AD12-C52B-FEC5-16CF-90AF8C4DC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RidleyGrotesk-Medium"/>
              </a:rPr>
              <a:t>CSS TRANSFORMS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C636-32A8-54F8-3532-169D3DD78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F8941E"/>
                </a:solidFill>
                <a:latin typeface="TheSansMonoCd-W6SemiBold"/>
              </a:rPr>
              <a:t>transform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Values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rotate()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rotateX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rotateY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rotateZ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rotate3d()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translate()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translateX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translateY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scale()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scaleX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scaleY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skew()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skewX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5Regular"/>
              </a:rPr>
              <a:t>skewY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none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Default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none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Applies to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transformable elements (see sidebar)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Inherits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no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9B726-92F1-B52A-3B5A-5296DFE8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1539404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CB94-E20B-8985-339B-517AC547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dleyGrotesk-Medium"/>
                <a:ea typeface="+mj-ea"/>
                <a:cs typeface="+mj-cs"/>
              </a:rPr>
              <a:t>CSS TRANSFORMS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824F-7FB1-0DA2-D78D-AC847C37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Birka"/>
              </a:rPr>
              <a:t>a representation of four two-dimensional transform functions:</a:t>
            </a:r>
          </a:p>
          <a:p>
            <a:pPr algn="l"/>
            <a:r>
              <a:rPr lang="en-US" sz="1800" b="1" i="0" u="none" strike="noStrike" baseline="0" dirty="0">
                <a:latin typeface="TheSansMonoCd-W6SemiBold"/>
              </a:rPr>
              <a:t>rotate()</a:t>
            </a:r>
            <a:r>
              <a:rPr lang="en-US" sz="1800" b="0" i="0" u="none" strike="noStrike" baseline="0" dirty="0">
                <a:latin typeface="Birka"/>
              </a:rPr>
              <a:t>, </a:t>
            </a:r>
            <a:r>
              <a:rPr lang="en-US" sz="1800" b="1" i="0" u="none" strike="noStrike" baseline="0" dirty="0">
                <a:latin typeface="TheSansMonoCd-W6SemiBold"/>
              </a:rPr>
              <a:t>translate()</a:t>
            </a:r>
            <a:r>
              <a:rPr lang="en-US" sz="1800" b="0" i="0" u="none" strike="noStrike" baseline="0" dirty="0">
                <a:latin typeface="Birka"/>
              </a:rPr>
              <a:t>, </a:t>
            </a:r>
            <a:r>
              <a:rPr lang="en-US" sz="1800" b="1" i="0" u="none" strike="noStrike" baseline="0" dirty="0">
                <a:latin typeface="TheSansMonoCd-W6SemiBold"/>
              </a:rPr>
              <a:t>scale()</a:t>
            </a:r>
            <a:r>
              <a:rPr lang="en-US" sz="1800" b="0" i="0" u="none" strike="noStrike" baseline="0" dirty="0">
                <a:latin typeface="Birka"/>
              </a:rPr>
              <a:t>, and </a:t>
            </a:r>
            <a:r>
              <a:rPr lang="en-US" sz="1800" b="1" i="0" u="none" strike="noStrike" baseline="0" dirty="0">
                <a:latin typeface="TheSansMonoCd-W6SemiBold"/>
              </a:rPr>
              <a:t>skew() </a:t>
            </a:r>
            <a:r>
              <a:rPr lang="en-US" sz="1800" b="0" i="0" u="none" strike="noStrike" baseline="0" dirty="0">
                <a:latin typeface="Birka"/>
              </a:rPr>
              <a:t>(see </a:t>
            </a:r>
            <a:r>
              <a:rPr lang="en-US" sz="1800" b="0" i="0" u="none" strike="noStrike" baseline="0" dirty="0">
                <a:latin typeface="SourceSansPro-Semibold"/>
              </a:rPr>
              <a:t>Note</a:t>
            </a:r>
            <a:r>
              <a:rPr lang="en-US" sz="1800" b="0" i="0" u="none" strike="noStrike" baseline="0" dirty="0">
                <a:latin typeface="Birka"/>
              </a:rPr>
              <a:t>). 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The dashed outline shows the element’s original position.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2FFA9-AA7A-A895-6B55-30501D29F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850" y="3229661"/>
            <a:ext cx="9461983" cy="234668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ADD0E-325B-2CD6-4D16-BB8AA06E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2514939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5336-E1F5-BD1A-468F-F0CF75E5F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Transforming the Angle (rotate)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265B7-560D-78C3-5D2A-791C78792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image in </a:t>
            </a:r>
            <a:r>
              <a:rPr lang="en-US" sz="1800" b="0" i="0" u="none" strike="noStrike" baseline="0" dirty="0">
                <a:solidFill>
                  <a:srgbClr val="009BC8"/>
                </a:solidFill>
                <a:latin typeface="RidleyGrotesk-Medium"/>
              </a:rPr>
              <a:t>FIGURE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has been rotated –10 degrees (350 degrees) with the following style rule.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tinted image shows the element’s original position for reference.</a:t>
            </a:r>
          </a:p>
          <a:p>
            <a:pPr marL="457200" lvl="1" indent="0">
              <a:buNone/>
            </a:pPr>
            <a:r>
              <a:rPr lang="en-US" sz="1800" i="0" u="none" strike="noStrike" baseline="0" dirty="0" err="1">
                <a:solidFill>
                  <a:srgbClr val="000000"/>
                </a:solidFill>
                <a:latin typeface="TheSansMonoCd-W4SemiLight"/>
              </a:rPr>
              <a:t>img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457200" lvl="1" indent="0">
              <a:buNone/>
            </a:pPr>
            <a:r>
              <a:rPr lang="en-US" sz="1800" i="0" u="none" strike="noStrike" baseline="0" dirty="0">
                <a:solidFill>
                  <a:srgbClr val="000000"/>
                </a:solidFill>
                <a:latin typeface="TheSansMonoCd-W4SemiLight"/>
              </a:rPr>
              <a:t>width: 400px;</a:t>
            </a:r>
          </a:p>
          <a:p>
            <a:pPr marL="457200" lvl="1" indent="0">
              <a:buNone/>
            </a:pPr>
            <a:r>
              <a:rPr lang="en-US" sz="1800" i="0" u="none" strike="noStrike" baseline="0" dirty="0">
                <a:solidFill>
                  <a:srgbClr val="000000"/>
                </a:solidFill>
                <a:latin typeface="TheSansMonoCd-W4SemiLight"/>
              </a:rPr>
              <a:t>height: 300px;</a:t>
            </a:r>
          </a:p>
          <a:p>
            <a:pPr marL="457200" lvl="1" indent="0">
              <a:buNone/>
            </a:pPr>
            <a:r>
              <a:rPr lang="en-US" sz="1800" i="0" u="none" strike="noStrike" baseline="0" dirty="0">
                <a:solidFill>
                  <a:srgbClr val="3D71B8"/>
                </a:solidFill>
                <a:latin typeface="TheSansMonoCd-W5Regular"/>
              </a:rPr>
              <a:t>transform: rotate(-10deg);</a:t>
            </a:r>
          </a:p>
          <a:p>
            <a:pPr marL="457200" lvl="1" indent="0">
              <a:buNone/>
            </a:pPr>
            <a:r>
              <a:rPr lang="en-US" sz="180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A4ACA-0E77-9480-75FE-C1D54957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265" y="2784493"/>
            <a:ext cx="3534824" cy="28581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F092D-8045-A372-8271-5819D52F7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411257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552B-2B4E-4D3C-9853-39052BCE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Transforming the Angle (rotate)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FD24D-25EF-C726-560D-6E73B910A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F8941E"/>
                </a:solidFill>
                <a:latin typeface="TheSansMonoCd-W6SemiBold"/>
              </a:rPr>
              <a:t>transform-origin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Values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SourceSansPro-It"/>
              </a:rPr>
              <a:t>percentage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SourceSansPro-It"/>
              </a:rPr>
              <a:t>length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left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center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right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top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|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bottom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Default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5Regular"/>
              </a:rPr>
              <a:t>50% 50%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Applies to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transformable elements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SourceSansPro-Semibold"/>
              </a:rPr>
              <a:t>Inherits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Regular"/>
              </a:rPr>
              <a:t>no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A924A-2F89-029E-4A18-AEB38BCC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469" y="365125"/>
            <a:ext cx="2393059" cy="612570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74526-4FD6-8615-46DA-49A65017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260832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A772-3B93-F502-BD88-99BD7C181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13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SourceSansPro-Semibold"/>
              </a:rPr>
              <a:t>Transforming the Position (translate)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40FB-D573-6F2A-CC2A-CCD4F3DC3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3956"/>
            <a:ext cx="10515600" cy="4963008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Another thing you can do with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transform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property is give the element’s rendering a new location on the page by using one of three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translate()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functions, as shown in the examples in </a:t>
            </a:r>
            <a:r>
              <a:rPr lang="en-US" sz="1800" b="0" i="0" u="none" strike="noStrike" baseline="0" dirty="0">
                <a:solidFill>
                  <a:srgbClr val="009BC8"/>
                </a:solidFill>
                <a:latin typeface="RidleyGrotesk-Medium"/>
              </a:rPr>
              <a:t>FIGURE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translateX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function allows you to move an element on a horizontal axis;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translateY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is for moving along the vertical axis; 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translate()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combines both x and y values.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transform: </a:t>
            </a:r>
            <a:r>
              <a:rPr lang="en-US" sz="1800" b="0" i="0" u="none" strike="noStrike" baseline="0" dirty="0" err="1">
                <a:solidFill>
                  <a:srgbClr val="3D71B8"/>
                </a:solidFill>
                <a:latin typeface="TheSansMonoCd-W5Regular"/>
              </a:rPr>
              <a:t>translateX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(50px)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transform: </a:t>
            </a:r>
            <a:r>
              <a:rPr lang="en-US" sz="1800" b="0" i="0" u="none" strike="noStrike" baseline="0" dirty="0" err="1">
                <a:solidFill>
                  <a:srgbClr val="3D71B8"/>
                </a:solidFill>
                <a:latin typeface="TheSansMonoCd-W5Regular"/>
              </a:rPr>
              <a:t>translateY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(25px)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transform: 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translate(50px, 25px)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; </a:t>
            </a:r>
            <a:r>
              <a:rPr lang="en-US" sz="1800" b="0" i="0" u="none" strike="noStrike" baseline="0" dirty="0">
                <a:solidFill>
                  <a:srgbClr val="818385"/>
                </a:solidFill>
                <a:latin typeface="TheSansMonoCd-W4SemiLight"/>
              </a:rPr>
              <a:t>/* (</a:t>
            </a:r>
            <a:r>
              <a:rPr lang="en-US" sz="1800" b="0" i="0" u="none" strike="noStrike" baseline="0" dirty="0" err="1">
                <a:solidFill>
                  <a:srgbClr val="818385"/>
                </a:solidFill>
                <a:latin typeface="TheSansMonoCd-W4SemiLight"/>
              </a:rPr>
              <a:t>translateX</a:t>
            </a:r>
            <a:r>
              <a:rPr lang="en-US" sz="1800" b="0" i="0" u="none" strike="noStrike" baseline="0" dirty="0">
                <a:solidFill>
                  <a:srgbClr val="818385"/>
                </a:solidFill>
                <a:latin typeface="TheSansMonoCd-W4SemiLight"/>
              </a:rPr>
              <a:t>, </a:t>
            </a:r>
            <a:r>
              <a:rPr lang="en-US" sz="1800" b="0" i="0" u="none" strike="noStrike" baseline="0" dirty="0" err="1">
                <a:solidFill>
                  <a:srgbClr val="818385"/>
                </a:solidFill>
                <a:latin typeface="TheSansMonoCd-W4SemiLight"/>
              </a:rPr>
              <a:t>translateY</a:t>
            </a:r>
            <a:r>
              <a:rPr lang="en-US" sz="1800" b="0" i="0" u="none" strike="noStrike" baseline="0" dirty="0">
                <a:solidFill>
                  <a:srgbClr val="818385"/>
                </a:solidFill>
                <a:latin typeface="TheSansMonoCd-W4SemiLight"/>
              </a:rPr>
              <a:t>) */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1BD47-5604-D3E7-2ECB-DB6DBAEA2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539" y="3589068"/>
            <a:ext cx="5535689" cy="267759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A2802-CCFB-4871-7FFB-8A31CA19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01108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C062-03B7-020F-7F11-6588EB43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17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SourceSansPro-Semibold"/>
              </a:rPr>
              <a:t>Transforming the Size (scale)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A663-FD32-B3B2-957F-406CD4A46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302"/>
            <a:ext cx="10515600" cy="5112661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Make an element appear larger or smaller by using one of three scale functions:</a:t>
            </a:r>
          </a:p>
          <a:p>
            <a:pPr algn="l"/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scaleX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(horizontal),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scaleY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(vertical), and the shorthand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scale()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value is a unitless number that specifies a size ratio. This example makes an image 150% its original width: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img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transform: </a:t>
            </a:r>
            <a:r>
              <a:rPr lang="en-US" sz="1800" b="0" i="0" u="none" strike="noStrike" baseline="0" dirty="0" err="1">
                <a:solidFill>
                  <a:srgbClr val="3D71B8"/>
                </a:solidFill>
                <a:latin typeface="TheSansMonoCd-W5Regular"/>
              </a:rPr>
              <a:t>scaleX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(1.5)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scale()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shorthand lists a value for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scaleX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and a value for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scaleY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 This example makes an element twice as wide but half as tall as the original: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img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transform: </a:t>
            </a:r>
            <a:r>
              <a:rPr lang="en-US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scale(2, .5)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AF6F0-42FE-FAC6-0289-D31837A4C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659" y="4108942"/>
            <a:ext cx="6281568" cy="206802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88A47-1A93-C260-E629-16C1DB714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1058515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BF8B-7841-9E7D-0C78-3230252D5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SourceSansPro-Semibold"/>
              </a:rPr>
              <a:t>Making It Slanty (skew)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88E7D-0AA2-C99F-9772-927436EEA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9074"/>
            <a:ext cx="6806784" cy="4947275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quirky collection of skew properties—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skewX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()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,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skewY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()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, and the shorthand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skew()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—changes the angle of either the horizontal or vertical axis (or both axes) by a specified number of degrees. As for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translate()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, if you provide only one value, it is used for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skewX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()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, and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heSansMonoCd-W6SemiBold"/>
              </a:rPr>
              <a:t>skewY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()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will be set to zero.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best way to get an idea of how skewing works is to take a look at some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examples (</a:t>
            </a:r>
            <a:r>
              <a:rPr lang="en-US" sz="1800" b="0" i="0" u="none" strike="noStrike" baseline="0" dirty="0">
                <a:solidFill>
                  <a:srgbClr val="009BC8"/>
                </a:solidFill>
                <a:latin typeface="RidleyGrotesk-Medium"/>
              </a:rPr>
              <a:t>FIGURE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):</a:t>
            </a:r>
          </a:p>
          <a:p>
            <a:pPr marL="457200" lvl="1" indent="0">
              <a:buNone/>
            </a:pPr>
            <a:r>
              <a:rPr lang="en-US" sz="1700" b="0" i="0" u="none" strike="noStrike" baseline="0" dirty="0">
                <a:solidFill>
                  <a:srgbClr val="000000"/>
                </a:solidFill>
                <a:latin typeface="TheSansMonoCd-W4SemiLight"/>
              </a:rPr>
              <a:t>a </a:t>
            </a:r>
            <a:r>
              <a:rPr lang="en-US" sz="17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img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457200" lvl="1" indent="0">
              <a:buNone/>
            </a:pPr>
            <a:r>
              <a:rPr lang="en-US" sz="17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transform: </a:t>
            </a:r>
            <a:r>
              <a:rPr lang="en-US" sz="1700" b="0" i="0" u="none" strike="noStrike" baseline="0" dirty="0" err="1">
                <a:solidFill>
                  <a:srgbClr val="3D71B8"/>
                </a:solidFill>
                <a:latin typeface="TheSansMonoCd-W5Regular"/>
              </a:rPr>
              <a:t>skewX</a:t>
            </a:r>
            <a:r>
              <a:rPr lang="en-US" sz="1700" b="0" i="0" u="none" strike="noStrike" baseline="0" dirty="0">
                <a:solidFill>
                  <a:srgbClr val="3D71B8"/>
                </a:solidFill>
                <a:latin typeface="TheSansMonoCd-W5Regular"/>
              </a:rPr>
              <a:t>(15deg)</a:t>
            </a:r>
            <a:r>
              <a:rPr lang="en-US" sz="17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457200" lvl="1" indent="0">
              <a:buNone/>
            </a:pPr>
            <a:r>
              <a:rPr lang="en-US" sz="17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marL="457200" lvl="1" indent="0">
              <a:buNone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a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img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457200" lvl="1" indent="0">
              <a:buNone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transform: </a:t>
            </a:r>
            <a:r>
              <a:rPr lang="en-US" sz="1400" b="0" i="0" u="none" strike="noStrike" baseline="0" dirty="0" err="1">
                <a:solidFill>
                  <a:srgbClr val="3D71B8"/>
                </a:solidFill>
                <a:latin typeface="TheSansMonoCd-W5Regular"/>
              </a:rPr>
              <a:t>skewY</a:t>
            </a:r>
            <a:r>
              <a:rPr lang="en-US" sz="1400" b="0" i="0" u="none" strike="noStrike" baseline="0" dirty="0">
                <a:solidFill>
                  <a:srgbClr val="3D71B8"/>
                </a:solidFill>
                <a:latin typeface="TheSansMonoCd-W5Regular"/>
              </a:rPr>
              <a:t>(30deg)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457200" lvl="1" indent="0">
              <a:buNone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marL="457200" lvl="1" indent="0">
              <a:buNone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a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img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457200" lvl="1" indent="0">
              <a:buNone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transform: </a:t>
            </a:r>
            <a:r>
              <a:rPr lang="en-US" sz="1400" b="0" i="0" u="none" strike="noStrike" baseline="0" dirty="0">
                <a:solidFill>
                  <a:srgbClr val="3D71B8"/>
                </a:solidFill>
                <a:latin typeface="TheSansMonoCd-W5Regular"/>
              </a:rPr>
              <a:t>skew(15deg, 30deg)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457200" lvl="1" indent="0">
              <a:buNone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E1F98-E4AD-E483-2771-AF777225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CBC5D-009A-F8FF-79A1-1871DAB80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024" y="1240711"/>
            <a:ext cx="288735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56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86986-EB6C-4179-5CCA-3E99B5F2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13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SourceSansPro-Semibold"/>
              </a:rPr>
              <a:t>Applying Multiple Transforms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5DAEB-7073-BFA6-CAEF-5AB11DCF8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144"/>
            <a:ext cx="10515600" cy="4872819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It is possible to apply more than one transform to a single element by listing out the functions and their values, separated by spaces, like this: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4SemiLight"/>
              </a:rPr>
              <a:t>transform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: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function(value) function(value);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In the example in </a:t>
            </a:r>
            <a:r>
              <a:rPr lang="en-US" sz="1800" b="0" i="0" u="none" strike="noStrike" baseline="0" dirty="0">
                <a:solidFill>
                  <a:srgbClr val="009BC8"/>
                </a:solidFill>
                <a:latin typeface="RidleyGrotesk-Medium"/>
              </a:rPr>
              <a:t>FIGURE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, I’ve made the forest image get larger, tilt a little, and move down and to the right when the mouse is over it or when it is in focus: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img:hover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img:focus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914400" lvl="2" indent="0">
              <a:buNone/>
            </a:pPr>
            <a:r>
              <a:rPr lang="nb-NO" sz="1800" b="0" i="0" u="none" strike="noStrike" baseline="0" dirty="0">
                <a:solidFill>
                  <a:srgbClr val="3D71B8"/>
                </a:solidFill>
                <a:latin typeface="TheSansMonoCd-W5Regular"/>
              </a:rPr>
              <a:t>transform: scale(1.5) rotate(-5deg) translate(50px,30px);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A63DD-7397-00BD-217A-CDC7C881B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568" y="3740553"/>
            <a:ext cx="5025698" cy="234896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9A5BE-BADA-8DEA-C2A1-E9491C75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4115878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015C-4267-6C05-0304-D25480AA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9196"/>
          </a:xfrm>
        </p:spPr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RidleyGrotesk-Medium"/>
              </a:rPr>
              <a:t>KEYFRAME ANIMATION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2644D-1EF8-9E8C-1D11-CF213D676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322"/>
            <a:ext cx="10515600" cy="5142641"/>
          </a:xfrm>
        </p:spPr>
        <p:txBody>
          <a:bodyPr/>
          <a:lstStyle/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CSS Animations Module allows authors to create real, honest-to-goodness keyframe animation. 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9BC8"/>
                </a:solidFill>
                <a:latin typeface="RidleyGrotesk-Medium"/>
              </a:rPr>
              <a:t>FIGURE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shows just a few examples that you can see in action online. Unlike transitions that go from a beginning state to an end state, keyframe animation allows you to explicitly specify other states at points along the way, allowing for more granular control of the action.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Those “points along the way” are established by </a:t>
            </a:r>
            <a:r>
              <a:rPr lang="en-US" sz="1800" b="0" i="0" u="none" strike="noStrike" baseline="0" dirty="0">
                <a:solidFill>
                  <a:srgbClr val="009BC8"/>
                </a:solidFill>
                <a:latin typeface="Birka"/>
              </a:rPr>
              <a:t>keyframes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that define the beginning or end of a segment of animation.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47CE5-557E-5834-E42C-6D6294C8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FF0568-A800-70F3-2CEE-C0575F75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315" y="2707837"/>
            <a:ext cx="5131187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6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ECD1-1EB3-0308-CBDA-C8416B31C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068"/>
          </a:xfrm>
        </p:spPr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Establishing the Keyframes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4E2C6-F29E-4B5B-4C2D-5E4989096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193"/>
            <a:ext cx="10515600" cy="4947769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animation process has two parts: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1. Establish the keyframes with a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@keyframes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rule.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2. Add the animation properties to the elements that will be animated.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Here is a very simple set of keyframes that changes the background color of an element over time.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It’s not a very action-packed animation, but it should give you a basic understanding of what a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@keyframes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rule does.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@keyframes </a:t>
            </a:r>
            <a:r>
              <a:rPr lang="en-US" b="0" i="0" u="none" strike="noStrike" baseline="0" dirty="0">
                <a:solidFill>
                  <a:srgbClr val="3D71B8"/>
                </a:solidFill>
                <a:latin typeface="TheSansMonoCd-W5Regular"/>
              </a:rPr>
              <a:t>colors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{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0% { background-color: red; }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20% { background-color: orange; }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40% { background-color: yellow; }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60% { background-color: green; }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80% { background-color: blue; }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100% { background-color: purple; }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D1792-BC1D-FA24-6DC9-C1C9FE3C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871707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6CBD-1239-3913-1BCD-9741533F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068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Establishing the Keyframes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BE692-577E-1413-D6CD-695A43D4A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194"/>
            <a:ext cx="10515600" cy="4947769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keyframes at-rule identifies the name of the animation, the stages of the animation represented by percentage (%) values, and the CSS properties that are affected for each stage. Here’s what a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@keyframes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rule looks like abstracted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down to its syntax: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@keyframes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animation-name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{</a:t>
            </a:r>
          </a:p>
          <a:p>
            <a:pPr marL="0" indent="0" algn="l">
              <a:buNone/>
            </a:pP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keyframe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{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heSansMonoCd-W4SemiLightItalic"/>
              </a:rPr>
              <a:t>property: value;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818385"/>
                </a:solidFill>
                <a:latin typeface="TheSansMonoCd-W4SemiLight"/>
              </a:rPr>
              <a:t>/* additional keyframes */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sample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@keyframes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rule says: create an animation sequence called “colors.”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At the beginning of the animation,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background-color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of the element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    should be red; at 20% through the animation runtime, the background color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     should be orange; and so on, until it reaches the end of the animation.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browser fills in all the shades of color in between each keyframe (or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Birka-Italic"/>
              </a:rPr>
              <a:t>tweens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it,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     to use the lingo). This is represented the best I could in </a:t>
            </a:r>
            <a:r>
              <a:rPr lang="en-US" sz="1800" b="0" i="0" u="none" strike="noStrike" baseline="0" dirty="0">
                <a:solidFill>
                  <a:srgbClr val="009BC8"/>
                </a:solidFill>
                <a:latin typeface="RidleyGrotesk-Medium"/>
              </a:rPr>
              <a:t>FIGURE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ourceSansPro-Semibold"/>
              </a:rPr>
              <a:t>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09F2-E56A-5433-A89F-A000A43D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EC048A-8C97-65C0-C0C7-E44F31FC3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185" y="2009698"/>
            <a:ext cx="2524477" cy="407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94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DABB-B7BC-F95B-FDD7-44346D8A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Establishing the Keyframes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7507-4F3C-D04C-FE12-481AD04E3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As an alternative to percentages, you can use the keyword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from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for the start of an animation sequence (equivalent to 0%) and the keyword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heSansMonoCd-W6SemiBold"/>
              </a:rPr>
              <a:t>to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for denoting the end (100%).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Birka"/>
              </a:rPr>
              <a:t>The following example makes an element slide in from right to left as the left margin reduces to 0:</a:t>
            </a:r>
          </a:p>
          <a:p>
            <a:pPr marL="0" indent="0" algn="l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Birka"/>
            </a:endParaRP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@keyframe slide {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3D71B8"/>
                </a:solidFill>
                <a:latin typeface="TheSansMonoCd-W5Regular"/>
              </a:rPr>
              <a:t>from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{ margin-left: 100% }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3D71B8"/>
                </a:solidFill>
                <a:latin typeface="TheSansMonoCd-W5Regular"/>
              </a:rPr>
              <a:t>to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{ margin-left: 0%; }</a:t>
            </a:r>
          </a:p>
          <a:p>
            <a:pPr marL="1371600" lvl="3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0F1BE-21ED-2306-D723-364E3E2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506437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AF3-9CF0-74D9-6417-DAC14653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9098"/>
          </a:xfrm>
        </p:spPr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SourceSansPro-Semibold"/>
              </a:rPr>
              <a:t>Adding Animation Properties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70B5F-50C0-0738-1CFF-2F12789D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075"/>
            <a:ext cx="10515600" cy="4812858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Birka"/>
              </a:rPr>
              <a:t>Now we can apply this animation sequence to an element or multiple elements in the document by using a collection of animation properties that are very similar to the set of transition properties that you already know.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I am going to apply the rainbow animation to the </a:t>
            </a:r>
            <a:r>
              <a:rPr lang="en-US" sz="1800" b="1" i="0" u="none" strike="noStrike" baseline="0" dirty="0">
                <a:latin typeface="TheSansMonoCd-W6SemiBold"/>
              </a:rPr>
              <a:t>#magic div </a:t>
            </a:r>
            <a:r>
              <a:rPr lang="en-US" sz="1800" b="0" i="0" u="none" strike="noStrike" baseline="0" dirty="0">
                <a:latin typeface="Birka"/>
              </a:rPr>
              <a:t>in my document:</a:t>
            </a:r>
          </a:p>
          <a:p>
            <a:pPr algn="ctr"/>
            <a:r>
              <a:rPr lang="en-US" sz="1800" b="0" i="0" u="none" strike="noStrike" baseline="0" dirty="0">
                <a:latin typeface="TheSansMonoCd-W4SemiLight"/>
              </a:rPr>
              <a:t>&lt;div id="magic"&gt;Magic!&lt;/div&gt;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In the CSS rule for </a:t>
            </a:r>
            <a:r>
              <a:rPr lang="en-US" sz="1800" b="1" i="0" u="none" strike="noStrike" baseline="0" dirty="0">
                <a:latin typeface="TheSansMonoCd-W6SemiBold"/>
              </a:rPr>
              <a:t>#magic</a:t>
            </a:r>
            <a:r>
              <a:rPr lang="en-US" sz="1800" b="0" i="0" u="none" strike="noStrike" baseline="0" dirty="0">
                <a:latin typeface="Birka"/>
              </a:rPr>
              <a:t>, I make decisions about the animation I want to apply:</a:t>
            </a:r>
          </a:p>
          <a:p>
            <a:pPr lvl="2"/>
            <a:r>
              <a:rPr lang="en-US" sz="1800" b="0" i="0" u="none" strike="noStrike" baseline="0" dirty="0">
                <a:latin typeface="Birka"/>
              </a:rPr>
              <a:t>Which animation to use (</a:t>
            </a:r>
            <a:r>
              <a:rPr lang="en-US" sz="1800" b="1" i="0" u="none" strike="noStrike" baseline="0" dirty="0">
                <a:latin typeface="TheSansMonoCd-W6SemiBold"/>
              </a:rPr>
              <a:t>animation-name</a:t>
            </a:r>
            <a:r>
              <a:rPr lang="en-US" sz="1800" b="0" i="0" u="none" strike="noStrike" baseline="0" dirty="0">
                <a:latin typeface="Birka"/>
              </a:rPr>
              <a:t>) (</a:t>
            </a:r>
            <a:r>
              <a:rPr lang="en-US" sz="1800" b="0" i="1" u="none" strike="noStrike" baseline="0" dirty="0">
                <a:latin typeface="Birka-Italic"/>
              </a:rPr>
              <a:t>Required</a:t>
            </a:r>
            <a:r>
              <a:rPr lang="en-US" sz="1800" b="0" i="0" u="none" strike="noStrike" baseline="0" dirty="0">
                <a:latin typeface="Birka"/>
              </a:rPr>
              <a:t>).</a:t>
            </a:r>
          </a:p>
          <a:p>
            <a:pPr lvl="2"/>
            <a:r>
              <a:rPr lang="en-US" sz="1800" b="0" i="0" u="none" strike="noStrike" baseline="0" dirty="0">
                <a:latin typeface="Birka"/>
              </a:rPr>
              <a:t>How long it should take (</a:t>
            </a:r>
            <a:r>
              <a:rPr lang="en-US" sz="1800" b="1" i="0" u="none" strike="noStrike" baseline="0" dirty="0">
                <a:latin typeface="TheSansMonoCd-W6SemiBold"/>
              </a:rPr>
              <a:t>animation-duration</a:t>
            </a:r>
            <a:r>
              <a:rPr lang="en-US" sz="1800" b="0" i="0" u="none" strike="noStrike" baseline="0" dirty="0">
                <a:latin typeface="Birka"/>
              </a:rPr>
              <a:t>) (</a:t>
            </a:r>
            <a:r>
              <a:rPr lang="en-US" sz="1800" b="0" i="1" u="none" strike="noStrike" baseline="0" dirty="0">
                <a:latin typeface="Birka-Italic"/>
              </a:rPr>
              <a:t>Required</a:t>
            </a:r>
            <a:r>
              <a:rPr lang="en-US" sz="1800" b="0" i="0" u="none" strike="noStrike" baseline="0" dirty="0">
                <a:latin typeface="Birka"/>
              </a:rPr>
              <a:t>).</a:t>
            </a:r>
          </a:p>
          <a:p>
            <a:pPr lvl="2"/>
            <a:r>
              <a:rPr lang="en-US" sz="1800" b="0" i="0" u="none" strike="noStrike" baseline="0" dirty="0">
                <a:latin typeface="Birka"/>
              </a:rPr>
              <a:t>The manner in which it should accelerate (</a:t>
            </a:r>
            <a:r>
              <a:rPr lang="en-US" sz="1800" b="1" i="0" u="none" strike="noStrike" baseline="0" dirty="0">
                <a:latin typeface="TheSansMonoCd-W6SemiBold"/>
              </a:rPr>
              <a:t>animation-timing-function</a:t>
            </a:r>
            <a:r>
              <a:rPr lang="en-US" sz="1800" b="0" i="0" u="none" strike="noStrike" baseline="0" dirty="0">
                <a:latin typeface="Birka"/>
              </a:rPr>
              <a:t>).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This property uses the same timing function keywords that we covered for CSS Transitions.</a:t>
            </a:r>
          </a:p>
          <a:p>
            <a:pPr lvl="2"/>
            <a:r>
              <a:rPr lang="en-US" sz="1800" b="0" i="0" u="none" strike="noStrike" baseline="0" dirty="0">
                <a:latin typeface="Birka"/>
              </a:rPr>
              <a:t>Whether to pause before it starts (</a:t>
            </a:r>
            <a:r>
              <a:rPr lang="en-US" sz="1800" b="1" i="0" u="none" strike="noStrike" baseline="0" dirty="0">
                <a:latin typeface="TheSansMonoCd-W6SemiBold"/>
              </a:rPr>
              <a:t>animation-delay</a:t>
            </a:r>
            <a:r>
              <a:rPr lang="en-US" sz="1800" b="0" i="0" u="none" strike="noStrike" baseline="0" dirty="0">
                <a:latin typeface="Birka"/>
              </a:rPr>
              <a:t>).</a:t>
            </a: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C8E27-005F-B01A-9DBE-060EDF44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2862198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FA5FC-4E5F-C162-201A-CC6337DD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4147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Adding Animation Properties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5CD7E-A5E1-9A68-8CAD-1AA21F9A9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2"/>
            <a:ext cx="10515600" cy="5142147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Birka"/>
              </a:rPr>
              <a:t>There are a few other animation-specific properties to know about as well: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animation-iteration-count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How many times the animation should repeat. This can be set to a whole number or </a:t>
            </a:r>
            <a:r>
              <a:rPr lang="en-US" sz="1800" b="1" i="0" u="none" strike="noStrike" baseline="0" dirty="0">
                <a:latin typeface="TheSansMonoCd-W6SemiBold"/>
              </a:rPr>
              <a:t>infinite</a:t>
            </a:r>
            <a:r>
              <a:rPr lang="en-US" sz="1800" b="0" i="0" u="none" strike="noStrike" baseline="0" dirty="0">
                <a:latin typeface="Birka"/>
              </a:rPr>
              <a:t>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animation-direction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Whether the animation plays forward (</a:t>
            </a:r>
            <a:r>
              <a:rPr lang="en-US" sz="1800" b="1" i="0" u="none" strike="noStrike" baseline="0" dirty="0">
                <a:latin typeface="TheSansMonoCd-W6SemiBold"/>
              </a:rPr>
              <a:t>normal</a:t>
            </a:r>
            <a:r>
              <a:rPr lang="en-US" sz="1800" b="0" i="0" u="none" strike="noStrike" baseline="0" dirty="0">
                <a:latin typeface="Birka"/>
              </a:rPr>
              <a:t>), in reverse (</a:t>
            </a:r>
            <a:r>
              <a:rPr lang="en-US" sz="1800" b="1" i="0" u="none" strike="noStrike" baseline="0" dirty="0">
                <a:latin typeface="TheSansMonoCd-W6SemiBold"/>
              </a:rPr>
              <a:t>reverse</a:t>
            </a:r>
            <a:r>
              <a:rPr lang="en-US" sz="1800" b="0" i="0" u="none" strike="noStrike" baseline="0" dirty="0">
                <a:latin typeface="Birka"/>
              </a:rPr>
              <a:t>), or alternates back and forth starting at the beginning (</a:t>
            </a:r>
            <a:r>
              <a:rPr lang="en-US" sz="1800" b="1" i="0" u="none" strike="noStrike" baseline="0" dirty="0">
                <a:latin typeface="TheSansMonoCd-W6SemiBold"/>
              </a:rPr>
              <a:t>alternate</a:t>
            </a:r>
            <a:r>
              <a:rPr lang="en-US" sz="1800" b="0" i="0" u="none" strike="noStrike" baseline="0" dirty="0">
                <a:latin typeface="Birka"/>
              </a:rPr>
              <a:t>), or alternates starting from the end (</a:t>
            </a:r>
            <a:r>
              <a:rPr lang="en-US" sz="1800" b="1" i="0" u="none" strike="noStrike" baseline="0" dirty="0">
                <a:latin typeface="TheSansMonoCd-W6SemiBold"/>
              </a:rPr>
              <a:t>alternate-reverse</a:t>
            </a:r>
            <a:r>
              <a:rPr lang="en-US" sz="1800" b="0" i="0" u="none" strike="noStrike" baseline="0" dirty="0">
                <a:latin typeface="Birka"/>
              </a:rPr>
              <a:t>).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animation-fill-mode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The animation fill mode determines what happens with the animation before it begins and after it ends. By default (</a:t>
            </a:r>
            <a:r>
              <a:rPr lang="en-US" sz="1800" b="1" i="0" u="none" strike="noStrike" baseline="0" dirty="0">
                <a:latin typeface="TheSansMonoCd-W6SemiBold"/>
              </a:rPr>
              <a:t>none</a:t>
            </a:r>
            <a:r>
              <a:rPr lang="en-US" sz="1800" b="0" i="0" u="none" strike="noStrike" baseline="0" dirty="0">
                <a:latin typeface="Birka"/>
              </a:rPr>
              <a:t>), the animation shows whatever property values were not specified via </a:t>
            </a:r>
            <a:r>
              <a:rPr lang="en-US" sz="1800" b="1" i="0" u="none" strike="noStrike" baseline="0" dirty="0">
                <a:latin typeface="TheSansMonoCd-W6SemiBold"/>
              </a:rPr>
              <a:t>@keyframes</a:t>
            </a:r>
            <a:r>
              <a:rPr lang="en-US" sz="1800" b="0" i="0" u="none" strike="noStrike" baseline="0" dirty="0">
                <a:latin typeface="Birka"/>
              </a:rPr>
              <a:t>. 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If you want the last keyframe to stay visible after the animation plays, use the </a:t>
            </a:r>
            <a:r>
              <a:rPr lang="en-US" sz="1800" b="1" i="0" u="none" strike="noStrike" baseline="0" dirty="0">
                <a:latin typeface="TheSansMonoCd-W6SemiBold"/>
              </a:rPr>
              <a:t>forwards </a:t>
            </a:r>
            <a:r>
              <a:rPr lang="en-US" sz="1800" b="0" i="0" u="none" strike="noStrike" baseline="0" dirty="0">
                <a:latin typeface="Birka"/>
              </a:rPr>
              <a:t>keyword. 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If there is a delay set on the animation and you want the first keyframe to show during that delay, use </a:t>
            </a:r>
            <a:r>
              <a:rPr lang="en-US" sz="1800" b="1" i="0" u="none" strike="noStrike" baseline="0" dirty="0">
                <a:latin typeface="TheSansMonoCd-W6SemiBold"/>
              </a:rPr>
              <a:t>backwards</a:t>
            </a:r>
            <a:r>
              <a:rPr lang="en-US" sz="1800" b="0" i="0" u="none" strike="noStrike" baseline="0" dirty="0">
                <a:latin typeface="Birka"/>
              </a:rPr>
              <a:t>. To retain the beginning and end states, use </a:t>
            </a:r>
            <a:r>
              <a:rPr lang="en-US" sz="1800" b="1" i="0" u="none" strike="noStrike" baseline="0" dirty="0">
                <a:latin typeface="TheSansMonoCd-W6SemiBold"/>
              </a:rPr>
              <a:t>both</a:t>
            </a:r>
            <a:r>
              <a:rPr lang="en-US" sz="1800" b="0" i="0" u="none" strike="noStrike" baseline="0" dirty="0">
                <a:latin typeface="Birka"/>
              </a:rPr>
              <a:t>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heSansMonoCd-W6SemiBold"/>
              </a:rPr>
              <a:t>animation-play-state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Whether the animation should be </a:t>
            </a:r>
            <a:r>
              <a:rPr lang="en-US" sz="1800" b="1" i="0" u="none" strike="noStrike" baseline="0" dirty="0">
                <a:latin typeface="TheSansMonoCd-W6SemiBold"/>
              </a:rPr>
              <a:t>running </a:t>
            </a:r>
            <a:r>
              <a:rPr lang="en-US" sz="1800" b="0" i="0" u="none" strike="noStrike" baseline="0" dirty="0">
                <a:latin typeface="Birka"/>
              </a:rPr>
              <a:t>or </a:t>
            </a:r>
            <a:r>
              <a:rPr lang="en-US" sz="1800" b="1" i="0" u="none" strike="noStrike" baseline="0" dirty="0">
                <a:latin typeface="TheSansMonoCd-W6SemiBold"/>
              </a:rPr>
              <a:t>paused </a:t>
            </a:r>
            <a:r>
              <a:rPr lang="en-US" sz="1800" b="0" i="0" u="none" strike="noStrike" baseline="0" dirty="0">
                <a:latin typeface="Birka"/>
              </a:rPr>
              <a:t>when it loads. The play-state can be toggled on and off based on user input with JavaScript or on hover.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9AC46-5FF0-3784-1F98-3799D0E86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630116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2A30-C9F1-B66E-39CD-19348B467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SansPro-Semibold"/>
                <a:ea typeface="+mj-ea"/>
                <a:cs typeface="+mj-cs"/>
              </a:rPr>
              <a:t>Adding Animation Properties 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9F66E-5842-F983-1204-3EE4BD472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Birka"/>
              </a:rPr>
              <a:t>Here is the resulting rule for the animated </a:t>
            </a:r>
            <a:r>
              <a:rPr lang="en-US" sz="1800" b="1" i="0" u="none" strike="noStrike" baseline="0" dirty="0">
                <a:latin typeface="TheSansMonoCd-W6SemiBold"/>
              </a:rPr>
              <a:t>div</a:t>
            </a:r>
            <a:r>
              <a:rPr lang="en-US" sz="1800" b="0" i="0" u="none" strike="noStrike" baseline="0" dirty="0">
                <a:latin typeface="Birka"/>
              </a:rPr>
              <a:t>: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#magic {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…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animation-name: colors;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animation-duration: 5s;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animation-timing-function: linear;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animation-iteration-count: infinite;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animation-direction: alternate;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latin typeface="Birka"/>
              </a:rPr>
              <a:t>You can also use the </a:t>
            </a:r>
            <a:r>
              <a:rPr lang="en-US" sz="1800" b="1" i="0" u="none" strike="noStrike" baseline="0" dirty="0">
                <a:latin typeface="TheSansMonoCd-W6SemiBold"/>
              </a:rPr>
              <a:t>animation </a:t>
            </a:r>
            <a:r>
              <a:rPr lang="en-US" sz="1800" b="0" i="0" u="none" strike="noStrike" baseline="0" dirty="0">
                <a:latin typeface="Birka"/>
              </a:rPr>
              <a:t>shorthand property to combine the values, just as we did for </a:t>
            </a:r>
            <a:r>
              <a:rPr lang="en-US" sz="1800" b="1" i="0" u="none" strike="noStrike" baseline="0" dirty="0">
                <a:latin typeface="TheSansMonoCd-W6SemiBold"/>
              </a:rPr>
              <a:t>transition</a:t>
            </a:r>
            <a:r>
              <a:rPr lang="en-US" sz="1800" b="0" i="0" u="none" strike="noStrike" baseline="0" dirty="0">
                <a:latin typeface="Birka"/>
              </a:rPr>
              <a:t>: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#magic {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animation: colors 5s linear infinite alternate;</a:t>
            </a:r>
          </a:p>
          <a:p>
            <a:pPr marL="914400" lvl="2" indent="0">
              <a:buNone/>
            </a:pPr>
            <a:r>
              <a:rPr lang="en-US" sz="1800" b="0" i="0" u="none" strike="noStrike" baseline="0" dirty="0">
                <a:latin typeface="TheSansMonoCd-W4SemiLight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7E645-51D4-9065-712A-0F8125C6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Thangam S</a:t>
            </a:r>
          </a:p>
        </p:txBody>
      </p:sp>
    </p:spTree>
    <p:extLst>
      <p:ext uri="{BB962C8B-B14F-4D97-AF65-F5344CB8AC3E}">
        <p14:creationId xmlns:p14="http://schemas.microsoft.com/office/powerpoint/2010/main" val="302751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2696</Words>
  <Application>Microsoft Office PowerPoint</Application>
  <PresentationFormat>Widescreen</PresentationFormat>
  <Paragraphs>300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6" baseType="lpstr">
      <vt:lpstr>Arial</vt:lpstr>
      <vt:lpstr>Birka</vt:lpstr>
      <vt:lpstr>Birka-Italic</vt:lpstr>
      <vt:lpstr>Calibri</vt:lpstr>
      <vt:lpstr>Calibri Light</vt:lpstr>
      <vt:lpstr>RidleyGrotesk-Light</vt:lpstr>
      <vt:lpstr>RidleyGrotesk-Medium</vt:lpstr>
      <vt:lpstr>RidleyGrotesk-SemiBold</vt:lpstr>
      <vt:lpstr>SourceSansPro-It</vt:lpstr>
      <vt:lpstr>SourceSansPro-Regular</vt:lpstr>
      <vt:lpstr>SourceSansPro-Semibold</vt:lpstr>
      <vt:lpstr>TheSansMonoCd-W4SemiLight</vt:lpstr>
      <vt:lpstr>TheSansMonoCd-W4SemiLightItalic</vt:lpstr>
      <vt:lpstr>TheSansMonoCd-W5Regular</vt:lpstr>
      <vt:lpstr>TheSansMonoCd-W6SemiBold</vt:lpstr>
      <vt:lpstr>Office Theme</vt:lpstr>
      <vt:lpstr>TRANSITIONS, TRANSFORMS, AND ANIMATION</vt:lpstr>
      <vt:lpstr>CSS TRANSITIONS</vt:lpstr>
      <vt:lpstr>CSS TRANSITIONS Cont</vt:lpstr>
      <vt:lpstr>Transition Basics</vt:lpstr>
      <vt:lpstr>Transition Basics Cont..</vt:lpstr>
      <vt:lpstr>Specifying the property</vt:lpstr>
      <vt:lpstr>How long should it take?</vt:lpstr>
      <vt:lpstr>Timing Functions</vt:lpstr>
      <vt:lpstr>Timing Functions Cont..</vt:lpstr>
      <vt:lpstr>Setting a Delay</vt:lpstr>
      <vt:lpstr>The Shorthand transition Property</vt:lpstr>
      <vt:lpstr>Applying Multiple Transitions</vt:lpstr>
      <vt:lpstr>Applying Multiple Transitions Cont..</vt:lpstr>
      <vt:lpstr>Applying Multiple Transitions Cont..</vt:lpstr>
      <vt:lpstr>A Transition for All Occasions</vt:lpstr>
      <vt:lpstr>CSS TRANSFORMS</vt:lpstr>
      <vt:lpstr>CSS TRANSFORMS Cont..</vt:lpstr>
      <vt:lpstr>Transforming the Angle (rotate)</vt:lpstr>
      <vt:lpstr>Transforming the Angle (rotate)</vt:lpstr>
      <vt:lpstr>Transforming the Position (translate)</vt:lpstr>
      <vt:lpstr>Transforming the Size (scale)</vt:lpstr>
      <vt:lpstr>Making It Slanty (skew)</vt:lpstr>
      <vt:lpstr>Applying Multiple Transforms</vt:lpstr>
      <vt:lpstr>KEYFRAME ANIMATION</vt:lpstr>
      <vt:lpstr>Establishing the Keyframes</vt:lpstr>
      <vt:lpstr>Establishing the Keyframes Cont..</vt:lpstr>
      <vt:lpstr>Establishing the Keyframes Cont..</vt:lpstr>
      <vt:lpstr>Adding Animation Properties</vt:lpstr>
      <vt:lpstr>Adding Animation Properties Cont..</vt:lpstr>
      <vt:lpstr>Adding Animation Properties Cont..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Thangam S</dc:creator>
  <cp:lastModifiedBy>Thangam S</cp:lastModifiedBy>
  <cp:revision>2</cp:revision>
  <dcterms:created xsi:type="dcterms:W3CDTF">2025-03-03T16:03:42Z</dcterms:created>
  <dcterms:modified xsi:type="dcterms:W3CDTF">2025-03-07T23:40:02Z</dcterms:modified>
</cp:coreProperties>
</file>