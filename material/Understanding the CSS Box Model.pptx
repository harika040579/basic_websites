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2" r:id="rId19"/>
    <p:sldId id="273"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gam sivnantham" userId="9242b7324f16a732" providerId="LiveId" clId="{3EA801C4-C2E4-4E1B-B97E-A745AA0808DE}"/>
    <pc:docChg chg="undo custSel addSld modSld">
      <pc:chgData name="thangam sivnantham" userId="9242b7324f16a732" providerId="LiveId" clId="{3EA801C4-C2E4-4E1B-B97E-A745AA0808DE}" dt="2025-02-22T08:24:54.348" v="342" actId="122"/>
      <pc:docMkLst>
        <pc:docMk/>
      </pc:docMkLst>
      <pc:sldChg chg="modSp mod">
        <pc:chgData name="thangam sivnantham" userId="9242b7324f16a732" providerId="LiveId" clId="{3EA801C4-C2E4-4E1B-B97E-A745AA0808DE}" dt="2025-02-21T04:49:04.205" v="29" actId="122"/>
        <pc:sldMkLst>
          <pc:docMk/>
          <pc:sldMk cId="3382197837" sldId="257"/>
        </pc:sldMkLst>
        <pc:spChg chg="mod">
          <ac:chgData name="thangam sivnantham" userId="9242b7324f16a732" providerId="LiveId" clId="{3EA801C4-C2E4-4E1B-B97E-A745AA0808DE}" dt="2025-02-21T04:47:49.169" v="23" actId="113"/>
          <ac:spMkLst>
            <pc:docMk/>
            <pc:sldMk cId="3382197837" sldId="257"/>
            <ac:spMk id="2" creationId="{132C1339-0A78-93F5-98D6-F44E4F4FA2FA}"/>
          </ac:spMkLst>
        </pc:spChg>
        <pc:spChg chg="mod">
          <ac:chgData name="thangam sivnantham" userId="9242b7324f16a732" providerId="LiveId" clId="{3EA801C4-C2E4-4E1B-B97E-A745AA0808DE}" dt="2025-02-21T04:49:04.205" v="29" actId="122"/>
          <ac:spMkLst>
            <pc:docMk/>
            <pc:sldMk cId="3382197837" sldId="257"/>
            <ac:spMk id="3" creationId="{16320E07-7DA2-9470-7285-C5D6381E509A}"/>
          </ac:spMkLst>
        </pc:spChg>
      </pc:sldChg>
      <pc:sldChg chg="modSp mod">
        <pc:chgData name="thangam sivnantham" userId="9242b7324f16a732" providerId="LiveId" clId="{3EA801C4-C2E4-4E1B-B97E-A745AA0808DE}" dt="2025-02-21T04:50:56.917" v="33" actId="123"/>
        <pc:sldMkLst>
          <pc:docMk/>
          <pc:sldMk cId="48581296" sldId="258"/>
        </pc:sldMkLst>
        <pc:spChg chg="mod">
          <ac:chgData name="thangam sivnantham" userId="9242b7324f16a732" providerId="LiveId" clId="{3EA801C4-C2E4-4E1B-B97E-A745AA0808DE}" dt="2025-02-21T04:50:00.110" v="30" actId="113"/>
          <ac:spMkLst>
            <pc:docMk/>
            <pc:sldMk cId="48581296" sldId="258"/>
            <ac:spMk id="2" creationId="{482D41EB-2DC8-C3D0-1263-5A24E996F982}"/>
          </ac:spMkLst>
        </pc:spChg>
        <pc:spChg chg="mod">
          <ac:chgData name="thangam sivnantham" userId="9242b7324f16a732" providerId="LiveId" clId="{3EA801C4-C2E4-4E1B-B97E-A745AA0808DE}" dt="2025-02-21T04:50:56.917" v="33" actId="123"/>
          <ac:spMkLst>
            <pc:docMk/>
            <pc:sldMk cId="48581296" sldId="258"/>
            <ac:spMk id="3" creationId="{E4C70F46-87CE-ABDE-CDD5-88190DFB88FB}"/>
          </ac:spMkLst>
        </pc:spChg>
      </pc:sldChg>
      <pc:sldChg chg="modSp mod">
        <pc:chgData name="thangam sivnantham" userId="9242b7324f16a732" providerId="LiveId" clId="{3EA801C4-C2E4-4E1B-B97E-A745AA0808DE}" dt="2025-02-21T04:47:52.623" v="24" actId="113"/>
        <pc:sldMkLst>
          <pc:docMk/>
          <pc:sldMk cId="1481059946" sldId="259"/>
        </pc:sldMkLst>
        <pc:spChg chg="mod">
          <ac:chgData name="thangam sivnantham" userId="9242b7324f16a732" providerId="LiveId" clId="{3EA801C4-C2E4-4E1B-B97E-A745AA0808DE}" dt="2025-02-21T04:47:52.623" v="24" actId="113"/>
          <ac:spMkLst>
            <pc:docMk/>
            <pc:sldMk cId="1481059946" sldId="259"/>
            <ac:spMk id="2" creationId="{FEBFFCE4-E806-975E-79E9-D36F87D3201B}"/>
          </ac:spMkLst>
        </pc:spChg>
      </pc:sldChg>
      <pc:sldChg chg="modSp mod">
        <pc:chgData name="thangam sivnantham" userId="9242b7324f16a732" providerId="LiveId" clId="{3EA801C4-C2E4-4E1B-B97E-A745AA0808DE}" dt="2025-02-21T04:51:25.207" v="40" actId="113"/>
        <pc:sldMkLst>
          <pc:docMk/>
          <pc:sldMk cId="1536677022" sldId="260"/>
        </pc:sldMkLst>
        <pc:spChg chg="mod">
          <ac:chgData name="thangam sivnantham" userId="9242b7324f16a732" providerId="LiveId" clId="{3EA801C4-C2E4-4E1B-B97E-A745AA0808DE}" dt="2025-02-21T04:47:56.253" v="25" actId="113"/>
          <ac:spMkLst>
            <pc:docMk/>
            <pc:sldMk cId="1536677022" sldId="260"/>
            <ac:spMk id="2" creationId="{B410BA6A-48EC-D097-BF5C-3B4F3FFEF346}"/>
          </ac:spMkLst>
        </pc:spChg>
        <pc:spChg chg="mod">
          <ac:chgData name="thangam sivnantham" userId="9242b7324f16a732" providerId="LiveId" clId="{3EA801C4-C2E4-4E1B-B97E-A745AA0808DE}" dt="2025-02-21T04:51:25.207" v="40" actId="113"/>
          <ac:spMkLst>
            <pc:docMk/>
            <pc:sldMk cId="1536677022" sldId="260"/>
            <ac:spMk id="3" creationId="{EC94A418-DA2F-2867-67D2-69F02B220FDB}"/>
          </ac:spMkLst>
        </pc:spChg>
      </pc:sldChg>
      <pc:sldChg chg="modSp mod">
        <pc:chgData name="thangam sivnantham" userId="9242b7324f16a732" providerId="LiveId" clId="{3EA801C4-C2E4-4E1B-B97E-A745AA0808DE}" dt="2025-02-21T04:47:59.538" v="26" actId="113"/>
        <pc:sldMkLst>
          <pc:docMk/>
          <pc:sldMk cId="804558182" sldId="261"/>
        </pc:sldMkLst>
        <pc:spChg chg="mod">
          <ac:chgData name="thangam sivnantham" userId="9242b7324f16a732" providerId="LiveId" clId="{3EA801C4-C2E4-4E1B-B97E-A745AA0808DE}" dt="2025-02-21T04:47:59.538" v="26" actId="113"/>
          <ac:spMkLst>
            <pc:docMk/>
            <pc:sldMk cId="804558182" sldId="261"/>
            <ac:spMk id="2" creationId="{E24918A8-8491-7195-C6C5-9D83DA12B728}"/>
          </ac:spMkLst>
        </pc:spChg>
      </pc:sldChg>
      <pc:sldChg chg="modSp mod">
        <pc:chgData name="thangam sivnantham" userId="9242b7324f16a732" providerId="LiveId" clId="{3EA801C4-C2E4-4E1B-B97E-A745AA0808DE}" dt="2025-02-21T04:52:47.137" v="42" actId="20577"/>
        <pc:sldMkLst>
          <pc:docMk/>
          <pc:sldMk cId="3903275217" sldId="262"/>
        </pc:sldMkLst>
        <pc:spChg chg="mod">
          <ac:chgData name="thangam sivnantham" userId="9242b7324f16a732" providerId="LiveId" clId="{3EA801C4-C2E4-4E1B-B97E-A745AA0808DE}" dt="2025-02-21T04:48:03.819" v="27" actId="113"/>
          <ac:spMkLst>
            <pc:docMk/>
            <pc:sldMk cId="3903275217" sldId="262"/>
            <ac:spMk id="2" creationId="{6D53C2A3-B7E5-14BE-2909-A06171481FD1}"/>
          </ac:spMkLst>
        </pc:spChg>
        <pc:spChg chg="mod">
          <ac:chgData name="thangam sivnantham" userId="9242b7324f16a732" providerId="LiveId" clId="{3EA801C4-C2E4-4E1B-B97E-A745AA0808DE}" dt="2025-02-21T04:52:47.137" v="42" actId="20577"/>
          <ac:spMkLst>
            <pc:docMk/>
            <pc:sldMk cId="3903275217" sldId="262"/>
            <ac:spMk id="3" creationId="{5E5AFEF2-A9F2-A83A-B344-6FF1F05B2225}"/>
          </ac:spMkLst>
        </pc:spChg>
      </pc:sldChg>
      <pc:sldChg chg="modSp mod">
        <pc:chgData name="thangam sivnantham" userId="9242b7324f16a732" providerId="LiveId" clId="{3EA801C4-C2E4-4E1B-B97E-A745AA0808DE}" dt="2025-02-21T04:47:28.301" v="21"/>
        <pc:sldMkLst>
          <pc:docMk/>
          <pc:sldMk cId="436458161" sldId="264"/>
        </pc:sldMkLst>
        <pc:spChg chg="mod">
          <ac:chgData name="thangam sivnantham" userId="9242b7324f16a732" providerId="LiveId" clId="{3EA801C4-C2E4-4E1B-B97E-A745AA0808DE}" dt="2025-02-21T04:47:28.301" v="21"/>
          <ac:spMkLst>
            <pc:docMk/>
            <pc:sldMk cId="436458161" sldId="264"/>
            <ac:spMk id="5" creationId="{E8AA581A-AAFA-8491-36B6-E6FBC96BC9BD}"/>
          </ac:spMkLst>
        </pc:spChg>
      </pc:sldChg>
      <pc:sldChg chg="modSp mod">
        <pc:chgData name="thangam sivnantham" userId="9242b7324f16a732" providerId="LiveId" clId="{3EA801C4-C2E4-4E1B-B97E-A745AA0808DE}" dt="2025-02-21T04:47:34.724" v="22"/>
        <pc:sldMkLst>
          <pc:docMk/>
          <pc:sldMk cId="1011393554" sldId="266"/>
        </pc:sldMkLst>
        <pc:spChg chg="mod">
          <ac:chgData name="thangam sivnantham" userId="9242b7324f16a732" providerId="LiveId" clId="{3EA801C4-C2E4-4E1B-B97E-A745AA0808DE}" dt="2025-02-21T04:47:34.724" v="22"/>
          <ac:spMkLst>
            <pc:docMk/>
            <pc:sldMk cId="1011393554" sldId="266"/>
            <ac:spMk id="5" creationId="{B3223722-D620-6C8E-FD50-7F4E3E68D662}"/>
          </ac:spMkLst>
        </pc:spChg>
      </pc:sldChg>
      <pc:sldChg chg="modSp mod">
        <pc:chgData name="thangam sivnantham" userId="9242b7324f16a732" providerId="LiveId" clId="{3EA801C4-C2E4-4E1B-B97E-A745AA0808DE}" dt="2025-02-22T05:05:50.954" v="197" actId="6549"/>
        <pc:sldMkLst>
          <pc:docMk/>
          <pc:sldMk cId="3834923328" sldId="267"/>
        </pc:sldMkLst>
        <pc:spChg chg="mod">
          <ac:chgData name="thangam sivnantham" userId="9242b7324f16a732" providerId="LiveId" clId="{3EA801C4-C2E4-4E1B-B97E-A745AA0808DE}" dt="2025-02-22T05:05:50.954" v="197" actId="6549"/>
          <ac:spMkLst>
            <pc:docMk/>
            <pc:sldMk cId="3834923328" sldId="267"/>
            <ac:spMk id="3" creationId="{FC19373A-6DC3-9388-51FE-D62FC608AFD5}"/>
          </ac:spMkLst>
        </pc:spChg>
      </pc:sldChg>
      <pc:sldChg chg="modSp new mod">
        <pc:chgData name="thangam sivnantham" userId="9242b7324f16a732" providerId="LiveId" clId="{3EA801C4-C2E4-4E1B-B97E-A745AA0808DE}" dt="2025-02-22T05:06:07.939" v="198" actId="20577"/>
        <pc:sldMkLst>
          <pc:docMk/>
          <pc:sldMk cId="1183520542" sldId="271"/>
        </pc:sldMkLst>
        <pc:spChg chg="mod">
          <ac:chgData name="thangam sivnantham" userId="9242b7324f16a732" providerId="LiveId" clId="{3EA801C4-C2E4-4E1B-B97E-A745AA0808DE}" dt="2025-02-22T04:03:30.087" v="56" actId="14100"/>
          <ac:spMkLst>
            <pc:docMk/>
            <pc:sldMk cId="1183520542" sldId="271"/>
            <ac:spMk id="2" creationId="{B3F3FDCD-1BF3-C6C8-E98D-4422975CC819}"/>
          </ac:spMkLst>
        </pc:spChg>
        <pc:spChg chg="mod">
          <ac:chgData name="thangam sivnantham" userId="9242b7324f16a732" providerId="LiveId" clId="{3EA801C4-C2E4-4E1B-B97E-A745AA0808DE}" dt="2025-02-22T05:06:07.939" v="198" actId="20577"/>
          <ac:spMkLst>
            <pc:docMk/>
            <pc:sldMk cId="1183520542" sldId="271"/>
            <ac:spMk id="3" creationId="{C02C3D9F-92DB-030C-D35B-B5D14590CC64}"/>
          </ac:spMkLst>
        </pc:spChg>
      </pc:sldChg>
      <pc:sldChg chg="modSp new mod">
        <pc:chgData name="thangam sivnantham" userId="9242b7324f16a732" providerId="LiveId" clId="{3EA801C4-C2E4-4E1B-B97E-A745AA0808DE}" dt="2025-02-22T04:08:39.039" v="118" actId="20577"/>
        <pc:sldMkLst>
          <pc:docMk/>
          <pc:sldMk cId="3655829952" sldId="272"/>
        </pc:sldMkLst>
        <pc:spChg chg="mod">
          <ac:chgData name="thangam sivnantham" userId="9242b7324f16a732" providerId="LiveId" clId="{3EA801C4-C2E4-4E1B-B97E-A745AA0808DE}" dt="2025-02-22T04:05:31.493" v="90" actId="14100"/>
          <ac:spMkLst>
            <pc:docMk/>
            <pc:sldMk cId="3655829952" sldId="272"/>
            <ac:spMk id="2" creationId="{302DCE7F-82B0-77D2-7487-F58C0A730832}"/>
          </ac:spMkLst>
        </pc:spChg>
        <pc:spChg chg="mod">
          <ac:chgData name="thangam sivnantham" userId="9242b7324f16a732" providerId="LiveId" clId="{3EA801C4-C2E4-4E1B-B97E-A745AA0808DE}" dt="2025-02-22T04:08:39.039" v="118" actId="20577"/>
          <ac:spMkLst>
            <pc:docMk/>
            <pc:sldMk cId="3655829952" sldId="272"/>
            <ac:spMk id="3" creationId="{4068AF6F-8EF7-180B-A0E9-5FAFF6D810C9}"/>
          </ac:spMkLst>
        </pc:spChg>
      </pc:sldChg>
      <pc:sldChg chg="modSp new mod">
        <pc:chgData name="thangam sivnantham" userId="9242b7324f16a732" providerId="LiveId" clId="{3EA801C4-C2E4-4E1B-B97E-A745AA0808DE}" dt="2025-02-22T04:13:43.302" v="142" actId="6549"/>
        <pc:sldMkLst>
          <pc:docMk/>
          <pc:sldMk cId="1402502015" sldId="273"/>
        </pc:sldMkLst>
        <pc:spChg chg="mod">
          <ac:chgData name="thangam sivnantham" userId="9242b7324f16a732" providerId="LiveId" clId="{3EA801C4-C2E4-4E1B-B97E-A745AA0808DE}" dt="2025-02-22T04:10:19.467" v="120" actId="14100"/>
          <ac:spMkLst>
            <pc:docMk/>
            <pc:sldMk cId="1402502015" sldId="273"/>
            <ac:spMk id="2" creationId="{C61CCD31-2EF9-F30B-A581-82AA0712E212}"/>
          </ac:spMkLst>
        </pc:spChg>
        <pc:spChg chg="mod">
          <ac:chgData name="thangam sivnantham" userId="9242b7324f16a732" providerId="LiveId" clId="{3EA801C4-C2E4-4E1B-B97E-A745AA0808DE}" dt="2025-02-22T04:13:43.302" v="142" actId="6549"/>
          <ac:spMkLst>
            <pc:docMk/>
            <pc:sldMk cId="1402502015" sldId="273"/>
            <ac:spMk id="3" creationId="{94577FAE-F2FA-2003-B968-7CDAB838AA04}"/>
          </ac:spMkLst>
        </pc:spChg>
      </pc:sldChg>
      <pc:sldChg chg="addSp delSp modSp new mod">
        <pc:chgData name="thangam sivnantham" userId="9242b7324f16a732" providerId="LiveId" clId="{3EA801C4-C2E4-4E1B-B97E-A745AA0808DE}" dt="2025-02-22T08:14:10.237" v="341" actId="20577"/>
        <pc:sldMkLst>
          <pc:docMk/>
          <pc:sldMk cId="182499234" sldId="274"/>
        </pc:sldMkLst>
        <pc:spChg chg="mod">
          <ac:chgData name="thangam sivnantham" userId="9242b7324f16a732" providerId="LiveId" clId="{3EA801C4-C2E4-4E1B-B97E-A745AA0808DE}" dt="2025-02-22T08:14:10.237" v="341" actId="20577"/>
          <ac:spMkLst>
            <pc:docMk/>
            <pc:sldMk cId="182499234" sldId="274"/>
            <ac:spMk id="2" creationId="{F757C676-F220-9167-24C8-B60315CD289B}"/>
          </ac:spMkLst>
        </pc:spChg>
        <pc:spChg chg="del mod">
          <ac:chgData name="thangam sivnantham" userId="9242b7324f16a732" providerId="LiveId" clId="{3EA801C4-C2E4-4E1B-B97E-A745AA0808DE}" dt="2025-02-22T04:11:38.652" v="125" actId="22"/>
          <ac:spMkLst>
            <pc:docMk/>
            <pc:sldMk cId="182499234" sldId="274"/>
            <ac:spMk id="3" creationId="{2735B750-374A-FD28-88F5-44E91FE289D0}"/>
          </ac:spMkLst>
        </pc:spChg>
        <pc:picChg chg="add mod ord">
          <ac:chgData name="thangam sivnantham" userId="9242b7324f16a732" providerId="LiveId" clId="{3EA801C4-C2E4-4E1B-B97E-A745AA0808DE}" dt="2025-02-22T04:11:49.013" v="130" actId="14100"/>
          <ac:picMkLst>
            <pc:docMk/>
            <pc:sldMk cId="182499234" sldId="274"/>
            <ac:picMk id="5" creationId="{9FC079CF-F502-CCFE-4644-F3210131EC35}"/>
          </ac:picMkLst>
        </pc:picChg>
      </pc:sldChg>
      <pc:sldChg chg="modSp new mod">
        <pc:chgData name="thangam sivnantham" userId="9242b7324f16a732" providerId="LiveId" clId="{3EA801C4-C2E4-4E1B-B97E-A745AA0808DE}" dt="2025-02-22T08:24:54.348" v="342" actId="122"/>
        <pc:sldMkLst>
          <pc:docMk/>
          <pc:sldMk cId="4239379025" sldId="275"/>
        </pc:sldMkLst>
        <pc:spChg chg="mod">
          <ac:chgData name="thangam sivnantham" userId="9242b7324f16a732" providerId="LiveId" clId="{3EA801C4-C2E4-4E1B-B97E-A745AA0808DE}" dt="2025-02-22T04:14:01.533" v="144"/>
          <ac:spMkLst>
            <pc:docMk/>
            <pc:sldMk cId="4239379025" sldId="275"/>
            <ac:spMk id="2" creationId="{9475E190-3B9F-9CE6-1F6D-C1557CBFF88F}"/>
          </ac:spMkLst>
        </pc:spChg>
        <pc:spChg chg="mod">
          <ac:chgData name="thangam sivnantham" userId="9242b7324f16a732" providerId="LiveId" clId="{3EA801C4-C2E4-4E1B-B97E-A745AA0808DE}" dt="2025-02-22T08:24:54.348" v="342" actId="122"/>
          <ac:spMkLst>
            <pc:docMk/>
            <pc:sldMk cId="4239379025" sldId="275"/>
            <ac:spMk id="3" creationId="{0441A798-8A08-1ABF-E7BB-B8608CF0D74A}"/>
          </ac:spMkLst>
        </pc:spChg>
      </pc:sldChg>
      <pc:sldChg chg="addSp delSp modSp new mod">
        <pc:chgData name="thangam sivnantham" userId="9242b7324f16a732" providerId="LiveId" clId="{3EA801C4-C2E4-4E1B-B97E-A745AA0808DE}" dt="2025-02-22T05:02:01.726" v="190" actId="14100"/>
        <pc:sldMkLst>
          <pc:docMk/>
          <pc:sldMk cId="436637819" sldId="276"/>
        </pc:sldMkLst>
        <pc:spChg chg="mod">
          <ac:chgData name="thangam sivnantham" userId="9242b7324f16a732" providerId="LiveId" clId="{3EA801C4-C2E4-4E1B-B97E-A745AA0808DE}" dt="2025-02-22T05:01:48.864" v="185" actId="14100"/>
          <ac:spMkLst>
            <pc:docMk/>
            <pc:sldMk cId="436637819" sldId="276"/>
            <ac:spMk id="2" creationId="{496BC2AD-B96E-41EC-2660-5C9909E294AC}"/>
          </ac:spMkLst>
        </pc:spChg>
        <pc:spChg chg="del">
          <ac:chgData name="thangam sivnantham" userId="9242b7324f16a732" providerId="LiveId" clId="{3EA801C4-C2E4-4E1B-B97E-A745AA0808DE}" dt="2025-02-22T05:01:45.188" v="184" actId="22"/>
          <ac:spMkLst>
            <pc:docMk/>
            <pc:sldMk cId="436637819" sldId="276"/>
            <ac:spMk id="3" creationId="{DB4A66E6-58FB-516A-EB55-B97D9775A4A8}"/>
          </ac:spMkLst>
        </pc:spChg>
        <pc:picChg chg="add mod ord">
          <ac:chgData name="thangam sivnantham" userId="9242b7324f16a732" providerId="LiveId" clId="{3EA801C4-C2E4-4E1B-B97E-A745AA0808DE}" dt="2025-02-22T05:02:01.726" v="190" actId="14100"/>
          <ac:picMkLst>
            <pc:docMk/>
            <pc:sldMk cId="436637819" sldId="276"/>
            <ac:picMk id="5" creationId="{0F41B381-29B6-E956-DBE2-FF541CAFD171}"/>
          </ac:picMkLst>
        </pc:picChg>
      </pc:sldChg>
      <pc:sldChg chg="modSp new mod">
        <pc:chgData name="thangam sivnantham" userId="9242b7324f16a732" providerId="LiveId" clId="{3EA801C4-C2E4-4E1B-B97E-A745AA0808DE}" dt="2025-02-22T06:40:45.901" v="233" actId="20577"/>
        <pc:sldMkLst>
          <pc:docMk/>
          <pc:sldMk cId="1189354958" sldId="277"/>
        </pc:sldMkLst>
        <pc:spChg chg="mod">
          <ac:chgData name="thangam sivnantham" userId="9242b7324f16a732" providerId="LiveId" clId="{3EA801C4-C2E4-4E1B-B97E-A745AA0808DE}" dt="2025-02-22T06:38:31.485" v="206" actId="255"/>
          <ac:spMkLst>
            <pc:docMk/>
            <pc:sldMk cId="1189354958" sldId="277"/>
            <ac:spMk id="2" creationId="{4683FD7B-A702-B423-AAB0-EE21E2F16618}"/>
          </ac:spMkLst>
        </pc:spChg>
        <pc:spChg chg="mod">
          <ac:chgData name="thangam sivnantham" userId="9242b7324f16a732" providerId="LiveId" clId="{3EA801C4-C2E4-4E1B-B97E-A745AA0808DE}" dt="2025-02-22T06:40:45.901" v="233" actId="20577"/>
          <ac:spMkLst>
            <pc:docMk/>
            <pc:sldMk cId="1189354958" sldId="277"/>
            <ac:spMk id="3" creationId="{8E62C306-8B89-0E49-156B-BC96F8E55C81}"/>
          </ac:spMkLst>
        </pc:spChg>
      </pc:sldChg>
      <pc:sldChg chg="addSp delSp modSp new mod">
        <pc:chgData name="thangam sivnantham" userId="9242b7324f16a732" providerId="LiveId" clId="{3EA801C4-C2E4-4E1B-B97E-A745AA0808DE}" dt="2025-02-22T06:41:29.304" v="244" actId="1076"/>
        <pc:sldMkLst>
          <pc:docMk/>
          <pc:sldMk cId="388223027" sldId="278"/>
        </pc:sldMkLst>
        <pc:spChg chg="mod">
          <ac:chgData name="thangam sivnantham" userId="9242b7324f16a732" providerId="LiveId" clId="{3EA801C4-C2E4-4E1B-B97E-A745AA0808DE}" dt="2025-02-22T06:41:26.124" v="243" actId="20577"/>
          <ac:spMkLst>
            <pc:docMk/>
            <pc:sldMk cId="388223027" sldId="278"/>
            <ac:spMk id="2" creationId="{B2A167C9-81EB-97A3-A2E5-9EECE7D87443}"/>
          </ac:spMkLst>
        </pc:spChg>
        <pc:spChg chg="del">
          <ac:chgData name="thangam sivnantham" userId="9242b7324f16a732" providerId="LiveId" clId="{3EA801C4-C2E4-4E1B-B97E-A745AA0808DE}" dt="2025-02-22T06:38:10.444" v="200" actId="22"/>
          <ac:spMkLst>
            <pc:docMk/>
            <pc:sldMk cId="388223027" sldId="278"/>
            <ac:spMk id="3" creationId="{6EF8E120-8316-A866-E818-164BF7DA8091}"/>
          </ac:spMkLst>
        </pc:spChg>
        <pc:picChg chg="add mod ord">
          <ac:chgData name="thangam sivnantham" userId="9242b7324f16a732" providerId="LiveId" clId="{3EA801C4-C2E4-4E1B-B97E-A745AA0808DE}" dt="2025-02-22T06:41:29.304" v="244" actId="1076"/>
          <ac:picMkLst>
            <pc:docMk/>
            <pc:sldMk cId="388223027" sldId="278"/>
            <ac:picMk id="5" creationId="{17F96304-F42D-6B25-D1F7-59A6E4F7354E}"/>
          </ac:picMkLst>
        </pc:picChg>
      </pc:sldChg>
      <pc:sldChg chg="addSp modSp new mod">
        <pc:chgData name="thangam sivnantham" userId="9242b7324f16a732" providerId="LiveId" clId="{3EA801C4-C2E4-4E1B-B97E-A745AA0808DE}" dt="2025-02-22T06:44:56.660" v="259" actId="14100"/>
        <pc:sldMkLst>
          <pc:docMk/>
          <pc:sldMk cId="1054513239" sldId="279"/>
        </pc:sldMkLst>
        <pc:spChg chg="mod">
          <ac:chgData name="thangam sivnantham" userId="9242b7324f16a732" providerId="LiveId" clId="{3EA801C4-C2E4-4E1B-B97E-A745AA0808DE}" dt="2025-02-22T06:43:04.220" v="249" actId="255"/>
          <ac:spMkLst>
            <pc:docMk/>
            <pc:sldMk cId="1054513239" sldId="279"/>
            <ac:spMk id="2" creationId="{1FDFD005-D881-DA37-CD2B-739529E15070}"/>
          </ac:spMkLst>
        </pc:spChg>
        <pc:spChg chg="mod">
          <ac:chgData name="thangam sivnantham" userId="9242b7324f16a732" providerId="LiveId" clId="{3EA801C4-C2E4-4E1B-B97E-A745AA0808DE}" dt="2025-02-22T06:44:17.098" v="255" actId="120"/>
          <ac:spMkLst>
            <pc:docMk/>
            <pc:sldMk cId="1054513239" sldId="279"/>
            <ac:spMk id="3" creationId="{A89C3D0D-1AD2-63B0-701C-3120BBA3E371}"/>
          </ac:spMkLst>
        </pc:spChg>
        <pc:picChg chg="add mod">
          <ac:chgData name="thangam sivnantham" userId="9242b7324f16a732" providerId="LiveId" clId="{3EA801C4-C2E4-4E1B-B97E-A745AA0808DE}" dt="2025-02-22T06:44:56.660" v="259" actId="14100"/>
          <ac:picMkLst>
            <pc:docMk/>
            <pc:sldMk cId="1054513239" sldId="279"/>
            <ac:picMk id="5" creationId="{296ABE82-27C8-68E3-62AC-3D70E01CEE2F}"/>
          </ac:picMkLst>
        </pc:picChg>
      </pc:sldChg>
      <pc:sldChg chg="modSp new mod">
        <pc:chgData name="thangam sivnantham" userId="9242b7324f16a732" providerId="LiveId" clId="{3EA801C4-C2E4-4E1B-B97E-A745AA0808DE}" dt="2025-02-22T07:15:55.168" v="334" actId="113"/>
        <pc:sldMkLst>
          <pc:docMk/>
          <pc:sldMk cId="624956532" sldId="280"/>
        </pc:sldMkLst>
        <pc:spChg chg="mod">
          <ac:chgData name="thangam sivnantham" userId="9242b7324f16a732" providerId="LiveId" clId="{3EA801C4-C2E4-4E1B-B97E-A745AA0808DE}" dt="2025-02-22T07:12:31.857" v="267" actId="14100"/>
          <ac:spMkLst>
            <pc:docMk/>
            <pc:sldMk cId="624956532" sldId="280"/>
            <ac:spMk id="2" creationId="{4B7C240B-EC3D-1F6F-0F38-71F94CE09123}"/>
          </ac:spMkLst>
        </pc:spChg>
        <pc:spChg chg="mod">
          <ac:chgData name="thangam sivnantham" userId="9242b7324f16a732" providerId="LiveId" clId="{3EA801C4-C2E4-4E1B-B97E-A745AA0808DE}" dt="2025-02-22T07:15:55.168" v="334" actId="113"/>
          <ac:spMkLst>
            <pc:docMk/>
            <pc:sldMk cId="624956532" sldId="280"/>
            <ac:spMk id="3" creationId="{1E484625-91E5-652D-B03C-F8BFC2E440B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CD3742-0715-4C20-8CF0-1188A820FEE9}" type="datetimeFigureOut">
              <a:rPr lang="en-US" smtClean="0"/>
              <a:t>2/22/2025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EBF83B-0291-4259-A9A8-6363E4EF3FAD}" type="slidenum">
              <a:rPr lang="en-US" smtClean="0"/>
              <a:t>‹#›</a:t>
            </a:fld>
            <a:endParaRPr lang="en-US"/>
          </a:p>
        </p:txBody>
      </p:sp>
    </p:spTree>
    <p:extLst>
      <p:ext uri="{BB962C8B-B14F-4D97-AF65-F5344CB8AC3E}">
        <p14:creationId xmlns:p14="http://schemas.microsoft.com/office/powerpoint/2010/main" val="2822913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BA01-639F-A604-099D-46A414E4F6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340B78-4C2C-426E-6EB5-296EC7D32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160353-CD53-D8E4-C4DA-A3430AD486BA}"/>
              </a:ext>
            </a:extLst>
          </p:cNvPr>
          <p:cNvSpPr>
            <a:spLocks noGrp="1"/>
          </p:cNvSpPr>
          <p:nvPr>
            <p:ph type="dt" sz="half" idx="10"/>
          </p:nvPr>
        </p:nvSpPr>
        <p:spPr/>
        <p:txBody>
          <a:bodyPr/>
          <a:lstStyle/>
          <a:p>
            <a:fld id="{F03899A7-5B2E-42F6-BAA9-DBA0943434C3}" type="datetime1">
              <a:rPr lang="en-US" smtClean="0"/>
              <a:t>2/22/2025</a:t>
            </a:fld>
            <a:endParaRPr lang="en-US"/>
          </a:p>
        </p:txBody>
      </p:sp>
      <p:sp>
        <p:nvSpPr>
          <p:cNvPr id="5" name="Footer Placeholder 4">
            <a:extLst>
              <a:ext uri="{FF2B5EF4-FFF2-40B4-BE49-F238E27FC236}">
                <a16:creationId xmlns:a16="http://schemas.microsoft.com/office/drawing/2014/main" id="{F7D08A7E-B90F-24C0-3509-9F7B558F17D5}"/>
              </a:ext>
            </a:extLst>
          </p:cNvPr>
          <p:cNvSpPr>
            <a:spLocks noGrp="1"/>
          </p:cNvSpPr>
          <p:nvPr>
            <p:ph type="ftr" sz="quarter" idx="11"/>
          </p:nvPr>
        </p:nvSpPr>
        <p:spPr/>
        <p:txBody>
          <a:bodyPr/>
          <a:lstStyle/>
          <a:p>
            <a:r>
              <a:rPr lang="en-US"/>
              <a:t>Thangam S</a:t>
            </a:r>
          </a:p>
        </p:txBody>
      </p:sp>
      <p:sp>
        <p:nvSpPr>
          <p:cNvPr id="6" name="Slide Number Placeholder 5">
            <a:extLst>
              <a:ext uri="{FF2B5EF4-FFF2-40B4-BE49-F238E27FC236}">
                <a16:creationId xmlns:a16="http://schemas.microsoft.com/office/drawing/2014/main" id="{94B081F2-2724-9635-61C9-E0A0F36BF073}"/>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2209048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6607-5046-5183-8273-E99B63A5E2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BE36F8-9E6C-521A-27A2-1ABFE15A6C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E34360-3A07-D533-C64C-E067510BA6C3}"/>
              </a:ext>
            </a:extLst>
          </p:cNvPr>
          <p:cNvSpPr>
            <a:spLocks noGrp="1"/>
          </p:cNvSpPr>
          <p:nvPr>
            <p:ph type="dt" sz="half" idx="10"/>
          </p:nvPr>
        </p:nvSpPr>
        <p:spPr/>
        <p:txBody>
          <a:bodyPr/>
          <a:lstStyle/>
          <a:p>
            <a:fld id="{E673B6A6-41EE-436D-A2CB-7E8B88AB0D61}" type="datetime1">
              <a:rPr lang="en-US" smtClean="0"/>
              <a:t>2/22/2025</a:t>
            </a:fld>
            <a:endParaRPr lang="en-US"/>
          </a:p>
        </p:txBody>
      </p:sp>
      <p:sp>
        <p:nvSpPr>
          <p:cNvPr id="5" name="Footer Placeholder 4">
            <a:extLst>
              <a:ext uri="{FF2B5EF4-FFF2-40B4-BE49-F238E27FC236}">
                <a16:creationId xmlns:a16="http://schemas.microsoft.com/office/drawing/2014/main" id="{75C71676-16BE-02B6-B0B4-8BD64B215740}"/>
              </a:ext>
            </a:extLst>
          </p:cNvPr>
          <p:cNvSpPr>
            <a:spLocks noGrp="1"/>
          </p:cNvSpPr>
          <p:nvPr>
            <p:ph type="ftr" sz="quarter" idx="11"/>
          </p:nvPr>
        </p:nvSpPr>
        <p:spPr/>
        <p:txBody>
          <a:bodyPr/>
          <a:lstStyle/>
          <a:p>
            <a:r>
              <a:rPr lang="en-US"/>
              <a:t>Thangam S</a:t>
            </a:r>
          </a:p>
        </p:txBody>
      </p:sp>
      <p:sp>
        <p:nvSpPr>
          <p:cNvPr id="6" name="Slide Number Placeholder 5">
            <a:extLst>
              <a:ext uri="{FF2B5EF4-FFF2-40B4-BE49-F238E27FC236}">
                <a16:creationId xmlns:a16="http://schemas.microsoft.com/office/drawing/2014/main" id="{1DDDD06B-252D-3B2A-400E-AF313AEB1D2C}"/>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3410643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563D5-116D-D03D-FD8D-67019A27C5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9D0567-45F0-F856-C0DC-B2679C0154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0BE7A8-4644-D8F3-E2EB-E7B5C733D391}"/>
              </a:ext>
            </a:extLst>
          </p:cNvPr>
          <p:cNvSpPr>
            <a:spLocks noGrp="1"/>
          </p:cNvSpPr>
          <p:nvPr>
            <p:ph type="dt" sz="half" idx="10"/>
          </p:nvPr>
        </p:nvSpPr>
        <p:spPr/>
        <p:txBody>
          <a:bodyPr/>
          <a:lstStyle/>
          <a:p>
            <a:fld id="{2A02579B-FAF5-44AE-8D44-2D7A434ACDC2}" type="datetime1">
              <a:rPr lang="en-US" smtClean="0"/>
              <a:t>2/22/2025</a:t>
            </a:fld>
            <a:endParaRPr lang="en-US"/>
          </a:p>
        </p:txBody>
      </p:sp>
      <p:sp>
        <p:nvSpPr>
          <p:cNvPr id="5" name="Footer Placeholder 4">
            <a:extLst>
              <a:ext uri="{FF2B5EF4-FFF2-40B4-BE49-F238E27FC236}">
                <a16:creationId xmlns:a16="http://schemas.microsoft.com/office/drawing/2014/main" id="{8DF4C1FA-EFF9-B45E-C77D-833E9A44C424}"/>
              </a:ext>
            </a:extLst>
          </p:cNvPr>
          <p:cNvSpPr>
            <a:spLocks noGrp="1"/>
          </p:cNvSpPr>
          <p:nvPr>
            <p:ph type="ftr" sz="quarter" idx="11"/>
          </p:nvPr>
        </p:nvSpPr>
        <p:spPr/>
        <p:txBody>
          <a:bodyPr/>
          <a:lstStyle/>
          <a:p>
            <a:r>
              <a:rPr lang="en-US"/>
              <a:t>Thangam S</a:t>
            </a:r>
          </a:p>
        </p:txBody>
      </p:sp>
      <p:sp>
        <p:nvSpPr>
          <p:cNvPr id="6" name="Slide Number Placeholder 5">
            <a:extLst>
              <a:ext uri="{FF2B5EF4-FFF2-40B4-BE49-F238E27FC236}">
                <a16:creationId xmlns:a16="http://schemas.microsoft.com/office/drawing/2014/main" id="{E8A62A69-F09A-1B98-19FA-84E1CC0208C9}"/>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2791456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38AE1-9AB1-C504-20AB-A0268ED395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08B28E-D85C-050E-0A01-168A8F66A4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5D9A03-B7E6-0B9E-F668-3767FB1613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898260-AE4A-4707-7AD6-347E1FE973C0}"/>
              </a:ext>
            </a:extLst>
          </p:cNvPr>
          <p:cNvSpPr>
            <a:spLocks noGrp="1"/>
          </p:cNvSpPr>
          <p:nvPr>
            <p:ph type="dt" sz="half" idx="10"/>
          </p:nvPr>
        </p:nvSpPr>
        <p:spPr/>
        <p:txBody>
          <a:bodyPr/>
          <a:lstStyle/>
          <a:p>
            <a:fld id="{0A9B5A90-A158-40E1-B175-758FE668EDAE}" type="datetime1">
              <a:rPr lang="en-US" smtClean="0"/>
              <a:t>2/22/2025</a:t>
            </a:fld>
            <a:endParaRPr lang="en-US"/>
          </a:p>
        </p:txBody>
      </p:sp>
      <p:sp>
        <p:nvSpPr>
          <p:cNvPr id="6" name="Footer Placeholder 5">
            <a:extLst>
              <a:ext uri="{FF2B5EF4-FFF2-40B4-BE49-F238E27FC236}">
                <a16:creationId xmlns:a16="http://schemas.microsoft.com/office/drawing/2014/main" id="{A3E43FA7-3236-B1ED-9946-F17D029DD4BE}"/>
              </a:ext>
            </a:extLst>
          </p:cNvPr>
          <p:cNvSpPr>
            <a:spLocks noGrp="1"/>
          </p:cNvSpPr>
          <p:nvPr>
            <p:ph type="ftr" sz="quarter" idx="11"/>
          </p:nvPr>
        </p:nvSpPr>
        <p:spPr/>
        <p:txBody>
          <a:bodyPr/>
          <a:lstStyle/>
          <a:p>
            <a:r>
              <a:rPr lang="en-US"/>
              <a:t>Thangam S</a:t>
            </a:r>
          </a:p>
        </p:txBody>
      </p:sp>
      <p:sp>
        <p:nvSpPr>
          <p:cNvPr id="7" name="Slide Number Placeholder 6">
            <a:extLst>
              <a:ext uri="{FF2B5EF4-FFF2-40B4-BE49-F238E27FC236}">
                <a16:creationId xmlns:a16="http://schemas.microsoft.com/office/drawing/2014/main" id="{256C3EB5-9E5C-8F4C-55FB-A5FB436892A3}"/>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236529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3125E-AC6F-21C1-DC4E-12541C01A84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92A0C3-68E4-EC74-511C-BD0E80E081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7678F0-E0BA-AB94-EED1-CE4CC38FD6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23C9D4-D5BD-C961-02E4-80C5A7AF3A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9F04FA-E654-82A5-1013-2445AED18B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C33C61-2A2F-2070-39F3-8E2CC2DA92A5}"/>
              </a:ext>
            </a:extLst>
          </p:cNvPr>
          <p:cNvSpPr>
            <a:spLocks noGrp="1"/>
          </p:cNvSpPr>
          <p:nvPr>
            <p:ph type="dt" sz="half" idx="10"/>
          </p:nvPr>
        </p:nvSpPr>
        <p:spPr/>
        <p:txBody>
          <a:bodyPr/>
          <a:lstStyle/>
          <a:p>
            <a:fld id="{CE89FD13-8925-44EF-9DD7-F16F09C2051B}" type="datetime1">
              <a:rPr lang="en-US" smtClean="0"/>
              <a:t>2/22/2025</a:t>
            </a:fld>
            <a:endParaRPr lang="en-US"/>
          </a:p>
        </p:txBody>
      </p:sp>
      <p:sp>
        <p:nvSpPr>
          <p:cNvPr id="8" name="Footer Placeholder 7">
            <a:extLst>
              <a:ext uri="{FF2B5EF4-FFF2-40B4-BE49-F238E27FC236}">
                <a16:creationId xmlns:a16="http://schemas.microsoft.com/office/drawing/2014/main" id="{7C51E30D-7ACF-7670-AB0E-19931C717518}"/>
              </a:ext>
            </a:extLst>
          </p:cNvPr>
          <p:cNvSpPr>
            <a:spLocks noGrp="1"/>
          </p:cNvSpPr>
          <p:nvPr>
            <p:ph type="ftr" sz="quarter" idx="11"/>
          </p:nvPr>
        </p:nvSpPr>
        <p:spPr/>
        <p:txBody>
          <a:bodyPr/>
          <a:lstStyle/>
          <a:p>
            <a:r>
              <a:rPr lang="en-US"/>
              <a:t>Thangam S</a:t>
            </a:r>
          </a:p>
        </p:txBody>
      </p:sp>
      <p:sp>
        <p:nvSpPr>
          <p:cNvPr id="9" name="Slide Number Placeholder 8">
            <a:extLst>
              <a:ext uri="{FF2B5EF4-FFF2-40B4-BE49-F238E27FC236}">
                <a16:creationId xmlns:a16="http://schemas.microsoft.com/office/drawing/2014/main" id="{EEF0C52A-526A-5A80-1E2C-69C30B9DBBF6}"/>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3085200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D495B-14F1-7CB7-ADA5-D6FFA2CC17E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299C14-7A1C-48C1-76A7-AE6A8211376B}"/>
              </a:ext>
            </a:extLst>
          </p:cNvPr>
          <p:cNvSpPr>
            <a:spLocks noGrp="1"/>
          </p:cNvSpPr>
          <p:nvPr>
            <p:ph type="dt" sz="half" idx="10"/>
          </p:nvPr>
        </p:nvSpPr>
        <p:spPr/>
        <p:txBody>
          <a:bodyPr/>
          <a:lstStyle/>
          <a:p>
            <a:fld id="{A4708A0B-DAFA-40EA-95DE-68F9FCEA32BE}" type="datetime1">
              <a:rPr lang="en-US" smtClean="0"/>
              <a:t>2/22/2025</a:t>
            </a:fld>
            <a:endParaRPr lang="en-US"/>
          </a:p>
        </p:txBody>
      </p:sp>
      <p:sp>
        <p:nvSpPr>
          <p:cNvPr id="4" name="Footer Placeholder 3">
            <a:extLst>
              <a:ext uri="{FF2B5EF4-FFF2-40B4-BE49-F238E27FC236}">
                <a16:creationId xmlns:a16="http://schemas.microsoft.com/office/drawing/2014/main" id="{A5247E47-E157-C2C0-96B1-5A1629910C3F}"/>
              </a:ext>
            </a:extLst>
          </p:cNvPr>
          <p:cNvSpPr>
            <a:spLocks noGrp="1"/>
          </p:cNvSpPr>
          <p:nvPr>
            <p:ph type="ftr" sz="quarter" idx="11"/>
          </p:nvPr>
        </p:nvSpPr>
        <p:spPr/>
        <p:txBody>
          <a:bodyPr/>
          <a:lstStyle/>
          <a:p>
            <a:r>
              <a:rPr lang="en-US"/>
              <a:t>Thangam S</a:t>
            </a:r>
          </a:p>
        </p:txBody>
      </p:sp>
      <p:sp>
        <p:nvSpPr>
          <p:cNvPr id="5" name="Slide Number Placeholder 4">
            <a:extLst>
              <a:ext uri="{FF2B5EF4-FFF2-40B4-BE49-F238E27FC236}">
                <a16:creationId xmlns:a16="http://schemas.microsoft.com/office/drawing/2014/main" id="{7E833756-617C-201E-67E7-9F0F604CD150}"/>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806449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3A9D8-4FF8-12EB-D525-A6DEDB653BF6}"/>
              </a:ext>
            </a:extLst>
          </p:cNvPr>
          <p:cNvSpPr>
            <a:spLocks noGrp="1"/>
          </p:cNvSpPr>
          <p:nvPr>
            <p:ph type="dt" sz="half" idx="10"/>
          </p:nvPr>
        </p:nvSpPr>
        <p:spPr/>
        <p:txBody>
          <a:bodyPr/>
          <a:lstStyle/>
          <a:p>
            <a:fld id="{02498A4C-6FEB-465C-86DF-D4CB07A9B7E6}" type="datetime1">
              <a:rPr lang="en-US" smtClean="0"/>
              <a:t>2/22/2025</a:t>
            </a:fld>
            <a:endParaRPr lang="en-US"/>
          </a:p>
        </p:txBody>
      </p:sp>
      <p:sp>
        <p:nvSpPr>
          <p:cNvPr id="3" name="Footer Placeholder 2">
            <a:extLst>
              <a:ext uri="{FF2B5EF4-FFF2-40B4-BE49-F238E27FC236}">
                <a16:creationId xmlns:a16="http://schemas.microsoft.com/office/drawing/2014/main" id="{57FBE338-C571-030C-1A5A-C6A0592D3B16}"/>
              </a:ext>
            </a:extLst>
          </p:cNvPr>
          <p:cNvSpPr>
            <a:spLocks noGrp="1"/>
          </p:cNvSpPr>
          <p:nvPr>
            <p:ph type="ftr" sz="quarter" idx="11"/>
          </p:nvPr>
        </p:nvSpPr>
        <p:spPr/>
        <p:txBody>
          <a:bodyPr/>
          <a:lstStyle/>
          <a:p>
            <a:r>
              <a:rPr lang="en-US"/>
              <a:t>Thangam S</a:t>
            </a:r>
          </a:p>
        </p:txBody>
      </p:sp>
      <p:sp>
        <p:nvSpPr>
          <p:cNvPr id="4" name="Slide Number Placeholder 3">
            <a:extLst>
              <a:ext uri="{FF2B5EF4-FFF2-40B4-BE49-F238E27FC236}">
                <a16:creationId xmlns:a16="http://schemas.microsoft.com/office/drawing/2014/main" id="{8C1651FD-705E-259A-DA25-CBFA5DACB70E}"/>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2686320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958B0-F705-BA65-4A23-235F6A89B4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3187BB-793C-C059-1A1C-F636800E22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2E526C-9346-4EAB-8D8D-A5AECE41FE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441B3E-F879-6D66-09C9-F9BD211B96CE}"/>
              </a:ext>
            </a:extLst>
          </p:cNvPr>
          <p:cNvSpPr>
            <a:spLocks noGrp="1"/>
          </p:cNvSpPr>
          <p:nvPr>
            <p:ph type="dt" sz="half" idx="10"/>
          </p:nvPr>
        </p:nvSpPr>
        <p:spPr/>
        <p:txBody>
          <a:bodyPr/>
          <a:lstStyle/>
          <a:p>
            <a:fld id="{98C97E54-5AD3-4B1A-B0DF-6E95E37C9F6A}" type="datetime1">
              <a:rPr lang="en-US" smtClean="0"/>
              <a:t>2/22/2025</a:t>
            </a:fld>
            <a:endParaRPr lang="en-US"/>
          </a:p>
        </p:txBody>
      </p:sp>
      <p:sp>
        <p:nvSpPr>
          <p:cNvPr id="6" name="Footer Placeholder 5">
            <a:extLst>
              <a:ext uri="{FF2B5EF4-FFF2-40B4-BE49-F238E27FC236}">
                <a16:creationId xmlns:a16="http://schemas.microsoft.com/office/drawing/2014/main" id="{A25C1491-CC3C-3329-4BA2-3AC650756944}"/>
              </a:ext>
            </a:extLst>
          </p:cNvPr>
          <p:cNvSpPr>
            <a:spLocks noGrp="1"/>
          </p:cNvSpPr>
          <p:nvPr>
            <p:ph type="ftr" sz="quarter" idx="11"/>
          </p:nvPr>
        </p:nvSpPr>
        <p:spPr/>
        <p:txBody>
          <a:bodyPr/>
          <a:lstStyle/>
          <a:p>
            <a:r>
              <a:rPr lang="en-US"/>
              <a:t>Thangam S</a:t>
            </a:r>
          </a:p>
        </p:txBody>
      </p:sp>
      <p:sp>
        <p:nvSpPr>
          <p:cNvPr id="7" name="Slide Number Placeholder 6">
            <a:extLst>
              <a:ext uri="{FF2B5EF4-FFF2-40B4-BE49-F238E27FC236}">
                <a16:creationId xmlns:a16="http://schemas.microsoft.com/office/drawing/2014/main" id="{DCF9D7A2-BC1A-EA48-34D5-2A879FF63514}"/>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838791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0AF6-3E1B-E5BC-8DB6-9C47C1F836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CA3D25-49CF-58A7-E58D-4F45816A98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C28E3-1EBB-E126-271B-953A2F11A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362211-C8E7-693D-DE25-7ABD65D64DC5}"/>
              </a:ext>
            </a:extLst>
          </p:cNvPr>
          <p:cNvSpPr>
            <a:spLocks noGrp="1"/>
          </p:cNvSpPr>
          <p:nvPr>
            <p:ph type="dt" sz="half" idx="10"/>
          </p:nvPr>
        </p:nvSpPr>
        <p:spPr/>
        <p:txBody>
          <a:bodyPr/>
          <a:lstStyle/>
          <a:p>
            <a:fld id="{A84E232E-BFBE-4E4B-9D05-01B3F7AB3429}" type="datetime1">
              <a:rPr lang="en-US" smtClean="0"/>
              <a:t>2/22/2025</a:t>
            </a:fld>
            <a:endParaRPr lang="en-US"/>
          </a:p>
        </p:txBody>
      </p:sp>
      <p:sp>
        <p:nvSpPr>
          <p:cNvPr id="6" name="Footer Placeholder 5">
            <a:extLst>
              <a:ext uri="{FF2B5EF4-FFF2-40B4-BE49-F238E27FC236}">
                <a16:creationId xmlns:a16="http://schemas.microsoft.com/office/drawing/2014/main" id="{76B0B678-7AFB-506B-104C-850F45A87B4E}"/>
              </a:ext>
            </a:extLst>
          </p:cNvPr>
          <p:cNvSpPr>
            <a:spLocks noGrp="1"/>
          </p:cNvSpPr>
          <p:nvPr>
            <p:ph type="ftr" sz="quarter" idx="11"/>
          </p:nvPr>
        </p:nvSpPr>
        <p:spPr/>
        <p:txBody>
          <a:bodyPr/>
          <a:lstStyle/>
          <a:p>
            <a:r>
              <a:rPr lang="en-US"/>
              <a:t>Thangam S</a:t>
            </a:r>
          </a:p>
        </p:txBody>
      </p:sp>
      <p:sp>
        <p:nvSpPr>
          <p:cNvPr id="7" name="Slide Number Placeholder 6">
            <a:extLst>
              <a:ext uri="{FF2B5EF4-FFF2-40B4-BE49-F238E27FC236}">
                <a16:creationId xmlns:a16="http://schemas.microsoft.com/office/drawing/2014/main" id="{C7A5A670-34C1-5F79-31CB-32D6ACE375A3}"/>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4220028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9362C-58BA-8BAD-E3C9-4A9EA5AA4F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9F2D97-82A9-8C42-51A8-659A14A595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2A325C-4A11-DA64-2CCB-710B1656F81E}"/>
              </a:ext>
            </a:extLst>
          </p:cNvPr>
          <p:cNvSpPr>
            <a:spLocks noGrp="1"/>
          </p:cNvSpPr>
          <p:nvPr>
            <p:ph type="dt" sz="half" idx="10"/>
          </p:nvPr>
        </p:nvSpPr>
        <p:spPr/>
        <p:txBody>
          <a:bodyPr/>
          <a:lstStyle/>
          <a:p>
            <a:fld id="{462E2130-5947-494F-8951-5D1D1E10F140}" type="datetime1">
              <a:rPr lang="en-US" smtClean="0"/>
              <a:t>2/22/2025</a:t>
            </a:fld>
            <a:endParaRPr lang="en-US"/>
          </a:p>
        </p:txBody>
      </p:sp>
      <p:sp>
        <p:nvSpPr>
          <p:cNvPr id="5" name="Footer Placeholder 4">
            <a:extLst>
              <a:ext uri="{FF2B5EF4-FFF2-40B4-BE49-F238E27FC236}">
                <a16:creationId xmlns:a16="http://schemas.microsoft.com/office/drawing/2014/main" id="{6027FE2A-0E02-18B6-D466-1D93C98F1B14}"/>
              </a:ext>
            </a:extLst>
          </p:cNvPr>
          <p:cNvSpPr>
            <a:spLocks noGrp="1"/>
          </p:cNvSpPr>
          <p:nvPr>
            <p:ph type="ftr" sz="quarter" idx="11"/>
          </p:nvPr>
        </p:nvSpPr>
        <p:spPr/>
        <p:txBody>
          <a:bodyPr/>
          <a:lstStyle/>
          <a:p>
            <a:r>
              <a:rPr lang="en-US"/>
              <a:t>Thangam S</a:t>
            </a:r>
          </a:p>
        </p:txBody>
      </p:sp>
      <p:sp>
        <p:nvSpPr>
          <p:cNvPr id="6" name="Slide Number Placeholder 5">
            <a:extLst>
              <a:ext uri="{FF2B5EF4-FFF2-40B4-BE49-F238E27FC236}">
                <a16:creationId xmlns:a16="http://schemas.microsoft.com/office/drawing/2014/main" id="{ED1F2C33-E925-544D-CA00-D1899708D25A}"/>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4233894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5A914D-227B-6BC3-00E0-CFD6A04278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3F095D-9407-05E1-9555-31D0C4A617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F330AB-D97A-A130-9108-9730AB1D419A}"/>
              </a:ext>
            </a:extLst>
          </p:cNvPr>
          <p:cNvSpPr>
            <a:spLocks noGrp="1"/>
          </p:cNvSpPr>
          <p:nvPr>
            <p:ph type="dt" sz="half" idx="10"/>
          </p:nvPr>
        </p:nvSpPr>
        <p:spPr/>
        <p:txBody>
          <a:bodyPr/>
          <a:lstStyle/>
          <a:p>
            <a:fld id="{CCF74DAB-DB50-4DB4-8D79-D444D69F3ABB}" type="datetime1">
              <a:rPr lang="en-US" smtClean="0"/>
              <a:t>2/22/2025</a:t>
            </a:fld>
            <a:endParaRPr lang="en-US"/>
          </a:p>
        </p:txBody>
      </p:sp>
      <p:sp>
        <p:nvSpPr>
          <p:cNvPr id="5" name="Footer Placeholder 4">
            <a:extLst>
              <a:ext uri="{FF2B5EF4-FFF2-40B4-BE49-F238E27FC236}">
                <a16:creationId xmlns:a16="http://schemas.microsoft.com/office/drawing/2014/main" id="{2902B609-2CF4-F4B3-7CAC-88E29C5834CB}"/>
              </a:ext>
            </a:extLst>
          </p:cNvPr>
          <p:cNvSpPr>
            <a:spLocks noGrp="1"/>
          </p:cNvSpPr>
          <p:nvPr>
            <p:ph type="ftr" sz="quarter" idx="11"/>
          </p:nvPr>
        </p:nvSpPr>
        <p:spPr/>
        <p:txBody>
          <a:bodyPr/>
          <a:lstStyle/>
          <a:p>
            <a:r>
              <a:rPr lang="en-US"/>
              <a:t>Thangam S</a:t>
            </a:r>
          </a:p>
        </p:txBody>
      </p:sp>
      <p:sp>
        <p:nvSpPr>
          <p:cNvPr id="6" name="Slide Number Placeholder 5">
            <a:extLst>
              <a:ext uri="{FF2B5EF4-FFF2-40B4-BE49-F238E27FC236}">
                <a16:creationId xmlns:a16="http://schemas.microsoft.com/office/drawing/2014/main" id="{833FFCFF-9BFE-5134-F594-5AF6C73FE5A8}"/>
              </a:ext>
            </a:extLst>
          </p:cNvPr>
          <p:cNvSpPr>
            <a:spLocks noGrp="1"/>
          </p:cNvSpPr>
          <p:nvPr>
            <p:ph type="sldNum" sz="quarter" idx="12"/>
          </p:nvPr>
        </p:nvSpPr>
        <p:spPr/>
        <p:txBody>
          <a:bodyPr/>
          <a:lstStyle/>
          <a:p>
            <a:fld id="{939A67F6-23EB-41DB-9564-BD8644C1C927}" type="slidenum">
              <a:rPr lang="en-US" smtClean="0"/>
              <a:t>‹#›</a:t>
            </a:fld>
            <a:endParaRPr lang="en-US"/>
          </a:p>
        </p:txBody>
      </p:sp>
    </p:spTree>
    <p:extLst>
      <p:ext uri="{BB962C8B-B14F-4D97-AF65-F5344CB8AC3E}">
        <p14:creationId xmlns:p14="http://schemas.microsoft.com/office/powerpoint/2010/main" val="2976558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3E625-F909-D359-3359-CB2130DD27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6CF3B8-EB9F-F806-B7BE-B92176DD60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60230-2189-009A-02C2-A2A87C01E8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BD1D1D-7499-4E75-A410-2C9DCCDAACFF}" type="datetime1">
              <a:rPr lang="en-US" smtClean="0"/>
              <a:t>2/22/2025</a:t>
            </a:fld>
            <a:endParaRPr lang="en-US"/>
          </a:p>
        </p:txBody>
      </p:sp>
      <p:sp>
        <p:nvSpPr>
          <p:cNvPr id="5" name="Footer Placeholder 4">
            <a:extLst>
              <a:ext uri="{FF2B5EF4-FFF2-40B4-BE49-F238E27FC236}">
                <a16:creationId xmlns:a16="http://schemas.microsoft.com/office/drawing/2014/main" id="{8D016DD7-B669-39F2-EA86-ACE51B472A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Thangam S</a:t>
            </a:r>
          </a:p>
        </p:txBody>
      </p:sp>
      <p:sp>
        <p:nvSpPr>
          <p:cNvPr id="6" name="Slide Number Placeholder 5">
            <a:extLst>
              <a:ext uri="{FF2B5EF4-FFF2-40B4-BE49-F238E27FC236}">
                <a16:creationId xmlns:a16="http://schemas.microsoft.com/office/drawing/2014/main" id="{ED411C28-C2A8-43F1-9D52-B251E91EF0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9A67F6-23EB-41DB-9564-BD8644C1C927}" type="slidenum">
              <a:rPr lang="en-US" smtClean="0"/>
              <a:t>‹#›</a:t>
            </a:fld>
            <a:endParaRPr lang="en-US"/>
          </a:p>
        </p:txBody>
      </p:sp>
    </p:spTree>
    <p:extLst>
      <p:ext uri="{BB962C8B-B14F-4D97-AF65-F5344CB8AC3E}">
        <p14:creationId xmlns:p14="http://schemas.microsoft.com/office/powerpoint/2010/main" val="2213612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50DEC-BA55-F178-0771-786A27FBF35A}"/>
              </a:ext>
            </a:extLst>
          </p:cNvPr>
          <p:cNvSpPr>
            <a:spLocks noGrp="1"/>
          </p:cNvSpPr>
          <p:nvPr>
            <p:ph type="ctrTitle"/>
          </p:nvPr>
        </p:nvSpPr>
        <p:spPr/>
        <p:txBody>
          <a:bodyPr>
            <a:normAutofit/>
          </a:bodyPr>
          <a:lstStyle/>
          <a:p>
            <a:r>
              <a:rPr lang="en-US" sz="3200" b="0" i="0" u="none" strike="noStrike" baseline="0" dirty="0">
                <a:latin typeface="FranklinGothic-Heavy"/>
              </a:rPr>
              <a:t>Understanding the CSS Box Model</a:t>
            </a:r>
            <a:br>
              <a:rPr lang="en-US" sz="3200" b="0" i="0" u="none" strike="noStrike" baseline="0" dirty="0">
                <a:latin typeface="FranklinGothic-Heavy"/>
              </a:rPr>
            </a:br>
            <a:r>
              <a:rPr lang="en-US" sz="3200" b="0" i="0" u="none" strike="noStrike" baseline="0" dirty="0">
                <a:latin typeface="FranklinGothic-Heavy"/>
              </a:rPr>
              <a:t>and Positioning</a:t>
            </a:r>
            <a:endParaRPr lang="en-US" sz="3200" dirty="0"/>
          </a:p>
        </p:txBody>
      </p:sp>
      <p:sp>
        <p:nvSpPr>
          <p:cNvPr id="3" name="Subtitle 2">
            <a:extLst>
              <a:ext uri="{FF2B5EF4-FFF2-40B4-BE49-F238E27FC236}">
                <a16:creationId xmlns:a16="http://schemas.microsoft.com/office/drawing/2014/main" id="{69F00822-40A7-E220-5741-7394335107DA}"/>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D54220C7-2003-0C87-CFE8-B4456E4CBFF6}"/>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2567008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1339-0A78-93F5-98D6-F44E4F4FA2FA}"/>
              </a:ext>
            </a:extLst>
          </p:cNvPr>
          <p:cNvSpPr>
            <a:spLocks noGrp="1"/>
          </p:cNvSpPr>
          <p:nvPr>
            <p:ph type="title"/>
          </p:nvPr>
        </p:nvSpPr>
        <p:spPr>
          <a:xfrm>
            <a:off x="838200" y="365125"/>
            <a:ext cx="10515600" cy="879059"/>
          </a:xfrm>
        </p:spPr>
        <p:txBody>
          <a:bodyPr>
            <a:normAutofit/>
          </a:bodyPr>
          <a:lstStyle/>
          <a:p>
            <a:r>
              <a:rPr lang="en-US" sz="3200" i="0" u="none" strike="noStrike" baseline="0" dirty="0">
                <a:latin typeface="FranklinGothic-Heavy"/>
              </a:rPr>
              <a:t>The CSS Box Model</a:t>
            </a:r>
            <a:endParaRPr lang="en-US" sz="3200" dirty="0"/>
          </a:p>
        </p:txBody>
      </p:sp>
      <p:sp>
        <p:nvSpPr>
          <p:cNvPr id="3" name="Content Placeholder 2">
            <a:extLst>
              <a:ext uri="{FF2B5EF4-FFF2-40B4-BE49-F238E27FC236}">
                <a16:creationId xmlns:a16="http://schemas.microsoft.com/office/drawing/2014/main" id="{16320E07-7DA2-9470-7285-C5D6381E509A}"/>
              </a:ext>
            </a:extLst>
          </p:cNvPr>
          <p:cNvSpPr>
            <a:spLocks noGrp="1"/>
          </p:cNvSpPr>
          <p:nvPr>
            <p:ph idx="1"/>
          </p:nvPr>
        </p:nvSpPr>
        <p:spPr>
          <a:xfrm>
            <a:off x="838200" y="1064302"/>
            <a:ext cx="10515600" cy="5112661"/>
          </a:xfrm>
        </p:spPr>
        <p:txBody>
          <a:bodyPr>
            <a:noAutofit/>
          </a:bodyPr>
          <a:lstStyle/>
          <a:p>
            <a:pPr algn="just"/>
            <a:r>
              <a:rPr lang="en-US" sz="1800" b="0" i="0" u="none" strike="noStrike" baseline="0" dirty="0">
                <a:latin typeface="Palatino-Roman"/>
              </a:rPr>
              <a:t>Every element in HTML is considered a “box,” whether it is a paragraph, a </a:t>
            </a:r>
            <a:r>
              <a:rPr lang="en-US" sz="1800" b="0" i="0" u="none" strike="noStrike" baseline="0" dirty="0">
                <a:latin typeface="MonoRegular"/>
              </a:rPr>
              <a:t>&lt;div&gt;</a:t>
            </a:r>
            <a:r>
              <a:rPr lang="en-US" sz="1800" b="0" i="0" u="none" strike="noStrike" baseline="0" dirty="0">
                <a:latin typeface="Palatino-Roman"/>
              </a:rPr>
              <a:t>, an image, or so on. </a:t>
            </a:r>
          </a:p>
          <a:p>
            <a:pPr algn="just"/>
            <a:r>
              <a:rPr lang="en-US" sz="1800" b="0" i="0" u="none" strike="noStrike" baseline="0" dirty="0">
                <a:latin typeface="Palatino-Roman"/>
              </a:rPr>
              <a:t>Boxes have consistent properties, whether we see them or not, and whether they are specified at all in the style sheet or not. </a:t>
            </a:r>
          </a:p>
          <a:p>
            <a:pPr algn="just"/>
            <a:r>
              <a:rPr lang="en-US" sz="1800" b="0" i="0" u="none" strike="noStrike" baseline="0" dirty="0">
                <a:latin typeface="Palatino-Roman"/>
              </a:rPr>
              <a:t>They’re always present, and as designers, we have to keep their presence in mind when creating a layout.</a:t>
            </a:r>
          </a:p>
          <a:p>
            <a:pPr algn="just"/>
            <a:endParaRPr lang="en-US" sz="1800" dirty="0">
              <a:latin typeface="Palatino-Roman"/>
            </a:endParaRPr>
          </a:p>
          <a:p>
            <a:pPr algn="just"/>
            <a:endParaRPr lang="en-US" sz="1800" b="0" i="0" u="none" strike="noStrike" baseline="0" dirty="0">
              <a:latin typeface="Palatino-Roman"/>
            </a:endParaRPr>
          </a:p>
          <a:p>
            <a:pPr algn="just"/>
            <a:endParaRPr lang="en-US" sz="1800" dirty="0">
              <a:latin typeface="Palatino-Roman"/>
            </a:endParaRPr>
          </a:p>
          <a:p>
            <a:pPr algn="just"/>
            <a:endParaRPr lang="en-US" sz="1800" b="0" i="0" u="none" strike="noStrike" baseline="0" dirty="0">
              <a:latin typeface="Palatino-Roman"/>
            </a:endParaRPr>
          </a:p>
          <a:p>
            <a:pPr algn="just"/>
            <a:endParaRPr lang="en-US" sz="1800" dirty="0">
              <a:latin typeface="Palatino-Roman"/>
            </a:endParaRPr>
          </a:p>
          <a:p>
            <a:pPr algn="just"/>
            <a:endParaRPr lang="en-US" sz="1800" b="0" i="0" u="none" strike="noStrike" baseline="0" dirty="0">
              <a:latin typeface="Palatino-Roman"/>
            </a:endParaRPr>
          </a:p>
          <a:p>
            <a:pPr algn="just"/>
            <a:endParaRPr lang="en-US" sz="1800" dirty="0">
              <a:latin typeface="Palatino-Roman"/>
            </a:endParaRPr>
          </a:p>
          <a:p>
            <a:pPr marL="0" indent="0" algn="ctr">
              <a:buNone/>
            </a:pPr>
            <a:r>
              <a:rPr lang="en-US" sz="1800" b="0" i="0" u="none" strike="noStrike" baseline="0" dirty="0">
                <a:latin typeface="Palatino-Roman"/>
              </a:rPr>
              <a:t>Figure: </a:t>
            </a:r>
            <a:r>
              <a:rPr lang="en-US" sz="1800" b="0" i="0" u="none" strike="noStrike" baseline="0" dirty="0">
                <a:latin typeface="FranklinGothic-Book"/>
              </a:rPr>
              <a:t>Every element in HTML  represented by the CSS box model.</a:t>
            </a:r>
            <a:endParaRPr lang="en-US" sz="1800" b="0" i="0" u="none" strike="noStrike" baseline="0" dirty="0">
              <a:latin typeface="Palatino-Roman"/>
            </a:endParaRPr>
          </a:p>
          <a:p>
            <a:pPr algn="just"/>
            <a:endParaRPr lang="en-US" sz="1800" dirty="0"/>
          </a:p>
        </p:txBody>
      </p:sp>
      <p:pic>
        <p:nvPicPr>
          <p:cNvPr id="5" name="Picture 4">
            <a:extLst>
              <a:ext uri="{FF2B5EF4-FFF2-40B4-BE49-F238E27FC236}">
                <a16:creationId xmlns:a16="http://schemas.microsoft.com/office/drawing/2014/main" id="{FA018218-D29A-FCBD-35DB-40126CC5F857}"/>
              </a:ext>
            </a:extLst>
          </p:cNvPr>
          <p:cNvPicPr>
            <a:picLocks noChangeAspect="1"/>
          </p:cNvPicPr>
          <p:nvPr/>
        </p:nvPicPr>
        <p:blipFill>
          <a:blip r:embed="rId2"/>
          <a:stretch>
            <a:fillRect/>
          </a:stretch>
        </p:blipFill>
        <p:spPr>
          <a:xfrm>
            <a:off x="3982836" y="2974483"/>
            <a:ext cx="4226328" cy="2639333"/>
          </a:xfrm>
          <a:prstGeom prst="rect">
            <a:avLst/>
          </a:prstGeom>
        </p:spPr>
      </p:pic>
      <p:sp>
        <p:nvSpPr>
          <p:cNvPr id="4" name="Footer Placeholder 3">
            <a:extLst>
              <a:ext uri="{FF2B5EF4-FFF2-40B4-BE49-F238E27FC236}">
                <a16:creationId xmlns:a16="http://schemas.microsoft.com/office/drawing/2014/main" id="{D5FC2FC9-5C33-4C30-7238-E33BEBE5F726}"/>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3382197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D41EB-2DC8-C3D0-1263-5A24E996F982}"/>
              </a:ext>
            </a:extLst>
          </p:cNvPr>
          <p:cNvSpPr>
            <a:spLocks noGrp="1"/>
          </p:cNvSpPr>
          <p:nvPr>
            <p:ph type="title"/>
          </p:nvPr>
        </p:nvSpPr>
        <p:spPr/>
        <p:txBody>
          <a:bodyPr/>
          <a:lstStyle/>
          <a:p>
            <a:r>
              <a:rPr kumimoji="0" lang="en-US" sz="3200" i="0" u="none" strike="noStrike" kern="1200" cap="none" spc="0" normalizeH="0" baseline="0" noProof="0" dirty="0">
                <a:ln>
                  <a:noFill/>
                </a:ln>
                <a:solidFill>
                  <a:prstClr val="black"/>
                </a:solidFill>
                <a:effectLst/>
                <a:uLnTx/>
                <a:uFillTx/>
                <a:latin typeface="FranklinGothic-Heavy"/>
                <a:ea typeface="+mj-ea"/>
                <a:cs typeface="+mj-cs"/>
              </a:rPr>
              <a:t>The CSS Box Model Cont..</a:t>
            </a:r>
            <a:endParaRPr lang="en-US" dirty="0"/>
          </a:p>
        </p:txBody>
      </p:sp>
      <p:sp>
        <p:nvSpPr>
          <p:cNvPr id="3" name="Content Placeholder 2">
            <a:extLst>
              <a:ext uri="{FF2B5EF4-FFF2-40B4-BE49-F238E27FC236}">
                <a16:creationId xmlns:a16="http://schemas.microsoft.com/office/drawing/2014/main" id="{E4C70F46-87CE-ABDE-CDD5-88190DFB88FB}"/>
              </a:ext>
            </a:extLst>
          </p:cNvPr>
          <p:cNvSpPr>
            <a:spLocks noGrp="1"/>
          </p:cNvSpPr>
          <p:nvPr>
            <p:ph idx="1"/>
          </p:nvPr>
        </p:nvSpPr>
        <p:spPr/>
        <p:txBody>
          <a:bodyPr>
            <a:normAutofit lnSpcReduction="10000"/>
          </a:bodyPr>
          <a:lstStyle/>
          <a:p>
            <a:pPr marL="0" indent="0" algn="l">
              <a:buNone/>
            </a:pPr>
            <a:r>
              <a:rPr lang="en-US" sz="1800" b="0" i="0" u="none" strike="noStrike" baseline="0" dirty="0">
                <a:latin typeface="Palatino-Roman"/>
              </a:rPr>
              <a:t>Here’s yet another explanation of the box model, going from the outside inward:</a:t>
            </a:r>
          </a:p>
          <a:p>
            <a:pPr algn="l"/>
            <a:r>
              <a:rPr lang="en-US" sz="1800" b="0" i="0" u="none" strike="noStrike" baseline="0" dirty="0">
                <a:latin typeface="Palatino-Roman"/>
              </a:rPr>
              <a:t>The </a:t>
            </a:r>
            <a:r>
              <a:rPr lang="en-US" sz="1800" b="0" i="1" u="none" strike="noStrike" baseline="0" dirty="0">
                <a:latin typeface="Palatino-Italic"/>
              </a:rPr>
              <a:t>margin </a:t>
            </a:r>
            <a:r>
              <a:rPr lang="en-US" sz="1800" b="0" i="0" u="none" strike="noStrike" baseline="0" dirty="0">
                <a:latin typeface="Palatino-Roman"/>
              </a:rPr>
              <a:t>is the area outside of the element. It never has color; it is always transparent.</a:t>
            </a:r>
          </a:p>
          <a:p>
            <a:pPr algn="just"/>
            <a:r>
              <a:rPr lang="en-US" sz="1800" b="0" i="0" u="none" strike="noStrike" baseline="0" dirty="0">
                <a:latin typeface="SeanSymbols"/>
              </a:rPr>
              <a:t>. </a:t>
            </a:r>
            <a:r>
              <a:rPr lang="en-US" sz="1800" b="0" i="0" u="none" strike="noStrike" baseline="0" dirty="0">
                <a:latin typeface="Palatino-Roman"/>
              </a:rPr>
              <a:t>The </a:t>
            </a:r>
            <a:r>
              <a:rPr lang="en-US" sz="1800" b="0" i="1" u="none" strike="noStrike" baseline="0" dirty="0">
                <a:latin typeface="Palatino-Italic"/>
              </a:rPr>
              <a:t>border </a:t>
            </a:r>
            <a:r>
              <a:rPr lang="en-US" sz="1800" b="0" i="0" u="none" strike="noStrike" baseline="0" dirty="0">
                <a:latin typeface="Palatino-Roman"/>
              </a:rPr>
              <a:t>extends around the element, on the outer edge of any padding. </a:t>
            </a:r>
          </a:p>
          <a:p>
            <a:pPr algn="l"/>
            <a:r>
              <a:rPr lang="en-US" sz="1800" b="0" i="0" u="none" strike="noStrike" baseline="0" dirty="0">
                <a:latin typeface="Palatino-Roman"/>
              </a:rPr>
              <a:t>The border can be of several types, widths, and colors. </a:t>
            </a:r>
          </a:p>
          <a:p>
            <a:pPr algn="l"/>
            <a:r>
              <a:rPr lang="en-US" sz="1800" b="0" i="0" u="none" strike="noStrike" baseline="0" dirty="0">
                <a:latin typeface="Palatino-Roman"/>
              </a:rPr>
              <a:t>The </a:t>
            </a:r>
            <a:r>
              <a:rPr lang="en-US" sz="1800" b="0" i="1" u="none" strike="noStrike" baseline="0" dirty="0">
                <a:latin typeface="Palatino-Italic"/>
              </a:rPr>
              <a:t>padding </a:t>
            </a:r>
            <a:r>
              <a:rPr lang="en-US" sz="1800" b="0" i="0" u="none" strike="noStrike" baseline="0" dirty="0">
                <a:latin typeface="Palatino-Roman"/>
              </a:rPr>
              <a:t>exists around the content and inherits the background color of the content area.</a:t>
            </a:r>
          </a:p>
          <a:p>
            <a:pPr algn="l"/>
            <a:r>
              <a:rPr lang="en-US" sz="1800" b="0" i="0" u="none" strike="noStrike" baseline="0" dirty="0">
                <a:latin typeface="Palatino-Roman"/>
              </a:rPr>
              <a:t>The </a:t>
            </a:r>
            <a:r>
              <a:rPr lang="en-US" sz="1800" b="0" i="1" u="none" strike="noStrike" baseline="0" dirty="0">
                <a:latin typeface="Palatino-Italic"/>
              </a:rPr>
              <a:t>content </a:t>
            </a:r>
            <a:r>
              <a:rPr lang="en-US" sz="1800" b="0" i="0" u="none" strike="noStrike" baseline="0" dirty="0">
                <a:latin typeface="Palatino-Roman"/>
              </a:rPr>
              <a:t>is surrounded by padding.</a:t>
            </a:r>
          </a:p>
          <a:p>
            <a:pPr marL="0" indent="0" algn="l">
              <a:buNone/>
            </a:pPr>
            <a:r>
              <a:rPr lang="en-US" sz="1800" b="1" i="0" u="none" strike="noStrike" baseline="0" dirty="0">
                <a:latin typeface="MonoRegular"/>
              </a:rPr>
              <a:t>div {</a:t>
            </a:r>
          </a:p>
          <a:p>
            <a:pPr marL="0" indent="0" algn="l">
              <a:buNone/>
            </a:pPr>
            <a:r>
              <a:rPr lang="en-US" sz="1800" b="1" i="0" u="none" strike="noStrike" baseline="0" dirty="0">
                <a:latin typeface="MonoRegular"/>
              </a:rPr>
              <a:t>width: 250px;</a:t>
            </a:r>
          </a:p>
          <a:p>
            <a:pPr marL="0" indent="0" algn="l">
              <a:buNone/>
            </a:pPr>
            <a:r>
              <a:rPr lang="en-US" sz="1800" b="1" i="0" u="none" strike="noStrike" baseline="0" dirty="0">
                <a:latin typeface="MonoRegular"/>
              </a:rPr>
              <a:t>height: 100px;</a:t>
            </a:r>
            <a:endParaRPr lang="en-US" sz="1800" b="1" dirty="0">
              <a:latin typeface="Palatino-Roman"/>
            </a:endParaRPr>
          </a:p>
          <a:p>
            <a:pPr marL="0" indent="0" algn="l">
              <a:buNone/>
            </a:pPr>
            <a:r>
              <a:rPr lang="en-US" sz="1800" b="1" i="0" u="none" strike="noStrike" baseline="0" dirty="0">
                <a:latin typeface="MonoRegular"/>
              </a:rPr>
              <a:t>background-color: #ff0000;</a:t>
            </a:r>
          </a:p>
          <a:p>
            <a:pPr marL="0" indent="0" algn="l">
              <a:buNone/>
            </a:pPr>
            <a:r>
              <a:rPr lang="en-US" sz="1800" b="1" i="0" u="none" strike="noStrike" baseline="0" dirty="0">
                <a:latin typeface="MonoRegular"/>
              </a:rPr>
              <a:t>border: 1px solid #000000;</a:t>
            </a:r>
          </a:p>
          <a:p>
            <a:pPr marL="0" indent="0" algn="l">
              <a:buNone/>
            </a:pPr>
            <a:r>
              <a:rPr lang="en-US" sz="1800" b="1" i="0" u="none" strike="noStrike" baseline="0" dirty="0">
                <a:latin typeface="MonoRegular"/>
              </a:rPr>
              <a:t>}</a:t>
            </a:r>
            <a:endParaRPr lang="en-US" b="1" dirty="0"/>
          </a:p>
        </p:txBody>
      </p:sp>
      <p:pic>
        <p:nvPicPr>
          <p:cNvPr id="5" name="Picture 4">
            <a:extLst>
              <a:ext uri="{FF2B5EF4-FFF2-40B4-BE49-F238E27FC236}">
                <a16:creationId xmlns:a16="http://schemas.microsoft.com/office/drawing/2014/main" id="{B7BB085C-C174-5CC0-2FD2-512896F30AC4}"/>
              </a:ext>
            </a:extLst>
          </p:cNvPr>
          <p:cNvPicPr>
            <a:picLocks noChangeAspect="1"/>
          </p:cNvPicPr>
          <p:nvPr/>
        </p:nvPicPr>
        <p:blipFill>
          <a:blip r:embed="rId2"/>
          <a:stretch>
            <a:fillRect/>
          </a:stretch>
        </p:blipFill>
        <p:spPr>
          <a:xfrm>
            <a:off x="5504552" y="3567095"/>
            <a:ext cx="3827450" cy="2609868"/>
          </a:xfrm>
          <a:prstGeom prst="rect">
            <a:avLst/>
          </a:prstGeom>
        </p:spPr>
      </p:pic>
      <p:sp>
        <p:nvSpPr>
          <p:cNvPr id="4" name="Footer Placeholder 3">
            <a:extLst>
              <a:ext uri="{FF2B5EF4-FFF2-40B4-BE49-F238E27FC236}">
                <a16:creationId xmlns:a16="http://schemas.microsoft.com/office/drawing/2014/main" id="{569A4186-441A-49C5-D691-B375694CA20A}"/>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4858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FFCE4-E806-975E-79E9-D36F87D3201B}"/>
              </a:ext>
            </a:extLst>
          </p:cNvPr>
          <p:cNvSpPr>
            <a:spLocks noGrp="1"/>
          </p:cNvSpPr>
          <p:nvPr>
            <p:ph type="title"/>
          </p:nvPr>
        </p:nvSpPr>
        <p:spPr>
          <a:xfrm>
            <a:off x="838200" y="365126"/>
            <a:ext cx="10515600" cy="819098"/>
          </a:xfrm>
        </p:spPr>
        <p:txBody>
          <a:bodyPr/>
          <a:lstStyle/>
          <a:p>
            <a:r>
              <a:rPr kumimoji="0" lang="en-US" sz="3200" i="0" u="none" strike="noStrike" kern="1200" cap="none" spc="0" normalizeH="0" baseline="0" noProof="0" dirty="0">
                <a:ln>
                  <a:noFill/>
                </a:ln>
                <a:solidFill>
                  <a:prstClr val="black"/>
                </a:solidFill>
                <a:effectLst/>
                <a:uLnTx/>
                <a:uFillTx/>
                <a:latin typeface="FranklinGothic-Heavy"/>
                <a:ea typeface="+mj-ea"/>
                <a:cs typeface="+mj-cs"/>
              </a:rPr>
              <a:t>The CSS Box Model Cont..</a:t>
            </a:r>
            <a:endParaRPr lang="en-US" dirty="0"/>
          </a:p>
        </p:txBody>
      </p:sp>
      <p:sp>
        <p:nvSpPr>
          <p:cNvPr id="3" name="Content Placeholder 2">
            <a:extLst>
              <a:ext uri="{FF2B5EF4-FFF2-40B4-BE49-F238E27FC236}">
                <a16:creationId xmlns:a16="http://schemas.microsoft.com/office/drawing/2014/main" id="{C2991744-A3D9-810A-2C5A-4878D6738336}"/>
              </a:ext>
            </a:extLst>
          </p:cNvPr>
          <p:cNvSpPr>
            <a:spLocks noGrp="1"/>
          </p:cNvSpPr>
          <p:nvPr>
            <p:ph idx="1"/>
          </p:nvPr>
        </p:nvSpPr>
        <p:spPr/>
        <p:txBody>
          <a:bodyPr>
            <a:normAutofit/>
          </a:bodyPr>
          <a:lstStyle/>
          <a:p>
            <a:pPr marL="0" indent="0" algn="l">
              <a:buNone/>
            </a:pPr>
            <a:r>
              <a:rPr lang="en-US" sz="1800" b="1" i="0" u="none" strike="noStrike" baseline="0" dirty="0">
                <a:latin typeface="MonoRegular"/>
              </a:rPr>
              <a:t>div#d2 {</a:t>
            </a:r>
          </a:p>
          <a:p>
            <a:pPr marL="0" indent="0" algn="l">
              <a:buNone/>
            </a:pPr>
            <a:r>
              <a:rPr lang="en-US" sz="1800" b="1" i="0" u="none" strike="noStrike" baseline="0" dirty="0">
                <a:latin typeface="MonoRegular"/>
              </a:rPr>
              <a:t>width: 250px;</a:t>
            </a:r>
          </a:p>
          <a:p>
            <a:pPr marL="0" indent="0" algn="l">
              <a:buNone/>
            </a:pPr>
            <a:r>
              <a:rPr lang="en-US" sz="1800" b="1" i="0" u="none" strike="noStrike" baseline="0" dirty="0">
                <a:latin typeface="MonoRegular"/>
              </a:rPr>
              <a:t>height: 100px;</a:t>
            </a:r>
          </a:p>
          <a:p>
            <a:pPr marL="0" indent="0" algn="l">
              <a:buNone/>
            </a:pPr>
            <a:r>
              <a:rPr lang="en-US" sz="1800" b="1" i="0" u="none" strike="noStrike" baseline="0" dirty="0">
                <a:latin typeface="MonoRegular"/>
              </a:rPr>
              <a:t>background-color: #ff0000;</a:t>
            </a:r>
          </a:p>
          <a:p>
            <a:pPr marL="0" indent="0" algn="l">
              <a:buNone/>
            </a:pPr>
            <a:r>
              <a:rPr lang="en-US" sz="1800" b="1" i="0" u="none" strike="noStrike" baseline="0" dirty="0">
                <a:latin typeface="MonoRegular"/>
              </a:rPr>
              <a:t>border: 5px solid #000000;</a:t>
            </a:r>
          </a:p>
          <a:p>
            <a:pPr marL="0" indent="0" algn="l">
              <a:buNone/>
            </a:pPr>
            <a:r>
              <a:rPr lang="en-US" sz="1800" b="1" i="0" u="none" strike="noStrike" baseline="0" dirty="0">
                <a:latin typeface="MonoRegular"/>
              </a:rPr>
              <a:t>margin: 10px;</a:t>
            </a:r>
          </a:p>
          <a:p>
            <a:pPr marL="0" indent="0" algn="l">
              <a:buNone/>
            </a:pPr>
            <a:r>
              <a:rPr lang="en-US" sz="1800" b="1" i="0" u="none" strike="noStrike" baseline="0" dirty="0">
                <a:latin typeface="MonoRegular"/>
              </a:rPr>
              <a:t>padding: 10px;</a:t>
            </a:r>
          </a:p>
          <a:p>
            <a:pPr marL="0" indent="0" algn="l">
              <a:buNone/>
            </a:pPr>
            <a:r>
              <a:rPr lang="en-US" sz="1800" b="1" i="0" u="none" strike="noStrike" baseline="0" dirty="0">
                <a:latin typeface="MonoRegular"/>
              </a:rPr>
              <a:t>}</a:t>
            </a:r>
          </a:p>
          <a:p>
            <a:pPr algn="just"/>
            <a:r>
              <a:rPr lang="en-US" sz="1800" b="0" i="0" u="none" strike="noStrike" baseline="0" dirty="0">
                <a:latin typeface="Palatino-Roman"/>
              </a:rPr>
              <a:t>The second </a:t>
            </a:r>
            <a:r>
              <a:rPr lang="en-US" sz="1800" b="0" i="0" u="none" strike="noStrike" baseline="0" dirty="0">
                <a:latin typeface="MonoRegular"/>
              </a:rPr>
              <a:t>&lt;div&gt;</a:t>
            </a:r>
            <a:r>
              <a:rPr lang="en-US" sz="1800" b="0" i="0" u="none" strike="noStrike" baseline="0" dirty="0">
                <a:latin typeface="Palatino-Roman"/>
              </a:rPr>
              <a:t>, shown in Figure, is defined as the same height and width as the first one, but the overall height and width of the entire box surrounding the element itself is much larger when margins and padding are put in play.</a:t>
            </a:r>
            <a:endParaRPr lang="en-US" b="1" dirty="0"/>
          </a:p>
        </p:txBody>
      </p:sp>
      <p:pic>
        <p:nvPicPr>
          <p:cNvPr id="5" name="Picture 4">
            <a:extLst>
              <a:ext uri="{FF2B5EF4-FFF2-40B4-BE49-F238E27FC236}">
                <a16:creationId xmlns:a16="http://schemas.microsoft.com/office/drawing/2014/main" id="{4D15A217-0E86-0C49-AD54-04D9A753CBC4}"/>
              </a:ext>
            </a:extLst>
          </p:cNvPr>
          <p:cNvPicPr>
            <a:picLocks noChangeAspect="1"/>
          </p:cNvPicPr>
          <p:nvPr/>
        </p:nvPicPr>
        <p:blipFill>
          <a:blip r:embed="rId2"/>
          <a:stretch>
            <a:fillRect/>
          </a:stretch>
        </p:blipFill>
        <p:spPr>
          <a:xfrm>
            <a:off x="5536579" y="1330949"/>
            <a:ext cx="4118341" cy="2836317"/>
          </a:xfrm>
          <a:prstGeom prst="rect">
            <a:avLst/>
          </a:prstGeom>
        </p:spPr>
      </p:pic>
      <p:sp>
        <p:nvSpPr>
          <p:cNvPr id="4" name="Footer Placeholder 3">
            <a:extLst>
              <a:ext uri="{FF2B5EF4-FFF2-40B4-BE49-F238E27FC236}">
                <a16:creationId xmlns:a16="http://schemas.microsoft.com/office/drawing/2014/main" id="{53EB481E-A1E0-0ADB-5106-AE3219A2CA90}"/>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1481059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A6A-48EC-D097-BF5C-3B4F3FFEF346}"/>
              </a:ext>
            </a:extLst>
          </p:cNvPr>
          <p:cNvSpPr>
            <a:spLocks noGrp="1"/>
          </p:cNvSpPr>
          <p:nvPr>
            <p:ph type="title"/>
          </p:nvPr>
        </p:nvSpPr>
        <p:spPr/>
        <p:txBody>
          <a:bodyPr/>
          <a:lstStyle/>
          <a:p>
            <a:r>
              <a:rPr kumimoji="0" lang="en-US" sz="3200" i="0" u="none" strike="noStrike" kern="1200" cap="none" spc="0" normalizeH="0" baseline="0" noProof="0" dirty="0">
                <a:ln>
                  <a:noFill/>
                </a:ln>
                <a:solidFill>
                  <a:prstClr val="black"/>
                </a:solidFill>
                <a:effectLst/>
                <a:uLnTx/>
                <a:uFillTx/>
                <a:latin typeface="FranklinGothic-Heavy"/>
                <a:ea typeface="+mj-ea"/>
                <a:cs typeface="+mj-cs"/>
              </a:rPr>
              <a:t>The CSS Box Model Cont..</a:t>
            </a:r>
            <a:endParaRPr lang="en-US" dirty="0"/>
          </a:p>
        </p:txBody>
      </p:sp>
      <p:sp>
        <p:nvSpPr>
          <p:cNvPr id="3" name="Content Placeholder 2">
            <a:extLst>
              <a:ext uri="{FF2B5EF4-FFF2-40B4-BE49-F238E27FC236}">
                <a16:creationId xmlns:a16="http://schemas.microsoft.com/office/drawing/2014/main" id="{EC94A418-DA2F-2867-67D2-69F02B220FDB}"/>
              </a:ext>
            </a:extLst>
          </p:cNvPr>
          <p:cNvSpPr>
            <a:spLocks noGrp="1"/>
          </p:cNvSpPr>
          <p:nvPr>
            <p:ph idx="1"/>
          </p:nvPr>
        </p:nvSpPr>
        <p:spPr/>
        <p:txBody>
          <a:bodyPr/>
          <a:lstStyle/>
          <a:p>
            <a:pPr algn="l"/>
            <a:r>
              <a:rPr lang="en-US" sz="1800" b="0" i="0" u="none" strike="noStrike" baseline="0" dirty="0">
                <a:latin typeface="Palatino-Roman"/>
              </a:rPr>
              <a:t>The total </a:t>
            </a:r>
            <a:r>
              <a:rPr lang="en-US" sz="1800" b="1" i="1" u="none" strike="noStrike" baseline="0" dirty="0">
                <a:latin typeface="Palatino-Italic"/>
              </a:rPr>
              <a:t>width</a:t>
            </a:r>
            <a:r>
              <a:rPr lang="en-US" sz="1800" b="0" i="1" u="none" strike="noStrike" baseline="0" dirty="0">
                <a:latin typeface="Palatino-Italic"/>
              </a:rPr>
              <a:t> </a:t>
            </a:r>
            <a:r>
              <a:rPr lang="en-US" sz="1800" b="0" i="0" u="none" strike="noStrike" baseline="0" dirty="0">
                <a:latin typeface="Palatino-Roman"/>
              </a:rPr>
              <a:t>of an element is the sum of the following:</a:t>
            </a:r>
          </a:p>
          <a:p>
            <a:pPr marL="0" indent="0" algn="ctr">
              <a:buNone/>
            </a:pPr>
            <a:r>
              <a:rPr lang="en-US" sz="1800" b="1" i="0" u="none" strike="noStrike" baseline="0" dirty="0">
                <a:latin typeface="MonoRegular"/>
              </a:rPr>
              <a:t>width + padding-left + padding-right + border-left + border-right + margin-left + margin-right</a:t>
            </a:r>
          </a:p>
          <a:p>
            <a:pPr algn="l"/>
            <a:r>
              <a:rPr lang="en-US" sz="1800" b="0" i="0" u="none" strike="noStrike" baseline="0" dirty="0">
                <a:latin typeface="Palatino-Roman"/>
              </a:rPr>
              <a:t>The total </a:t>
            </a:r>
            <a:r>
              <a:rPr lang="en-US" sz="1800" b="1" i="1" u="none" strike="noStrike" baseline="0" dirty="0">
                <a:latin typeface="Palatino-Italic"/>
              </a:rPr>
              <a:t>height</a:t>
            </a:r>
            <a:r>
              <a:rPr lang="en-US" sz="1800" b="0" i="1" u="none" strike="noStrike" baseline="0" dirty="0">
                <a:latin typeface="Palatino-Italic"/>
              </a:rPr>
              <a:t> </a:t>
            </a:r>
            <a:r>
              <a:rPr lang="en-US" sz="1800" b="0" i="0" u="none" strike="noStrike" baseline="0" dirty="0">
                <a:latin typeface="Palatino-Roman"/>
              </a:rPr>
              <a:t>of an element is the sum of the following:</a:t>
            </a:r>
          </a:p>
          <a:p>
            <a:pPr marL="0" indent="0" algn="ctr">
              <a:buNone/>
            </a:pPr>
            <a:r>
              <a:rPr lang="en-US" sz="1800" b="1" i="0" u="none" strike="noStrike" baseline="0" dirty="0">
                <a:latin typeface="MonoRegular"/>
              </a:rPr>
              <a:t>height + padding-top + padding-bottom + border-top + border-bottom + margin-top + margin-bottom</a:t>
            </a:r>
          </a:p>
          <a:p>
            <a:pPr algn="l"/>
            <a:r>
              <a:rPr lang="en-US" sz="1800" b="0" i="0" u="none" strike="noStrike" baseline="0" dirty="0">
                <a:latin typeface="Palatino-Roman"/>
              </a:rPr>
              <a:t>Therefore, the second </a:t>
            </a:r>
            <a:r>
              <a:rPr lang="en-US" sz="1800" b="0" i="0" u="none" strike="noStrike" baseline="0" dirty="0">
                <a:latin typeface="MonoRegular"/>
              </a:rPr>
              <a:t>&lt;div&gt; </a:t>
            </a:r>
            <a:r>
              <a:rPr lang="en-US" sz="1800" b="0" i="0" u="none" strike="noStrike" baseline="0" dirty="0">
                <a:latin typeface="Palatino-Roman"/>
              </a:rPr>
              <a:t>has an actual width of 300</a:t>
            </a:r>
          </a:p>
          <a:p>
            <a:pPr marL="0" indent="0" algn="ctr">
              <a:buNone/>
            </a:pPr>
            <a:r>
              <a:rPr lang="en-US" sz="1800" b="0" i="0" u="none" strike="noStrike" baseline="0" dirty="0">
                <a:latin typeface="Palatino-Roman"/>
              </a:rPr>
              <a:t>(250 + 10 + 10 + 5 + 5 + 10 + 10) and an actual height of 150 (100 + 10 + 10 + 5 + 5 + 10 + 10).</a:t>
            </a:r>
            <a:endParaRPr lang="en-US" dirty="0"/>
          </a:p>
        </p:txBody>
      </p:sp>
      <p:sp>
        <p:nvSpPr>
          <p:cNvPr id="4" name="Footer Placeholder 3">
            <a:extLst>
              <a:ext uri="{FF2B5EF4-FFF2-40B4-BE49-F238E27FC236}">
                <a16:creationId xmlns:a16="http://schemas.microsoft.com/office/drawing/2014/main" id="{5133864C-1A23-6D51-8C87-6ADA29720DAB}"/>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1536677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918A8-8491-7195-C6C5-9D83DA12B728}"/>
              </a:ext>
            </a:extLst>
          </p:cNvPr>
          <p:cNvSpPr>
            <a:spLocks noGrp="1"/>
          </p:cNvSpPr>
          <p:nvPr>
            <p:ph type="title"/>
          </p:nvPr>
        </p:nvSpPr>
        <p:spPr>
          <a:xfrm>
            <a:off x="838200" y="365125"/>
            <a:ext cx="10515600" cy="924029"/>
          </a:xfrm>
        </p:spPr>
        <p:txBody>
          <a:bodyPr>
            <a:normAutofit/>
          </a:bodyPr>
          <a:lstStyle/>
          <a:p>
            <a:r>
              <a:rPr lang="en-US" sz="3200" i="0" u="none" strike="noStrike" baseline="0" dirty="0">
                <a:latin typeface="FranklinGothic-Heavy"/>
              </a:rPr>
              <a:t>The Whole Scoop on Positioning</a:t>
            </a:r>
            <a:endParaRPr lang="en-US" sz="3200" dirty="0"/>
          </a:p>
        </p:txBody>
      </p:sp>
      <p:sp>
        <p:nvSpPr>
          <p:cNvPr id="3" name="Content Placeholder 2">
            <a:extLst>
              <a:ext uri="{FF2B5EF4-FFF2-40B4-BE49-F238E27FC236}">
                <a16:creationId xmlns:a16="http://schemas.microsoft.com/office/drawing/2014/main" id="{447272A7-685B-31B9-604A-5D844E22F28D}"/>
              </a:ext>
            </a:extLst>
          </p:cNvPr>
          <p:cNvSpPr>
            <a:spLocks noGrp="1"/>
          </p:cNvSpPr>
          <p:nvPr>
            <p:ph idx="1"/>
          </p:nvPr>
        </p:nvSpPr>
        <p:spPr>
          <a:xfrm>
            <a:off x="838200" y="1289154"/>
            <a:ext cx="10515600" cy="4887809"/>
          </a:xfrm>
        </p:spPr>
        <p:txBody>
          <a:bodyPr/>
          <a:lstStyle/>
          <a:p>
            <a:pPr algn="l"/>
            <a:r>
              <a:rPr lang="en-US" sz="1800" b="1" i="1" u="none" strike="noStrike" baseline="0" dirty="0">
                <a:latin typeface="Palatino-Italic"/>
              </a:rPr>
              <a:t>Relative positioning </a:t>
            </a:r>
            <a:r>
              <a:rPr lang="en-US" sz="1800" b="0" i="0" u="none" strike="noStrike" baseline="0" dirty="0">
                <a:latin typeface="Palatino-Roman"/>
              </a:rPr>
              <a:t>is the default type of positioning used by HTML. </a:t>
            </a:r>
          </a:p>
          <a:p>
            <a:pPr algn="l"/>
            <a:r>
              <a:rPr lang="en-US" sz="1800" b="0" i="0" u="none" strike="noStrike" baseline="0" dirty="0">
                <a:latin typeface="Palatino-Roman"/>
              </a:rPr>
              <a:t>You can think of relative positioning as being akin to laying out checkers on a checkerboard: The checkers are arranged from left to right, and when you get to the edge of the board, you move on to the next row. </a:t>
            </a:r>
          </a:p>
          <a:p>
            <a:pPr algn="l"/>
            <a:r>
              <a:rPr lang="en-US" sz="1800" b="0" i="0" u="none" strike="noStrike" baseline="0" dirty="0">
                <a:latin typeface="Palatino-Roman"/>
              </a:rPr>
              <a:t>Elements that are styled with the </a:t>
            </a:r>
            <a:r>
              <a:rPr lang="en-US" sz="1800" b="0" i="0" u="none" strike="noStrike" baseline="0" dirty="0">
                <a:latin typeface="MonoRegular"/>
              </a:rPr>
              <a:t>block </a:t>
            </a:r>
            <a:r>
              <a:rPr lang="en-US" sz="1800" b="0" i="0" u="none" strike="noStrike" baseline="0" dirty="0">
                <a:latin typeface="Palatino-Roman"/>
              </a:rPr>
              <a:t>value for the </a:t>
            </a:r>
            <a:r>
              <a:rPr lang="en-US" sz="1800" b="0" i="0" u="none" strike="noStrike" baseline="0" dirty="0">
                <a:latin typeface="MonoRegular"/>
              </a:rPr>
              <a:t>display </a:t>
            </a:r>
            <a:r>
              <a:rPr lang="en-US" sz="1800" b="0" i="0" u="none" strike="noStrike" baseline="0" dirty="0">
                <a:latin typeface="Palatino-Roman"/>
              </a:rPr>
              <a:t>style property are automatically placed on a new row, whereas </a:t>
            </a:r>
            <a:r>
              <a:rPr lang="en-US" sz="1800" b="0" i="0" u="none" strike="noStrike" baseline="0" dirty="0">
                <a:latin typeface="MonoRegular"/>
              </a:rPr>
              <a:t>inline </a:t>
            </a:r>
            <a:r>
              <a:rPr lang="en-US" sz="1800" b="0" i="0" u="none" strike="noStrike" baseline="0" dirty="0">
                <a:latin typeface="Palatino-Roman"/>
              </a:rPr>
              <a:t>elements are placed on the same row immediately next to the element preceding them. </a:t>
            </a:r>
          </a:p>
          <a:p>
            <a:pPr algn="l"/>
            <a:r>
              <a:rPr lang="en-US" sz="1800" b="0" i="0" u="none" strike="noStrike" baseline="0" dirty="0">
                <a:latin typeface="Palatino-Roman"/>
              </a:rPr>
              <a:t>As an example, </a:t>
            </a:r>
            <a:r>
              <a:rPr lang="en-US" sz="1800" b="0" i="0" u="none" strike="noStrike" baseline="0" dirty="0">
                <a:latin typeface="MonoRegular"/>
              </a:rPr>
              <a:t>&lt;p&gt; </a:t>
            </a:r>
            <a:r>
              <a:rPr lang="en-US" sz="1800" b="0" i="0" u="none" strike="noStrike" baseline="0" dirty="0">
                <a:latin typeface="Palatino-Roman"/>
              </a:rPr>
              <a:t>and </a:t>
            </a:r>
            <a:r>
              <a:rPr lang="en-US" sz="1800" b="0" i="0" u="none" strike="noStrike" baseline="0" dirty="0">
                <a:latin typeface="MonoRegular"/>
              </a:rPr>
              <a:t>&lt;div&gt; </a:t>
            </a:r>
            <a:r>
              <a:rPr lang="en-US" sz="1800" b="0" i="0" u="none" strike="noStrike" baseline="0" dirty="0">
                <a:latin typeface="Palatino-Roman"/>
              </a:rPr>
              <a:t>tags are considered block elements, whereas the </a:t>
            </a:r>
            <a:r>
              <a:rPr lang="en-US" sz="1800" b="0" i="0" u="none" strike="noStrike" baseline="0" dirty="0">
                <a:latin typeface="MonoRegular"/>
              </a:rPr>
              <a:t>&lt;span&gt; </a:t>
            </a:r>
            <a:r>
              <a:rPr lang="en-US" sz="1800" b="0" i="0" u="none" strike="noStrike" baseline="0" dirty="0">
                <a:latin typeface="Palatino-Roman"/>
              </a:rPr>
              <a:t>tag is considered an inline element.</a:t>
            </a:r>
          </a:p>
          <a:p>
            <a:pPr algn="l"/>
            <a:r>
              <a:rPr lang="en-US" sz="1800" b="0" i="0" u="none" strike="noStrike" baseline="0" dirty="0">
                <a:latin typeface="Palatino-Roman"/>
              </a:rPr>
              <a:t>The other type of positioning supported by CSS is known as </a:t>
            </a:r>
            <a:r>
              <a:rPr lang="en-US" sz="1800" b="1" i="1" u="none" strike="noStrike" baseline="0" dirty="0">
                <a:latin typeface="Palatino-Italic"/>
              </a:rPr>
              <a:t>absolute positioning </a:t>
            </a:r>
            <a:r>
              <a:rPr lang="en-US" sz="1800" b="0" i="0" u="none" strike="noStrike" baseline="0" dirty="0">
                <a:latin typeface="Palatino-Roman"/>
              </a:rPr>
              <a:t>because it enables you to set the exact position of HTML content on a page. </a:t>
            </a:r>
          </a:p>
          <a:p>
            <a:pPr algn="l"/>
            <a:r>
              <a:rPr lang="en-US" sz="1800" b="0" i="0" u="none" strike="noStrike" baseline="0" dirty="0">
                <a:latin typeface="Palatino-Roman"/>
              </a:rPr>
              <a:t>Although absolute positioning gives you the freedom to spell out exactly where an element is to appear, the position is still relative to any parent elements that appear on the page.</a:t>
            </a:r>
            <a:endParaRPr lang="en-US" dirty="0"/>
          </a:p>
        </p:txBody>
      </p:sp>
      <p:sp>
        <p:nvSpPr>
          <p:cNvPr id="4" name="Footer Placeholder 3">
            <a:extLst>
              <a:ext uri="{FF2B5EF4-FFF2-40B4-BE49-F238E27FC236}">
                <a16:creationId xmlns:a16="http://schemas.microsoft.com/office/drawing/2014/main" id="{385F2138-24DD-71A3-DEDD-6B8BCBD10BB5}"/>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804558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3C2A3-B7E5-14BE-2909-A06171481FD1}"/>
              </a:ext>
            </a:extLst>
          </p:cNvPr>
          <p:cNvSpPr>
            <a:spLocks noGrp="1"/>
          </p:cNvSpPr>
          <p:nvPr>
            <p:ph type="title"/>
          </p:nvPr>
        </p:nvSpPr>
        <p:spPr/>
        <p:txBody>
          <a:bodyPr/>
          <a:lstStyle/>
          <a:p>
            <a:r>
              <a:rPr kumimoji="0" lang="en-US" sz="3200" i="0" u="none" strike="noStrike" kern="1200" cap="none" spc="0" normalizeH="0" baseline="0" noProof="0" dirty="0">
                <a:ln>
                  <a:noFill/>
                </a:ln>
                <a:solidFill>
                  <a:prstClr val="black"/>
                </a:solidFill>
                <a:effectLst/>
                <a:uLnTx/>
                <a:uFillTx/>
                <a:latin typeface="FranklinGothic-Heavy"/>
                <a:ea typeface="+mj-ea"/>
                <a:cs typeface="+mj-cs"/>
              </a:rPr>
              <a:t>The Whole Scoop on Positioning Cont..</a:t>
            </a:r>
            <a:endParaRPr lang="en-US" dirty="0"/>
          </a:p>
        </p:txBody>
      </p:sp>
      <p:sp>
        <p:nvSpPr>
          <p:cNvPr id="3" name="Content Placeholder 2">
            <a:extLst>
              <a:ext uri="{FF2B5EF4-FFF2-40B4-BE49-F238E27FC236}">
                <a16:creationId xmlns:a16="http://schemas.microsoft.com/office/drawing/2014/main" id="{5E5AFEF2-A9F2-A83A-B344-6FF1F05B2225}"/>
              </a:ext>
            </a:extLst>
          </p:cNvPr>
          <p:cNvSpPr>
            <a:spLocks noGrp="1"/>
          </p:cNvSpPr>
          <p:nvPr>
            <p:ph idx="1"/>
          </p:nvPr>
        </p:nvSpPr>
        <p:spPr/>
        <p:txBody>
          <a:bodyPr/>
          <a:lstStyle/>
          <a:p>
            <a:pPr algn="l"/>
            <a:r>
              <a:rPr lang="en-US" sz="1800" b="0" i="0" u="none" strike="noStrike" baseline="0" dirty="0">
                <a:latin typeface="Palatino-Roman"/>
              </a:rPr>
              <a:t>After specifying the type of positioning, you then provide the specific position using the following properties:</a:t>
            </a:r>
          </a:p>
          <a:p>
            <a:pPr algn="l"/>
            <a:r>
              <a:rPr lang="en-US" sz="1800" b="1" i="0" u="none" strike="noStrike" baseline="0" dirty="0">
                <a:latin typeface="MonoBold"/>
              </a:rPr>
              <a:t>left</a:t>
            </a:r>
            <a:r>
              <a:rPr lang="en-US" sz="1800" b="0" i="0" u="none" strike="noStrike" baseline="0" dirty="0">
                <a:latin typeface="Palatino-Roman"/>
              </a:rPr>
              <a:t>—The left position offset</a:t>
            </a:r>
          </a:p>
          <a:p>
            <a:pPr algn="l"/>
            <a:r>
              <a:rPr lang="en-US" sz="1800" b="1" i="0" u="none" strike="noStrike" baseline="0" dirty="0">
                <a:latin typeface="MonoBold"/>
              </a:rPr>
              <a:t>right</a:t>
            </a:r>
            <a:r>
              <a:rPr lang="en-US" sz="1800" b="0" i="0" u="none" strike="noStrike" baseline="0" dirty="0">
                <a:latin typeface="Palatino-Roman"/>
              </a:rPr>
              <a:t>—The right position offset</a:t>
            </a:r>
          </a:p>
          <a:p>
            <a:pPr algn="l"/>
            <a:r>
              <a:rPr lang="en-US" sz="1800" b="1" i="0" u="none" strike="noStrike" baseline="0" dirty="0">
                <a:latin typeface="MonoBold"/>
              </a:rPr>
              <a:t>top</a:t>
            </a:r>
            <a:r>
              <a:rPr lang="en-US" sz="1800" b="0" i="0" u="none" strike="noStrike" baseline="0" dirty="0">
                <a:latin typeface="Palatino-Roman"/>
              </a:rPr>
              <a:t>—The top position offset</a:t>
            </a:r>
          </a:p>
          <a:p>
            <a:pPr algn="l"/>
            <a:r>
              <a:rPr lang="en-US" sz="1800" b="1" i="0" u="none" strike="noStrike" baseline="0" dirty="0">
                <a:latin typeface="MonoBold"/>
              </a:rPr>
              <a:t>bottom</a:t>
            </a:r>
            <a:r>
              <a:rPr lang="en-US" sz="1800" b="0" i="0" u="none" strike="noStrike" baseline="0" dirty="0">
                <a:latin typeface="Palatino-Roman"/>
              </a:rPr>
              <a:t>—The bottom position offset</a:t>
            </a:r>
            <a:endParaRPr lang="en-US" dirty="0"/>
          </a:p>
        </p:txBody>
      </p:sp>
      <p:sp>
        <p:nvSpPr>
          <p:cNvPr id="4" name="Footer Placeholder 3">
            <a:extLst>
              <a:ext uri="{FF2B5EF4-FFF2-40B4-BE49-F238E27FC236}">
                <a16:creationId xmlns:a16="http://schemas.microsoft.com/office/drawing/2014/main" id="{6C41C58F-0568-BB31-0108-7E7B69EA1130}"/>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3903275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DA1EA4B-DF45-97FF-8C77-0151C14760C9}"/>
              </a:ext>
            </a:extLst>
          </p:cNvPr>
          <p:cNvSpPr>
            <a:spLocks noGrp="1"/>
          </p:cNvSpPr>
          <p:nvPr>
            <p:ph type="title"/>
          </p:nvPr>
        </p:nvSpPr>
        <p:spPr>
          <a:xfrm>
            <a:off x="838200" y="365126"/>
            <a:ext cx="10515600" cy="669196"/>
          </a:xfrm>
        </p:spPr>
        <p:txBody>
          <a:bodyPr>
            <a:normAutofit/>
          </a:bodyPr>
          <a:lstStyle/>
          <a:p>
            <a:r>
              <a:rPr lang="en-US" sz="3200" b="0" i="0" u="none" strike="noStrike" baseline="0" dirty="0">
                <a:latin typeface="FranklinGothic-Book"/>
              </a:rPr>
              <a:t>Showing Relative Positioning with Four Color Blocks</a:t>
            </a:r>
            <a:endParaRPr lang="en-US" sz="3200" dirty="0"/>
          </a:p>
        </p:txBody>
      </p:sp>
      <p:sp>
        <p:nvSpPr>
          <p:cNvPr id="10" name="Content Placeholder 9">
            <a:extLst>
              <a:ext uri="{FF2B5EF4-FFF2-40B4-BE49-F238E27FC236}">
                <a16:creationId xmlns:a16="http://schemas.microsoft.com/office/drawing/2014/main" id="{70EC56BA-97CA-DDBB-F9FD-82E67268AF23}"/>
              </a:ext>
            </a:extLst>
          </p:cNvPr>
          <p:cNvSpPr>
            <a:spLocks noGrp="1"/>
          </p:cNvSpPr>
          <p:nvPr>
            <p:ph sz="half" idx="1"/>
          </p:nvPr>
        </p:nvSpPr>
        <p:spPr>
          <a:xfrm>
            <a:off x="838200" y="1034322"/>
            <a:ext cx="5181600" cy="5142641"/>
          </a:xfrm>
        </p:spPr>
        <p:txBody>
          <a:bodyPr>
            <a:normAutofit fontScale="92500" lnSpcReduction="10000"/>
          </a:bodyPr>
          <a:lstStyle/>
          <a:p>
            <a:pPr marL="0" indent="0" algn="l">
              <a:lnSpc>
                <a:spcPct val="120000"/>
              </a:lnSpc>
              <a:spcBef>
                <a:spcPts val="0"/>
              </a:spcBef>
              <a:buNone/>
            </a:pPr>
            <a:r>
              <a:rPr lang="en-US" sz="1800" b="0" i="0" u="none" strike="noStrike" baseline="0" dirty="0">
                <a:latin typeface="MonoRegular"/>
              </a:rPr>
              <a:t>&lt;html </a:t>
            </a:r>
            <a:r>
              <a:rPr lang="en-US" sz="1800" b="0" i="0" u="none" strike="noStrike" baseline="0" dirty="0" err="1">
                <a:latin typeface="MonoRegular"/>
              </a:rPr>
              <a:t>xmlns</a:t>
            </a:r>
            <a:r>
              <a:rPr lang="en-US" sz="1800" b="0" i="0" u="none" strike="noStrike" baseline="0" dirty="0">
                <a:latin typeface="MonoRegular"/>
              </a:rPr>
              <a:t>=”http://www.w3.org/1999/</a:t>
            </a:r>
            <a:r>
              <a:rPr lang="en-US" sz="1800" b="0" i="0" u="none" strike="noStrike" baseline="0" dirty="0" err="1">
                <a:latin typeface="MonoRegular"/>
              </a:rPr>
              <a:t>xhtml</a:t>
            </a:r>
            <a:r>
              <a:rPr lang="en-US" sz="1800" b="0" i="0" u="none" strike="noStrike" baseline="0" dirty="0">
                <a:latin typeface="MonoRegular"/>
              </a:rPr>
              <a:t>” </a:t>
            </a:r>
            <a:r>
              <a:rPr lang="en-US" sz="1800" b="0" i="0" u="none" strike="noStrike" baseline="0" dirty="0" err="1">
                <a:latin typeface="MonoRegular"/>
              </a:rPr>
              <a:t>xml:lang</a:t>
            </a:r>
            <a:r>
              <a:rPr lang="en-US" sz="1800" b="0" i="0" u="none" strike="noStrike" baseline="0" dirty="0">
                <a:latin typeface="MonoRegular"/>
              </a:rPr>
              <a:t>=”</a:t>
            </a:r>
            <a:r>
              <a:rPr lang="en-US" sz="1800" b="0" i="0" u="none" strike="noStrike" baseline="0" dirty="0" err="1">
                <a:latin typeface="MonoRegular"/>
              </a:rPr>
              <a:t>en</a:t>
            </a:r>
            <a:r>
              <a:rPr lang="en-US" sz="1800" b="0" i="0" u="none" strike="noStrike" baseline="0" dirty="0">
                <a:latin typeface="MonoRegular"/>
              </a:rPr>
              <a:t>”&gt;</a:t>
            </a:r>
          </a:p>
          <a:p>
            <a:pPr marL="0" indent="0" algn="l">
              <a:lnSpc>
                <a:spcPct val="120000"/>
              </a:lnSpc>
              <a:spcBef>
                <a:spcPts val="0"/>
              </a:spcBef>
              <a:buNone/>
            </a:pPr>
            <a:r>
              <a:rPr lang="en-US" sz="1800" b="0" i="0" u="none" strike="noStrike" baseline="0" dirty="0">
                <a:latin typeface="MonoRegular"/>
              </a:rPr>
              <a:t>&lt;head&gt;</a:t>
            </a:r>
          </a:p>
          <a:p>
            <a:pPr marL="0" indent="0" algn="l">
              <a:lnSpc>
                <a:spcPct val="120000"/>
              </a:lnSpc>
              <a:spcBef>
                <a:spcPts val="0"/>
              </a:spcBef>
              <a:buNone/>
            </a:pPr>
            <a:r>
              <a:rPr lang="en-US" sz="1800" b="0" i="0" u="none" strike="noStrike" baseline="0" dirty="0">
                <a:latin typeface="MonoRegular"/>
              </a:rPr>
              <a:t>&lt;title&gt;Positioning the Color Blocks&lt;/title&gt;</a:t>
            </a:r>
          </a:p>
          <a:p>
            <a:pPr marL="0" indent="0" algn="l">
              <a:lnSpc>
                <a:spcPct val="120000"/>
              </a:lnSpc>
              <a:spcBef>
                <a:spcPts val="0"/>
              </a:spcBef>
              <a:buNone/>
            </a:pPr>
            <a:r>
              <a:rPr lang="en-US" sz="1800" b="0" i="0" u="none" strike="noStrike" baseline="0" dirty="0">
                <a:latin typeface="MonoRegular"/>
              </a:rPr>
              <a:t>&lt;style type=”text/</a:t>
            </a:r>
            <a:r>
              <a:rPr lang="en-US" sz="1800" b="0" i="0" u="none" strike="noStrike" baseline="0" dirty="0" err="1">
                <a:latin typeface="MonoRegular"/>
              </a:rPr>
              <a:t>css</a:t>
            </a:r>
            <a:r>
              <a:rPr lang="en-US" sz="1800" b="0" i="0" u="none" strike="noStrike" baseline="0" dirty="0">
                <a:latin typeface="MonoRegular"/>
              </a:rPr>
              <a:t>”&gt;</a:t>
            </a:r>
          </a:p>
          <a:p>
            <a:pPr marL="0" indent="0" algn="l">
              <a:lnSpc>
                <a:spcPct val="120000"/>
              </a:lnSpc>
              <a:spcBef>
                <a:spcPts val="0"/>
              </a:spcBef>
              <a:buNone/>
            </a:pPr>
            <a:r>
              <a:rPr lang="en-US" sz="1800" b="0" i="0" u="none" strike="noStrike" baseline="0" dirty="0">
                <a:latin typeface="MonoRegular"/>
              </a:rPr>
              <a:t>div {</a:t>
            </a:r>
          </a:p>
          <a:p>
            <a:pPr marL="0" indent="0" algn="l">
              <a:lnSpc>
                <a:spcPct val="120000"/>
              </a:lnSpc>
              <a:spcBef>
                <a:spcPts val="0"/>
              </a:spcBef>
              <a:buNone/>
            </a:pPr>
            <a:r>
              <a:rPr lang="en-US" sz="1800" b="0" i="0" u="none" strike="noStrike" baseline="0" dirty="0" err="1">
                <a:latin typeface="MonoRegular"/>
              </a:rPr>
              <a:t>position:relative</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width:250px;</a:t>
            </a:r>
          </a:p>
          <a:p>
            <a:pPr marL="0" indent="0" algn="l">
              <a:lnSpc>
                <a:spcPct val="120000"/>
              </a:lnSpc>
              <a:spcBef>
                <a:spcPts val="0"/>
              </a:spcBef>
              <a:buNone/>
            </a:pPr>
            <a:r>
              <a:rPr lang="en-US" sz="1800" b="0" i="0" u="none" strike="noStrike" baseline="0" dirty="0">
                <a:latin typeface="MonoRegular"/>
              </a:rPr>
              <a:t>height:100px;</a:t>
            </a:r>
          </a:p>
          <a:p>
            <a:pPr marL="0" indent="0" algn="l">
              <a:lnSpc>
                <a:spcPct val="120000"/>
              </a:lnSpc>
              <a:spcBef>
                <a:spcPts val="0"/>
              </a:spcBef>
              <a:buNone/>
            </a:pPr>
            <a:r>
              <a:rPr lang="en-US" sz="1800" b="0" i="0" u="none" strike="noStrike" baseline="0" dirty="0">
                <a:latin typeface="MonoRegular"/>
              </a:rPr>
              <a:t>border:5px solid #000;</a:t>
            </a:r>
          </a:p>
          <a:p>
            <a:pPr marL="0" indent="0" algn="l">
              <a:lnSpc>
                <a:spcPct val="120000"/>
              </a:lnSpc>
              <a:spcBef>
                <a:spcPts val="0"/>
              </a:spcBef>
              <a:buNone/>
            </a:pPr>
            <a:r>
              <a:rPr lang="en-US" sz="1800" b="0" i="0" u="none" strike="noStrike" baseline="0" dirty="0" err="1">
                <a:latin typeface="MonoRegular"/>
              </a:rPr>
              <a:t>color:black</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err="1">
                <a:latin typeface="MonoRegular"/>
              </a:rPr>
              <a:t>font-weight:bold</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err="1">
                <a:latin typeface="MonoRegular"/>
              </a:rPr>
              <a:t>text-align:center</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div#d1 {</a:t>
            </a:r>
          </a:p>
          <a:p>
            <a:pPr marL="0" indent="0" algn="l">
              <a:lnSpc>
                <a:spcPct val="120000"/>
              </a:lnSpc>
              <a:spcBef>
                <a:spcPts val="0"/>
              </a:spcBef>
              <a:buNone/>
            </a:pPr>
            <a:r>
              <a:rPr lang="en-US" sz="1800" b="0" i="0" u="none" strike="noStrike" baseline="0" dirty="0" err="1">
                <a:latin typeface="MonoRegular"/>
              </a:rPr>
              <a:t>background-color:red</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a:t>
            </a:r>
          </a:p>
        </p:txBody>
      </p:sp>
      <p:sp>
        <p:nvSpPr>
          <p:cNvPr id="11" name="Content Placeholder 10">
            <a:extLst>
              <a:ext uri="{FF2B5EF4-FFF2-40B4-BE49-F238E27FC236}">
                <a16:creationId xmlns:a16="http://schemas.microsoft.com/office/drawing/2014/main" id="{044AFD31-2C59-457B-28B8-39548054DA0D}"/>
              </a:ext>
            </a:extLst>
          </p:cNvPr>
          <p:cNvSpPr>
            <a:spLocks noGrp="1"/>
          </p:cNvSpPr>
          <p:nvPr>
            <p:ph sz="half" idx="2"/>
          </p:nvPr>
        </p:nvSpPr>
        <p:spPr>
          <a:xfrm>
            <a:off x="6172200" y="1034322"/>
            <a:ext cx="5181600" cy="5142641"/>
          </a:xfrm>
        </p:spPr>
        <p:txBody>
          <a:bodyPr>
            <a:normAutofit fontScale="92500" lnSpcReduction="10000"/>
          </a:bodyPr>
          <a:lstStyle/>
          <a:p>
            <a:pPr marL="0" indent="0">
              <a:lnSpc>
                <a:spcPct val="120000"/>
              </a:lnSpc>
              <a:spcBef>
                <a:spcPts val="0"/>
              </a:spcBef>
              <a:buNone/>
            </a:pPr>
            <a:r>
              <a:rPr lang="en-US" sz="1800" b="0" i="0" u="none" strike="noStrike" baseline="0" dirty="0">
                <a:latin typeface="MonoRegular"/>
              </a:rPr>
              <a:t>div#d2 {</a:t>
            </a:r>
          </a:p>
          <a:p>
            <a:pPr marL="0" indent="0">
              <a:lnSpc>
                <a:spcPct val="120000"/>
              </a:lnSpc>
              <a:spcBef>
                <a:spcPts val="0"/>
              </a:spcBef>
              <a:buNone/>
            </a:pPr>
            <a:r>
              <a:rPr lang="en-US" sz="1800" b="0" i="0" u="none" strike="noStrike" baseline="0" dirty="0" err="1">
                <a:latin typeface="MonoRegular"/>
              </a:rPr>
              <a:t>background-color:green</a:t>
            </a:r>
            <a:r>
              <a:rPr lang="en-US" sz="1800" b="0" i="0" u="none" strike="noStrike" baseline="0" dirty="0">
                <a:latin typeface="MonoRegular"/>
              </a:rPr>
              <a:t>;</a:t>
            </a:r>
          </a:p>
          <a:p>
            <a:pPr marL="0" indent="0">
              <a:lnSpc>
                <a:spcPct val="120000"/>
              </a:lnSpc>
              <a:spcBef>
                <a:spcPts val="0"/>
              </a:spcBef>
              <a:buNone/>
            </a:pPr>
            <a:r>
              <a:rPr lang="en-US" sz="1800" b="0" i="0" u="none" strike="noStrike" baseline="0" dirty="0">
                <a:latin typeface="MonoRegular"/>
              </a:rPr>
              <a:t>}</a:t>
            </a:r>
            <a:endParaRPr lang="en-US" sz="1800" dirty="0"/>
          </a:p>
          <a:p>
            <a:pPr marL="0" indent="0" algn="l">
              <a:lnSpc>
                <a:spcPct val="110000"/>
              </a:lnSpc>
              <a:spcBef>
                <a:spcPts val="0"/>
              </a:spcBef>
              <a:buNone/>
            </a:pPr>
            <a:endParaRPr lang="en-US" sz="1800" b="0" i="0" u="none" strike="noStrike" baseline="0" dirty="0">
              <a:latin typeface="MonoRegular"/>
            </a:endParaRPr>
          </a:p>
          <a:p>
            <a:pPr marL="0" indent="0" algn="l">
              <a:lnSpc>
                <a:spcPct val="110000"/>
              </a:lnSpc>
              <a:spcBef>
                <a:spcPts val="0"/>
              </a:spcBef>
              <a:buNone/>
            </a:pPr>
            <a:r>
              <a:rPr lang="en-US" sz="1800" b="0" i="0" u="none" strike="noStrike" baseline="0" dirty="0">
                <a:latin typeface="MonoRegular"/>
              </a:rPr>
              <a:t>div#d3 {</a:t>
            </a:r>
          </a:p>
          <a:p>
            <a:pPr marL="0" indent="0" algn="l">
              <a:lnSpc>
                <a:spcPct val="110000"/>
              </a:lnSpc>
              <a:spcBef>
                <a:spcPts val="0"/>
              </a:spcBef>
              <a:buNone/>
            </a:pPr>
            <a:r>
              <a:rPr lang="en-US" sz="1800" b="0" i="0" u="none" strike="noStrike" baseline="0" dirty="0" err="1">
                <a:latin typeface="MonoRegular"/>
              </a:rPr>
              <a:t>background-color:blue</a:t>
            </a:r>
            <a:r>
              <a:rPr lang="en-US" sz="1800" b="0" i="0" u="none" strike="noStrike" baseline="0" dirty="0">
                <a:latin typeface="MonoRegular"/>
              </a:rPr>
              <a:t>;</a:t>
            </a:r>
          </a:p>
          <a:p>
            <a:pPr marL="0" indent="0" algn="l">
              <a:lnSpc>
                <a:spcPct val="110000"/>
              </a:lnSpc>
              <a:spcBef>
                <a:spcPts val="0"/>
              </a:spcBef>
              <a:buNone/>
            </a:pPr>
            <a:r>
              <a:rPr lang="en-US" sz="1800" b="0" i="0" u="none" strike="noStrike" baseline="0" dirty="0">
                <a:latin typeface="MonoRegular"/>
              </a:rPr>
              <a:t>}</a:t>
            </a:r>
          </a:p>
          <a:p>
            <a:pPr marL="0" indent="0" algn="l">
              <a:lnSpc>
                <a:spcPct val="110000"/>
              </a:lnSpc>
              <a:spcBef>
                <a:spcPts val="0"/>
              </a:spcBef>
              <a:buNone/>
            </a:pPr>
            <a:r>
              <a:rPr lang="en-US" sz="1800" b="0" i="0" u="none" strike="noStrike" baseline="0" dirty="0">
                <a:latin typeface="MonoRegular"/>
              </a:rPr>
              <a:t>div#d4 {</a:t>
            </a:r>
          </a:p>
          <a:p>
            <a:pPr marL="0" indent="0" algn="l">
              <a:lnSpc>
                <a:spcPct val="110000"/>
              </a:lnSpc>
              <a:spcBef>
                <a:spcPts val="0"/>
              </a:spcBef>
              <a:buNone/>
            </a:pPr>
            <a:r>
              <a:rPr lang="en-US" sz="1800" b="0" i="0" u="none" strike="noStrike" baseline="0" dirty="0" err="1">
                <a:latin typeface="MonoRegular"/>
              </a:rPr>
              <a:t>background-color:yellow</a:t>
            </a:r>
            <a:r>
              <a:rPr lang="en-US" sz="1800" b="0" i="0" u="none" strike="noStrike" baseline="0" dirty="0">
                <a:latin typeface="MonoRegular"/>
              </a:rPr>
              <a:t>;</a:t>
            </a:r>
          </a:p>
          <a:p>
            <a:pPr marL="0" indent="0" algn="l">
              <a:lnSpc>
                <a:spcPct val="110000"/>
              </a:lnSpc>
              <a:spcBef>
                <a:spcPts val="0"/>
              </a:spcBef>
              <a:buNone/>
            </a:pPr>
            <a:r>
              <a:rPr lang="en-US" sz="1800" b="0" i="0" u="none" strike="noStrike" baseline="0" dirty="0">
                <a:latin typeface="MonoRegular"/>
              </a:rPr>
              <a:t>}</a:t>
            </a:r>
          </a:p>
          <a:p>
            <a:pPr marL="0" indent="0" algn="l">
              <a:lnSpc>
                <a:spcPct val="110000"/>
              </a:lnSpc>
              <a:spcBef>
                <a:spcPts val="0"/>
              </a:spcBef>
              <a:buNone/>
            </a:pPr>
            <a:r>
              <a:rPr lang="en-US" sz="1800" b="0" i="0" u="none" strike="noStrike" baseline="0" dirty="0">
                <a:latin typeface="MonoRegular"/>
              </a:rPr>
              <a:t>&lt;/style&gt;</a:t>
            </a:r>
          </a:p>
          <a:p>
            <a:pPr marL="0" indent="0" algn="l">
              <a:lnSpc>
                <a:spcPct val="110000"/>
              </a:lnSpc>
              <a:spcBef>
                <a:spcPts val="0"/>
              </a:spcBef>
              <a:buNone/>
            </a:pPr>
            <a:r>
              <a:rPr lang="en-US" sz="1800" b="0" i="0" u="none" strike="noStrike" baseline="0" dirty="0">
                <a:latin typeface="MonoRegular"/>
              </a:rPr>
              <a:t>&lt;/head&gt;</a:t>
            </a:r>
          </a:p>
          <a:p>
            <a:pPr marL="0" indent="0" algn="l">
              <a:lnSpc>
                <a:spcPct val="110000"/>
              </a:lnSpc>
              <a:spcBef>
                <a:spcPts val="0"/>
              </a:spcBef>
              <a:buNone/>
            </a:pPr>
            <a:r>
              <a:rPr lang="en-US" sz="1800" b="0" i="0" u="none" strike="noStrike" baseline="0" dirty="0">
                <a:latin typeface="MonoRegular"/>
              </a:rPr>
              <a:t>&lt;body&gt;</a:t>
            </a:r>
          </a:p>
          <a:p>
            <a:pPr marL="0" indent="0" algn="l">
              <a:lnSpc>
                <a:spcPct val="110000"/>
              </a:lnSpc>
              <a:spcBef>
                <a:spcPts val="0"/>
              </a:spcBef>
              <a:buNone/>
            </a:pPr>
            <a:r>
              <a:rPr lang="en-US" sz="1800" b="0" i="0" u="none" strike="noStrike" baseline="0" dirty="0">
                <a:latin typeface="MonoRegular"/>
              </a:rPr>
              <a:t>&lt;div id=”d1”&gt;DIV #1&lt;/div&gt;</a:t>
            </a:r>
          </a:p>
          <a:p>
            <a:pPr marL="0" indent="0" algn="l">
              <a:lnSpc>
                <a:spcPct val="110000"/>
              </a:lnSpc>
              <a:spcBef>
                <a:spcPts val="0"/>
              </a:spcBef>
              <a:buNone/>
            </a:pPr>
            <a:r>
              <a:rPr lang="en-US" sz="1800" b="0" i="0" u="none" strike="noStrike" baseline="0" dirty="0">
                <a:latin typeface="MonoRegular"/>
              </a:rPr>
              <a:t>&lt;div id=”d2”&gt;DIV #2&lt;/div&gt;</a:t>
            </a:r>
          </a:p>
          <a:p>
            <a:pPr marL="0" indent="0" algn="l">
              <a:lnSpc>
                <a:spcPct val="110000"/>
              </a:lnSpc>
              <a:spcBef>
                <a:spcPts val="0"/>
              </a:spcBef>
              <a:buNone/>
            </a:pPr>
            <a:r>
              <a:rPr lang="en-US" sz="1800" b="0" i="0" u="none" strike="noStrike" baseline="0" dirty="0">
                <a:latin typeface="MonoRegular"/>
              </a:rPr>
              <a:t>&lt;div id=”d3”&gt;DIV #3&lt;/div&gt;</a:t>
            </a:r>
          </a:p>
          <a:p>
            <a:pPr marL="0" indent="0" algn="l">
              <a:lnSpc>
                <a:spcPct val="110000"/>
              </a:lnSpc>
              <a:spcBef>
                <a:spcPts val="0"/>
              </a:spcBef>
              <a:buNone/>
            </a:pPr>
            <a:r>
              <a:rPr lang="en-US" sz="1800" b="0" i="0" u="none" strike="noStrike" baseline="0" dirty="0">
                <a:latin typeface="MonoRegular"/>
              </a:rPr>
              <a:t>&lt;div id=”d4”&gt;DIV #4&lt;/div&gt;</a:t>
            </a:r>
          </a:p>
          <a:p>
            <a:pPr marL="0" indent="0" algn="l">
              <a:lnSpc>
                <a:spcPct val="110000"/>
              </a:lnSpc>
              <a:spcBef>
                <a:spcPts val="0"/>
              </a:spcBef>
              <a:buNone/>
            </a:pPr>
            <a:r>
              <a:rPr lang="en-US" sz="1800" b="0" i="0" u="none" strike="noStrike" baseline="0" dirty="0">
                <a:latin typeface="MonoRegular"/>
              </a:rPr>
              <a:t>&lt;/body&gt;</a:t>
            </a:r>
          </a:p>
          <a:p>
            <a:pPr marL="0" indent="0" algn="l">
              <a:lnSpc>
                <a:spcPct val="110000"/>
              </a:lnSpc>
              <a:spcBef>
                <a:spcPts val="0"/>
              </a:spcBef>
              <a:buNone/>
            </a:pPr>
            <a:r>
              <a:rPr lang="en-US" sz="1800" b="0" i="0" u="none" strike="noStrike" baseline="0" dirty="0">
                <a:latin typeface="MonoRegular"/>
              </a:rPr>
              <a:t>&lt;/html&gt;</a:t>
            </a:r>
            <a:endParaRPr lang="en-US" dirty="0"/>
          </a:p>
        </p:txBody>
      </p:sp>
      <p:sp>
        <p:nvSpPr>
          <p:cNvPr id="2" name="Footer Placeholder 1">
            <a:extLst>
              <a:ext uri="{FF2B5EF4-FFF2-40B4-BE49-F238E27FC236}">
                <a16:creationId xmlns:a16="http://schemas.microsoft.com/office/drawing/2014/main" id="{58B89391-93B5-6C8D-9AE5-FAE46B9B039E}"/>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725364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AA581A-AAFA-8491-36B6-E6FBC96BC9BD}"/>
              </a:ext>
            </a:extLst>
          </p:cNvPr>
          <p:cNvSpPr>
            <a:spLocks noGrp="1"/>
          </p:cNvSpPr>
          <p:nvPr>
            <p:ph type="title"/>
          </p:nvPr>
        </p:nvSpPr>
        <p:spPr/>
        <p:txBody>
          <a:bodyPr/>
          <a:lstStyle/>
          <a:p>
            <a:r>
              <a:rPr kumimoji="0" lang="en-US" sz="3200" b="0" i="0" u="none" strike="noStrike" kern="1200" cap="none" spc="0" normalizeH="0" baseline="0" noProof="0" dirty="0">
                <a:ln>
                  <a:noFill/>
                </a:ln>
                <a:solidFill>
                  <a:prstClr val="black"/>
                </a:solidFill>
                <a:effectLst/>
                <a:uLnTx/>
                <a:uFillTx/>
                <a:latin typeface="FranklinGothic-Book"/>
                <a:ea typeface="+mj-ea"/>
                <a:cs typeface="+mj-cs"/>
              </a:rPr>
              <a:t>Showing Relative Positioning with Four Color Blocks</a:t>
            </a:r>
            <a:endParaRPr lang="en-US" dirty="0"/>
          </a:p>
        </p:txBody>
      </p:sp>
      <p:pic>
        <p:nvPicPr>
          <p:cNvPr id="8" name="Content Placeholder 7">
            <a:extLst>
              <a:ext uri="{FF2B5EF4-FFF2-40B4-BE49-F238E27FC236}">
                <a16:creationId xmlns:a16="http://schemas.microsoft.com/office/drawing/2014/main" id="{87AB152D-633F-941F-0906-9F2BE83A0236}"/>
              </a:ext>
            </a:extLst>
          </p:cNvPr>
          <p:cNvPicPr>
            <a:picLocks noGrp="1" noChangeAspect="1"/>
          </p:cNvPicPr>
          <p:nvPr>
            <p:ph idx="1"/>
          </p:nvPr>
        </p:nvPicPr>
        <p:blipFill>
          <a:blip r:embed="rId2"/>
          <a:stretch>
            <a:fillRect/>
          </a:stretch>
        </p:blipFill>
        <p:spPr>
          <a:xfrm>
            <a:off x="2139933" y="1835812"/>
            <a:ext cx="6869155" cy="4340136"/>
          </a:xfrm>
        </p:spPr>
      </p:pic>
      <p:sp>
        <p:nvSpPr>
          <p:cNvPr id="2" name="Footer Placeholder 1">
            <a:extLst>
              <a:ext uri="{FF2B5EF4-FFF2-40B4-BE49-F238E27FC236}">
                <a16:creationId xmlns:a16="http://schemas.microsoft.com/office/drawing/2014/main" id="{6375A97A-246F-D48F-FAF2-8B1486D98638}"/>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436458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84B45E-ED66-24EE-FFEF-E7C520083E9C}"/>
              </a:ext>
            </a:extLst>
          </p:cNvPr>
          <p:cNvSpPr>
            <a:spLocks noGrp="1"/>
          </p:cNvSpPr>
          <p:nvPr>
            <p:ph type="title"/>
          </p:nvPr>
        </p:nvSpPr>
        <p:spPr>
          <a:xfrm>
            <a:off x="838200" y="365126"/>
            <a:ext cx="10515600" cy="983990"/>
          </a:xfrm>
        </p:spPr>
        <p:txBody>
          <a:bodyPr>
            <a:normAutofit/>
          </a:bodyPr>
          <a:lstStyle/>
          <a:p>
            <a:r>
              <a:rPr lang="en-US" sz="2800" b="0" i="0" u="none" strike="noStrike" baseline="0" dirty="0">
                <a:latin typeface="FranklinGothic-Book"/>
              </a:rPr>
              <a:t>Using Absolute Positioning of the Color Blocks</a:t>
            </a:r>
            <a:endParaRPr lang="en-US" sz="2800" dirty="0"/>
          </a:p>
        </p:txBody>
      </p:sp>
      <p:sp>
        <p:nvSpPr>
          <p:cNvPr id="5" name="Content Placeholder 4">
            <a:extLst>
              <a:ext uri="{FF2B5EF4-FFF2-40B4-BE49-F238E27FC236}">
                <a16:creationId xmlns:a16="http://schemas.microsoft.com/office/drawing/2014/main" id="{781917AF-F9C9-0D2E-BE8D-FCE42E537D18}"/>
              </a:ext>
            </a:extLst>
          </p:cNvPr>
          <p:cNvSpPr>
            <a:spLocks noGrp="1"/>
          </p:cNvSpPr>
          <p:nvPr>
            <p:ph sz="half" idx="1"/>
          </p:nvPr>
        </p:nvSpPr>
        <p:spPr>
          <a:xfrm>
            <a:off x="838200" y="1169234"/>
            <a:ext cx="5181600" cy="5186596"/>
          </a:xfrm>
        </p:spPr>
        <p:txBody>
          <a:bodyPr>
            <a:normAutofit fontScale="77500" lnSpcReduction="20000"/>
          </a:bodyPr>
          <a:lstStyle/>
          <a:p>
            <a:pPr marL="0" indent="0" algn="l">
              <a:lnSpc>
                <a:spcPct val="120000"/>
              </a:lnSpc>
              <a:spcBef>
                <a:spcPts val="0"/>
              </a:spcBef>
              <a:buNone/>
            </a:pPr>
            <a:r>
              <a:rPr lang="en-US" sz="1800" b="0" i="0" u="none" strike="noStrike" baseline="0" dirty="0">
                <a:latin typeface="MonoRegular"/>
              </a:rPr>
              <a:t>&lt;html </a:t>
            </a:r>
            <a:r>
              <a:rPr lang="en-US" sz="1800" b="0" i="0" u="none" strike="noStrike" baseline="0" dirty="0" err="1">
                <a:latin typeface="MonoRegular"/>
              </a:rPr>
              <a:t>xmlns</a:t>
            </a:r>
            <a:r>
              <a:rPr lang="en-US" sz="1800" b="0" i="0" u="none" strike="noStrike" baseline="0" dirty="0">
                <a:latin typeface="MonoRegular"/>
              </a:rPr>
              <a:t>=”http://www.w3.org/1999/</a:t>
            </a:r>
            <a:r>
              <a:rPr lang="en-US" sz="1800" b="0" i="0" u="none" strike="noStrike" baseline="0" dirty="0" err="1">
                <a:latin typeface="MonoRegular"/>
              </a:rPr>
              <a:t>xhtml</a:t>
            </a:r>
            <a:r>
              <a:rPr lang="en-US" sz="1800" b="0" i="0" u="none" strike="noStrike" baseline="0" dirty="0">
                <a:latin typeface="MonoRegular"/>
              </a:rPr>
              <a:t>” </a:t>
            </a:r>
            <a:r>
              <a:rPr lang="en-US" sz="1800" b="0" i="0" u="none" strike="noStrike" baseline="0" dirty="0" err="1">
                <a:latin typeface="MonoRegular"/>
              </a:rPr>
              <a:t>xml:lang</a:t>
            </a:r>
            <a:r>
              <a:rPr lang="en-US" sz="1800" b="0" i="0" u="none" strike="noStrike" baseline="0" dirty="0">
                <a:latin typeface="MonoRegular"/>
              </a:rPr>
              <a:t>=”</a:t>
            </a:r>
            <a:r>
              <a:rPr lang="en-US" sz="1800" b="0" i="0" u="none" strike="noStrike" baseline="0" dirty="0" err="1">
                <a:latin typeface="MonoRegular"/>
              </a:rPr>
              <a:t>en</a:t>
            </a:r>
            <a:r>
              <a:rPr lang="en-US" sz="1800" b="0" i="0" u="none" strike="noStrike" baseline="0" dirty="0">
                <a:latin typeface="MonoRegular"/>
              </a:rPr>
              <a:t>”&gt;</a:t>
            </a:r>
          </a:p>
          <a:p>
            <a:pPr marL="0" indent="0" algn="l">
              <a:lnSpc>
                <a:spcPct val="120000"/>
              </a:lnSpc>
              <a:spcBef>
                <a:spcPts val="0"/>
              </a:spcBef>
              <a:buNone/>
            </a:pPr>
            <a:r>
              <a:rPr lang="en-US" sz="1800" b="0" i="0" u="none" strike="noStrike" baseline="0" dirty="0">
                <a:latin typeface="MonoRegular"/>
              </a:rPr>
              <a:t>&lt;head&gt;</a:t>
            </a:r>
          </a:p>
          <a:p>
            <a:pPr marL="0" indent="0" algn="l">
              <a:lnSpc>
                <a:spcPct val="120000"/>
              </a:lnSpc>
              <a:spcBef>
                <a:spcPts val="0"/>
              </a:spcBef>
              <a:buNone/>
            </a:pPr>
            <a:r>
              <a:rPr lang="en-US" sz="1800" b="0" i="0" u="none" strike="noStrike" baseline="0" dirty="0">
                <a:latin typeface="MonoRegular"/>
              </a:rPr>
              <a:t>&lt;title&gt;Positioning the Color Blocks&lt;/title&gt;</a:t>
            </a:r>
          </a:p>
          <a:p>
            <a:pPr marL="0" indent="0" algn="l">
              <a:lnSpc>
                <a:spcPct val="120000"/>
              </a:lnSpc>
              <a:spcBef>
                <a:spcPts val="0"/>
              </a:spcBef>
              <a:buNone/>
            </a:pPr>
            <a:r>
              <a:rPr lang="en-US" sz="1800" b="0" i="0" u="none" strike="noStrike" baseline="0" dirty="0">
                <a:latin typeface="MonoRegular"/>
              </a:rPr>
              <a:t>&lt;style type=”text/</a:t>
            </a:r>
            <a:r>
              <a:rPr lang="en-US" sz="1800" b="0" i="0" u="none" strike="noStrike" baseline="0" dirty="0" err="1">
                <a:latin typeface="MonoRegular"/>
              </a:rPr>
              <a:t>css</a:t>
            </a:r>
            <a:r>
              <a:rPr lang="en-US" sz="1800" b="0" i="0" u="none" strike="noStrike" baseline="0" dirty="0">
                <a:latin typeface="MonoRegular"/>
              </a:rPr>
              <a:t>”&gt;</a:t>
            </a:r>
          </a:p>
          <a:p>
            <a:pPr marL="0" indent="0" algn="l">
              <a:lnSpc>
                <a:spcPct val="120000"/>
              </a:lnSpc>
              <a:spcBef>
                <a:spcPts val="0"/>
              </a:spcBef>
              <a:buNone/>
            </a:pPr>
            <a:r>
              <a:rPr lang="en-US" sz="1800" b="0" i="0" u="none" strike="noStrike" baseline="0" dirty="0">
                <a:latin typeface="MonoRegular"/>
              </a:rPr>
              <a:t>div {</a:t>
            </a:r>
          </a:p>
          <a:p>
            <a:pPr marL="0" indent="0" algn="l">
              <a:lnSpc>
                <a:spcPct val="120000"/>
              </a:lnSpc>
              <a:spcBef>
                <a:spcPts val="0"/>
              </a:spcBef>
              <a:buNone/>
            </a:pPr>
            <a:r>
              <a:rPr lang="en-US" sz="1800" b="0" i="0" u="none" strike="noStrike" baseline="0" dirty="0" err="1">
                <a:latin typeface="MonoRegular"/>
              </a:rPr>
              <a:t>position:absolute</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width:250px;</a:t>
            </a:r>
          </a:p>
          <a:p>
            <a:pPr marL="0" indent="0" algn="l">
              <a:lnSpc>
                <a:spcPct val="120000"/>
              </a:lnSpc>
              <a:spcBef>
                <a:spcPts val="0"/>
              </a:spcBef>
              <a:buNone/>
            </a:pPr>
            <a:r>
              <a:rPr lang="en-US" sz="1800" b="0" i="0" u="none" strike="noStrike" baseline="0" dirty="0">
                <a:latin typeface="MonoRegular"/>
              </a:rPr>
              <a:t>height:100px;</a:t>
            </a:r>
          </a:p>
          <a:p>
            <a:pPr marL="0" indent="0" algn="l">
              <a:lnSpc>
                <a:spcPct val="120000"/>
              </a:lnSpc>
              <a:spcBef>
                <a:spcPts val="0"/>
              </a:spcBef>
              <a:buNone/>
            </a:pPr>
            <a:r>
              <a:rPr lang="en-US" sz="1800" b="0" i="0" u="none" strike="noStrike" baseline="0" dirty="0">
                <a:latin typeface="MonoRegular"/>
              </a:rPr>
              <a:t>border:5px solid #000;</a:t>
            </a:r>
          </a:p>
          <a:p>
            <a:pPr marL="0" indent="0" algn="l">
              <a:lnSpc>
                <a:spcPct val="120000"/>
              </a:lnSpc>
              <a:spcBef>
                <a:spcPts val="0"/>
              </a:spcBef>
              <a:buNone/>
            </a:pPr>
            <a:r>
              <a:rPr lang="en-US" sz="1800" b="0" i="0" u="none" strike="noStrike" baseline="0" dirty="0" err="1">
                <a:latin typeface="MonoRegular"/>
              </a:rPr>
              <a:t>color:black</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err="1">
                <a:latin typeface="MonoRegular"/>
              </a:rPr>
              <a:t>font-weight:bold</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err="1">
                <a:latin typeface="MonoRegular"/>
              </a:rPr>
              <a:t>text-align:center</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div#d1 {</a:t>
            </a:r>
          </a:p>
          <a:p>
            <a:pPr marL="0" indent="0" algn="l">
              <a:lnSpc>
                <a:spcPct val="120000"/>
              </a:lnSpc>
              <a:spcBef>
                <a:spcPts val="0"/>
              </a:spcBef>
              <a:buNone/>
            </a:pPr>
            <a:r>
              <a:rPr lang="en-US" sz="1800" b="0" i="0" u="none" strike="noStrike" baseline="0" dirty="0" err="1">
                <a:latin typeface="MonoRegular"/>
              </a:rPr>
              <a:t>background-color:red</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left:0px;</a:t>
            </a:r>
          </a:p>
          <a:p>
            <a:pPr marL="0" indent="0" algn="l">
              <a:lnSpc>
                <a:spcPct val="120000"/>
              </a:lnSpc>
              <a:spcBef>
                <a:spcPts val="0"/>
              </a:spcBef>
              <a:buNone/>
            </a:pPr>
            <a:r>
              <a:rPr lang="en-US" sz="1800" b="0" i="0" u="none" strike="noStrike" baseline="0" dirty="0" err="1">
                <a:latin typeface="MonoRegular"/>
              </a:rPr>
              <a:t>toppx</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div#d2 {</a:t>
            </a:r>
          </a:p>
          <a:p>
            <a:pPr marL="0" indent="0" algn="l">
              <a:lnSpc>
                <a:spcPct val="120000"/>
              </a:lnSpc>
              <a:spcBef>
                <a:spcPts val="0"/>
              </a:spcBef>
              <a:buNone/>
            </a:pPr>
            <a:r>
              <a:rPr lang="en-US" sz="1800" b="0" i="0" u="none" strike="noStrike" baseline="0" dirty="0" err="1">
                <a:latin typeface="MonoRegular"/>
              </a:rPr>
              <a:t>background-color:green</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left:75px;</a:t>
            </a:r>
          </a:p>
          <a:p>
            <a:pPr marL="0" indent="0" algn="l">
              <a:lnSpc>
                <a:spcPct val="120000"/>
              </a:lnSpc>
              <a:spcBef>
                <a:spcPts val="0"/>
              </a:spcBef>
              <a:buNone/>
            </a:pPr>
            <a:r>
              <a:rPr lang="en-US" sz="1800" b="0" i="0" u="none" strike="noStrike" baseline="0" dirty="0">
                <a:latin typeface="MonoRegular"/>
              </a:rPr>
              <a:t>top:25px;</a:t>
            </a:r>
          </a:p>
          <a:p>
            <a:pPr marL="0" indent="0" algn="l">
              <a:lnSpc>
                <a:spcPct val="120000"/>
              </a:lnSpc>
              <a:spcBef>
                <a:spcPts val="0"/>
              </a:spcBef>
              <a:buNone/>
            </a:pPr>
            <a:r>
              <a:rPr lang="en-US" sz="1800" b="0" i="0" u="none" strike="noStrike" baseline="0" dirty="0">
                <a:latin typeface="MonoRegular"/>
              </a:rPr>
              <a:t>}</a:t>
            </a:r>
            <a:endParaRPr lang="en-US" dirty="0"/>
          </a:p>
        </p:txBody>
      </p:sp>
      <p:sp>
        <p:nvSpPr>
          <p:cNvPr id="6" name="Content Placeholder 5">
            <a:extLst>
              <a:ext uri="{FF2B5EF4-FFF2-40B4-BE49-F238E27FC236}">
                <a16:creationId xmlns:a16="http://schemas.microsoft.com/office/drawing/2014/main" id="{B19FFA3A-DAC5-5B3E-0249-46157B5B416A}"/>
              </a:ext>
            </a:extLst>
          </p:cNvPr>
          <p:cNvSpPr>
            <a:spLocks noGrp="1"/>
          </p:cNvSpPr>
          <p:nvPr>
            <p:ph sz="half" idx="2"/>
          </p:nvPr>
        </p:nvSpPr>
        <p:spPr>
          <a:xfrm>
            <a:off x="6172200" y="1169234"/>
            <a:ext cx="5181600" cy="5007729"/>
          </a:xfrm>
        </p:spPr>
        <p:txBody>
          <a:bodyPr>
            <a:normAutofit fontScale="77500" lnSpcReduction="20000"/>
          </a:bodyPr>
          <a:lstStyle/>
          <a:p>
            <a:pPr marL="0" indent="0" algn="l">
              <a:lnSpc>
                <a:spcPct val="120000"/>
              </a:lnSpc>
              <a:spcBef>
                <a:spcPts val="0"/>
              </a:spcBef>
              <a:buNone/>
            </a:pPr>
            <a:r>
              <a:rPr lang="en-US" sz="1800" b="0" i="0" u="none" strike="noStrike" baseline="0" dirty="0">
                <a:latin typeface="MonoRegular"/>
              </a:rPr>
              <a:t>div#d3 {</a:t>
            </a:r>
          </a:p>
          <a:p>
            <a:pPr marL="0" indent="0" algn="l">
              <a:lnSpc>
                <a:spcPct val="120000"/>
              </a:lnSpc>
              <a:spcBef>
                <a:spcPts val="0"/>
              </a:spcBef>
              <a:buNone/>
            </a:pPr>
            <a:r>
              <a:rPr lang="en-US" sz="1800" b="0" i="0" u="none" strike="noStrike" baseline="0" dirty="0" err="1">
                <a:latin typeface="MonoRegular"/>
              </a:rPr>
              <a:t>background-color:blue</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left:150px;</a:t>
            </a:r>
          </a:p>
          <a:p>
            <a:pPr marL="0" indent="0" algn="l">
              <a:lnSpc>
                <a:spcPct val="120000"/>
              </a:lnSpc>
              <a:spcBef>
                <a:spcPts val="0"/>
              </a:spcBef>
              <a:buNone/>
            </a:pPr>
            <a:r>
              <a:rPr lang="en-US" sz="1800" b="0" i="0" u="none" strike="noStrike" baseline="0" dirty="0">
                <a:latin typeface="MonoRegular"/>
              </a:rPr>
              <a:t>top:50px;</a:t>
            </a:r>
          </a:p>
          <a:p>
            <a:pPr marL="0" indent="0" algn="l">
              <a:lnSpc>
                <a:spcPct val="120000"/>
              </a:lnSpc>
              <a:spcBef>
                <a:spcPts val="0"/>
              </a:spcBef>
              <a:buNone/>
            </a:pP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div#d4 {</a:t>
            </a:r>
          </a:p>
          <a:p>
            <a:pPr marL="0" indent="0" algn="l">
              <a:lnSpc>
                <a:spcPct val="120000"/>
              </a:lnSpc>
              <a:spcBef>
                <a:spcPts val="0"/>
              </a:spcBef>
              <a:buNone/>
            </a:pPr>
            <a:r>
              <a:rPr lang="en-US" sz="1800" b="0" i="0" u="none" strike="noStrike" baseline="0" dirty="0" err="1">
                <a:latin typeface="MonoRegular"/>
              </a:rPr>
              <a:t>background-color:yellow</a:t>
            </a: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left:225px;</a:t>
            </a:r>
          </a:p>
          <a:p>
            <a:pPr marL="0" indent="0" algn="l">
              <a:lnSpc>
                <a:spcPct val="120000"/>
              </a:lnSpc>
              <a:spcBef>
                <a:spcPts val="0"/>
              </a:spcBef>
              <a:buNone/>
            </a:pPr>
            <a:r>
              <a:rPr lang="en-US" sz="1800" b="0" i="0" u="none" strike="noStrike" baseline="0" dirty="0">
                <a:latin typeface="MonoRegular"/>
              </a:rPr>
              <a:t>top:75px;</a:t>
            </a:r>
          </a:p>
          <a:p>
            <a:pPr marL="0" indent="0" algn="l">
              <a:lnSpc>
                <a:spcPct val="120000"/>
              </a:lnSpc>
              <a:spcBef>
                <a:spcPts val="0"/>
              </a:spcBef>
              <a:buNone/>
            </a:pPr>
            <a:r>
              <a:rPr lang="en-US" sz="1800" b="0" i="0" u="none" strike="noStrike" baseline="0" dirty="0">
                <a:latin typeface="MonoRegular"/>
              </a:rPr>
              <a:t>}</a:t>
            </a:r>
          </a:p>
          <a:p>
            <a:pPr marL="0" indent="0" algn="l">
              <a:lnSpc>
                <a:spcPct val="120000"/>
              </a:lnSpc>
              <a:spcBef>
                <a:spcPts val="0"/>
              </a:spcBef>
              <a:buNone/>
            </a:pPr>
            <a:r>
              <a:rPr lang="en-US" sz="1800" b="0" i="0" u="none" strike="noStrike" baseline="0" dirty="0">
                <a:latin typeface="MonoRegular"/>
              </a:rPr>
              <a:t>&lt;/style&gt;</a:t>
            </a:r>
          </a:p>
          <a:p>
            <a:pPr marL="0" indent="0" algn="l">
              <a:lnSpc>
                <a:spcPct val="120000"/>
              </a:lnSpc>
              <a:spcBef>
                <a:spcPts val="0"/>
              </a:spcBef>
              <a:buNone/>
            </a:pPr>
            <a:r>
              <a:rPr lang="en-US" sz="1800" b="0" i="0" u="none" strike="noStrike" baseline="0" dirty="0">
                <a:latin typeface="MonoRegular"/>
              </a:rPr>
              <a:t>&lt;/head&gt;</a:t>
            </a:r>
          </a:p>
          <a:p>
            <a:pPr marL="0" indent="0" algn="l">
              <a:lnSpc>
                <a:spcPct val="120000"/>
              </a:lnSpc>
              <a:spcBef>
                <a:spcPts val="0"/>
              </a:spcBef>
              <a:buNone/>
            </a:pPr>
            <a:r>
              <a:rPr lang="en-US" sz="1800" b="0" i="0" u="none" strike="noStrike" baseline="0" dirty="0">
                <a:latin typeface="MonoRegular"/>
              </a:rPr>
              <a:t>&lt;body&gt;</a:t>
            </a:r>
          </a:p>
          <a:p>
            <a:pPr marL="0" indent="0" algn="l">
              <a:lnSpc>
                <a:spcPct val="120000"/>
              </a:lnSpc>
              <a:spcBef>
                <a:spcPts val="0"/>
              </a:spcBef>
              <a:buNone/>
            </a:pPr>
            <a:r>
              <a:rPr lang="en-US" sz="1800" b="0" i="0" u="none" strike="noStrike" baseline="0" dirty="0">
                <a:latin typeface="MonoRegular"/>
              </a:rPr>
              <a:t>&lt;div id=”d1”&gt;DIV #1&lt;/div&gt;</a:t>
            </a:r>
          </a:p>
          <a:p>
            <a:pPr marL="0" indent="0" algn="l">
              <a:lnSpc>
                <a:spcPct val="120000"/>
              </a:lnSpc>
              <a:spcBef>
                <a:spcPts val="0"/>
              </a:spcBef>
              <a:buNone/>
            </a:pPr>
            <a:r>
              <a:rPr lang="en-US" sz="1800" b="0" i="0" u="none" strike="noStrike" baseline="0" dirty="0">
                <a:latin typeface="MonoRegular"/>
              </a:rPr>
              <a:t>&lt;div id=”d2”&gt;DIV #2&lt;/div&gt;</a:t>
            </a:r>
          </a:p>
          <a:p>
            <a:pPr marL="0" indent="0" algn="l">
              <a:lnSpc>
                <a:spcPct val="120000"/>
              </a:lnSpc>
              <a:spcBef>
                <a:spcPts val="0"/>
              </a:spcBef>
              <a:buNone/>
            </a:pPr>
            <a:r>
              <a:rPr lang="en-US" sz="1800" b="0" i="0" u="none" strike="noStrike" baseline="0" dirty="0">
                <a:latin typeface="MonoRegular"/>
              </a:rPr>
              <a:t>&lt;div id=”d3”&gt;DIV #3&lt;/div&gt;</a:t>
            </a:r>
          </a:p>
          <a:p>
            <a:pPr marL="0" indent="0" algn="l">
              <a:lnSpc>
                <a:spcPct val="120000"/>
              </a:lnSpc>
              <a:spcBef>
                <a:spcPts val="0"/>
              </a:spcBef>
              <a:buNone/>
            </a:pPr>
            <a:r>
              <a:rPr lang="en-US" sz="1800" b="0" i="0" u="none" strike="noStrike" baseline="0" dirty="0">
                <a:latin typeface="MonoRegular"/>
              </a:rPr>
              <a:t>&lt;div id=”d4”&gt;DIV #4&lt;/div&gt;</a:t>
            </a:r>
          </a:p>
          <a:p>
            <a:pPr marL="0" indent="0" algn="l">
              <a:lnSpc>
                <a:spcPct val="120000"/>
              </a:lnSpc>
              <a:spcBef>
                <a:spcPts val="0"/>
              </a:spcBef>
              <a:buNone/>
            </a:pPr>
            <a:r>
              <a:rPr lang="en-US" sz="1800" b="0" i="0" u="none" strike="noStrike" baseline="0" dirty="0">
                <a:latin typeface="MonoRegular"/>
              </a:rPr>
              <a:t>&lt;/body&gt;</a:t>
            </a:r>
          </a:p>
          <a:p>
            <a:pPr marL="0" indent="0" algn="l">
              <a:lnSpc>
                <a:spcPct val="120000"/>
              </a:lnSpc>
              <a:spcBef>
                <a:spcPts val="0"/>
              </a:spcBef>
              <a:buNone/>
            </a:pPr>
            <a:r>
              <a:rPr lang="en-US" sz="1800" b="0" i="0" u="none" strike="noStrike" baseline="0" dirty="0">
                <a:latin typeface="MonoRegular"/>
              </a:rPr>
              <a:t>&lt;/html&gt;</a:t>
            </a:r>
            <a:endParaRPr lang="en-US" dirty="0"/>
          </a:p>
        </p:txBody>
      </p:sp>
      <p:sp>
        <p:nvSpPr>
          <p:cNvPr id="2" name="Footer Placeholder 1">
            <a:extLst>
              <a:ext uri="{FF2B5EF4-FFF2-40B4-BE49-F238E27FC236}">
                <a16:creationId xmlns:a16="http://schemas.microsoft.com/office/drawing/2014/main" id="{BFA0765B-6B57-3F7F-C13A-8FAFE5DE45B2}"/>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2727760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223722-D620-6C8E-FD50-7F4E3E68D662}"/>
              </a:ext>
            </a:extLst>
          </p:cNvPr>
          <p:cNvSpPr>
            <a:spLocks noGrp="1"/>
          </p:cNvSpPr>
          <p:nvPr>
            <p:ph type="title"/>
          </p:nvPr>
        </p:nvSpPr>
        <p:spPr>
          <a:xfrm>
            <a:off x="838200" y="365125"/>
            <a:ext cx="10515600" cy="954009"/>
          </a:xfrm>
        </p:spPr>
        <p:txBody>
          <a:bodyPr/>
          <a:lstStyle/>
          <a:p>
            <a:r>
              <a:rPr kumimoji="0" lang="en-US" sz="2800" b="0" i="0" u="none" strike="noStrike" kern="1200" cap="none" spc="0" normalizeH="0" baseline="0" noProof="0" dirty="0">
                <a:ln>
                  <a:noFill/>
                </a:ln>
                <a:solidFill>
                  <a:prstClr val="black"/>
                </a:solidFill>
                <a:effectLst/>
                <a:uLnTx/>
                <a:uFillTx/>
                <a:latin typeface="FranklinGothic-Book"/>
                <a:ea typeface="+mj-ea"/>
                <a:cs typeface="+mj-cs"/>
              </a:rPr>
              <a:t>Using Absolute Positioning of the Color Blocks</a:t>
            </a:r>
            <a:endParaRPr lang="en-US" dirty="0"/>
          </a:p>
        </p:txBody>
      </p:sp>
      <p:pic>
        <p:nvPicPr>
          <p:cNvPr id="8" name="Content Placeholder 7">
            <a:extLst>
              <a:ext uri="{FF2B5EF4-FFF2-40B4-BE49-F238E27FC236}">
                <a16:creationId xmlns:a16="http://schemas.microsoft.com/office/drawing/2014/main" id="{5303102C-77B9-F827-FC35-70368B3CD166}"/>
              </a:ext>
            </a:extLst>
          </p:cNvPr>
          <p:cNvPicPr>
            <a:picLocks noGrp="1" noChangeAspect="1"/>
          </p:cNvPicPr>
          <p:nvPr>
            <p:ph idx="1"/>
          </p:nvPr>
        </p:nvPicPr>
        <p:blipFill>
          <a:blip r:embed="rId2"/>
          <a:stretch>
            <a:fillRect/>
          </a:stretch>
        </p:blipFill>
        <p:spPr>
          <a:xfrm>
            <a:off x="2758814" y="1453298"/>
            <a:ext cx="5920490" cy="4475040"/>
          </a:xfrm>
        </p:spPr>
      </p:pic>
      <p:sp>
        <p:nvSpPr>
          <p:cNvPr id="2" name="Footer Placeholder 1">
            <a:extLst>
              <a:ext uri="{FF2B5EF4-FFF2-40B4-BE49-F238E27FC236}">
                <a16:creationId xmlns:a16="http://schemas.microsoft.com/office/drawing/2014/main" id="{346DAAF1-2746-A7D8-8B79-5581F74685FA}"/>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1011393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1E742-4460-2C81-1B56-0BBA2D49A018}"/>
              </a:ext>
            </a:extLst>
          </p:cNvPr>
          <p:cNvSpPr>
            <a:spLocks noGrp="1"/>
          </p:cNvSpPr>
          <p:nvPr>
            <p:ph type="title"/>
          </p:nvPr>
        </p:nvSpPr>
        <p:spPr>
          <a:xfrm>
            <a:off x="838200" y="365125"/>
            <a:ext cx="10515600" cy="954009"/>
          </a:xfrm>
        </p:spPr>
        <p:txBody>
          <a:bodyPr>
            <a:normAutofit/>
          </a:bodyPr>
          <a:lstStyle/>
          <a:p>
            <a:r>
              <a:rPr lang="en-US" sz="3200" b="0" i="0" u="none" strike="noStrike" baseline="0" dirty="0">
                <a:latin typeface="FranklinGothic-Heavy"/>
              </a:rPr>
              <a:t>Controlling the Way Things Stack Up</a:t>
            </a:r>
            <a:endParaRPr lang="en-US" sz="3200" dirty="0"/>
          </a:p>
        </p:txBody>
      </p:sp>
      <p:sp>
        <p:nvSpPr>
          <p:cNvPr id="3" name="Content Placeholder 2">
            <a:extLst>
              <a:ext uri="{FF2B5EF4-FFF2-40B4-BE49-F238E27FC236}">
                <a16:creationId xmlns:a16="http://schemas.microsoft.com/office/drawing/2014/main" id="{FC19373A-6DC3-9388-51FE-D62FC608AFD5}"/>
              </a:ext>
            </a:extLst>
          </p:cNvPr>
          <p:cNvSpPr>
            <a:spLocks noGrp="1"/>
          </p:cNvSpPr>
          <p:nvPr>
            <p:ph idx="1"/>
          </p:nvPr>
        </p:nvSpPr>
        <p:spPr>
          <a:xfrm>
            <a:off x="838200" y="1319134"/>
            <a:ext cx="10515600" cy="4857829"/>
          </a:xfrm>
        </p:spPr>
        <p:txBody>
          <a:bodyPr/>
          <a:lstStyle/>
          <a:p>
            <a:pPr algn="l"/>
            <a:r>
              <a:rPr lang="en-US" sz="1800" b="0" i="0" u="none" strike="noStrike" baseline="0" dirty="0">
                <a:latin typeface="Palatino-Roman"/>
              </a:rPr>
              <a:t>There are situations in which you’d like to carefully control the manner in which elements overlap each other on a web page. </a:t>
            </a:r>
          </a:p>
          <a:p>
            <a:pPr algn="l"/>
            <a:r>
              <a:rPr lang="en-US" sz="1800" b="0" i="0" u="none" strike="noStrike" baseline="0" dirty="0">
                <a:latin typeface="Palatino-Roman"/>
              </a:rPr>
              <a:t>The </a:t>
            </a:r>
            <a:r>
              <a:rPr lang="en-US" sz="1800" b="0" i="0" u="none" strike="noStrike" baseline="0" dirty="0">
                <a:latin typeface="MonoRegular"/>
              </a:rPr>
              <a:t>z-index </a:t>
            </a:r>
            <a:r>
              <a:rPr lang="en-US" sz="1800" b="0" i="0" u="none" strike="noStrike" baseline="0" dirty="0">
                <a:latin typeface="Palatino-Roman"/>
              </a:rPr>
              <a:t>style property enables you to set the order of elements with respect to how they stack on top of each other. </a:t>
            </a:r>
          </a:p>
          <a:p>
            <a:pPr algn="l"/>
            <a:r>
              <a:rPr lang="en-US" sz="1800" b="0" i="0" u="none" strike="noStrike" baseline="0" dirty="0">
                <a:latin typeface="Palatino-Roman"/>
              </a:rPr>
              <a:t>Although the name </a:t>
            </a:r>
            <a:r>
              <a:rPr lang="en-US" sz="1800" b="0" i="1" u="none" strike="noStrike" baseline="0" dirty="0">
                <a:latin typeface="Palatino-Italic"/>
              </a:rPr>
              <a:t>z-index </a:t>
            </a:r>
            <a:r>
              <a:rPr lang="en-US" sz="1800" b="0" i="0" u="none" strike="noStrike" baseline="0" dirty="0">
                <a:latin typeface="Palatino-Roman"/>
              </a:rPr>
              <a:t>might sound a little strange, it refers to the notion of a third dimension (Z) that points into the computer screen, in addition to the two dimensions that go across (X) and down (Y) the screen. </a:t>
            </a:r>
          </a:p>
          <a:p>
            <a:pPr algn="l"/>
            <a:r>
              <a:rPr lang="en-US" sz="1800" b="0" i="0" u="none" strike="noStrike" baseline="0" dirty="0">
                <a:latin typeface="Palatino-Roman"/>
              </a:rPr>
              <a:t>Another way to think of the z-index is the relative position of a single magazine within a stack of magazines.</a:t>
            </a:r>
          </a:p>
          <a:p>
            <a:pPr algn="l"/>
            <a:r>
              <a:rPr lang="en-US" sz="1800" b="0" i="0" u="none" strike="noStrike" baseline="0" dirty="0">
                <a:latin typeface="Palatino-Roman"/>
              </a:rPr>
              <a:t>The </a:t>
            </a:r>
            <a:r>
              <a:rPr lang="en-US" sz="1800" b="0" i="0" u="none" strike="noStrike" baseline="0" dirty="0">
                <a:latin typeface="MonoRegular"/>
              </a:rPr>
              <a:t>z-index </a:t>
            </a:r>
            <a:r>
              <a:rPr lang="en-US" sz="1800" b="0" i="0" u="none" strike="noStrike" baseline="0" dirty="0">
                <a:latin typeface="Palatino-Roman"/>
              </a:rPr>
              <a:t>property is used to set a numeric value that indicates the relative z-index of a style rule.</a:t>
            </a:r>
          </a:p>
          <a:p>
            <a:pPr algn="l"/>
            <a:r>
              <a:rPr lang="en-US" sz="1800" b="0" i="0" u="none" strike="noStrike" baseline="0" dirty="0">
                <a:latin typeface="Palatino-Roman"/>
              </a:rPr>
              <a:t> The number assigned to </a:t>
            </a:r>
            <a:r>
              <a:rPr lang="en-US" sz="1800" b="0" i="0" u="none" strike="noStrike" baseline="0" dirty="0">
                <a:latin typeface="MonoRegular"/>
              </a:rPr>
              <a:t>z-index </a:t>
            </a:r>
            <a:r>
              <a:rPr lang="en-US" sz="1800" b="0" i="0" u="none" strike="noStrike" baseline="0" dirty="0">
                <a:latin typeface="Palatino-Roman"/>
              </a:rPr>
              <a:t>has meaning only with respect to other style rules in a style sheet, which means that setting the </a:t>
            </a:r>
            <a:r>
              <a:rPr lang="en-US" sz="1800" b="0" i="0" u="none" strike="noStrike" baseline="0" dirty="0">
                <a:latin typeface="MonoRegular"/>
              </a:rPr>
              <a:t>z-index </a:t>
            </a:r>
            <a:r>
              <a:rPr lang="en-US" sz="1800" b="0" i="0" u="none" strike="noStrike" baseline="0" dirty="0">
                <a:latin typeface="Palatino-Roman"/>
              </a:rPr>
              <a:t>property for a single rule doesn’t mean much.</a:t>
            </a:r>
            <a:endParaRPr lang="en-US" dirty="0"/>
          </a:p>
        </p:txBody>
      </p:sp>
      <p:sp>
        <p:nvSpPr>
          <p:cNvPr id="4" name="Footer Placeholder 3">
            <a:extLst>
              <a:ext uri="{FF2B5EF4-FFF2-40B4-BE49-F238E27FC236}">
                <a16:creationId xmlns:a16="http://schemas.microsoft.com/office/drawing/2014/main" id="{6F4AC80E-780D-1684-5B03-E260B71EA42C}"/>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3834923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143F7-40C8-600E-B0D3-613B12451CB1}"/>
              </a:ext>
            </a:extLst>
          </p:cNvPr>
          <p:cNvSpPr>
            <a:spLocks noGrp="1"/>
          </p:cNvSpPr>
          <p:nvPr>
            <p:ph type="title"/>
          </p:nvPr>
        </p:nvSpPr>
        <p:spPr/>
        <p:txBody>
          <a:bodyPr>
            <a:normAutofit/>
          </a:bodyPr>
          <a:lstStyle/>
          <a:p>
            <a:r>
              <a:rPr lang="en-US" sz="2800" b="0" i="0" u="none" strike="noStrike" baseline="0" dirty="0">
                <a:latin typeface="FranklinGothic-Book"/>
              </a:rPr>
              <a:t>Using </a:t>
            </a:r>
            <a:r>
              <a:rPr lang="en-US" sz="2800" b="0" i="0" u="none" strike="noStrike" baseline="0" dirty="0">
                <a:latin typeface="MonoRegular"/>
              </a:rPr>
              <a:t>z-index </a:t>
            </a:r>
            <a:r>
              <a:rPr lang="en-US" sz="2800" b="0" i="0" u="none" strike="noStrike" baseline="0" dirty="0">
                <a:latin typeface="FranklinGothic-Book"/>
              </a:rPr>
              <a:t>to Alter the Display of Elements in the Color Blocks Sample</a:t>
            </a:r>
            <a:endParaRPr lang="en-US" sz="2800" dirty="0"/>
          </a:p>
        </p:txBody>
      </p:sp>
      <p:sp>
        <p:nvSpPr>
          <p:cNvPr id="5" name="Content Placeholder 4">
            <a:extLst>
              <a:ext uri="{FF2B5EF4-FFF2-40B4-BE49-F238E27FC236}">
                <a16:creationId xmlns:a16="http://schemas.microsoft.com/office/drawing/2014/main" id="{D6A181E7-8838-192B-90EA-09105B06C5EB}"/>
              </a:ext>
            </a:extLst>
          </p:cNvPr>
          <p:cNvSpPr>
            <a:spLocks noGrp="1"/>
          </p:cNvSpPr>
          <p:nvPr>
            <p:ph sz="half" idx="1"/>
          </p:nvPr>
        </p:nvSpPr>
        <p:spPr>
          <a:xfrm>
            <a:off x="838200" y="1454046"/>
            <a:ext cx="5181600" cy="5038829"/>
          </a:xfrm>
        </p:spPr>
        <p:txBody>
          <a:bodyPr>
            <a:noAutofit/>
          </a:bodyPr>
          <a:lstStyle/>
          <a:p>
            <a:pPr marL="0" indent="0">
              <a:lnSpc>
                <a:spcPct val="100000"/>
              </a:lnSpc>
              <a:spcBef>
                <a:spcPts val="0"/>
              </a:spcBef>
              <a:buNone/>
            </a:pPr>
            <a:r>
              <a:rPr lang="en-US" sz="1400" b="0" i="0" u="none" strike="noStrike" baseline="0" dirty="0">
                <a:latin typeface="MonoRegular"/>
              </a:rPr>
              <a:t>&lt;html </a:t>
            </a:r>
            <a:r>
              <a:rPr lang="en-US" sz="1400" b="0" i="0" u="none" strike="noStrike" baseline="0" dirty="0" err="1">
                <a:latin typeface="MonoRegular"/>
              </a:rPr>
              <a:t>xmlns</a:t>
            </a:r>
            <a:r>
              <a:rPr lang="en-US" sz="1400" b="0" i="0" u="none" strike="noStrike" baseline="0" dirty="0">
                <a:latin typeface="MonoRegular"/>
              </a:rPr>
              <a:t>=”http://www.w3.org/1999/</a:t>
            </a:r>
            <a:r>
              <a:rPr lang="en-US" sz="1400" b="0" i="0" u="none" strike="noStrike" baseline="0" dirty="0" err="1">
                <a:latin typeface="MonoRegular"/>
              </a:rPr>
              <a:t>xhtml</a:t>
            </a:r>
            <a:r>
              <a:rPr lang="en-US" sz="1400" b="0" i="0" u="none" strike="noStrike" baseline="0" dirty="0">
                <a:latin typeface="MonoRegular"/>
              </a:rPr>
              <a:t>” </a:t>
            </a:r>
            <a:r>
              <a:rPr lang="en-US" sz="1400" b="0" i="0" u="none" strike="noStrike" baseline="0" dirty="0" err="1">
                <a:latin typeface="MonoRegular"/>
              </a:rPr>
              <a:t>xml:lang</a:t>
            </a:r>
            <a:r>
              <a:rPr lang="en-US" sz="1400" b="0" i="0" u="none" strike="noStrike" baseline="0" dirty="0">
                <a:latin typeface="MonoRegular"/>
              </a:rPr>
              <a:t>=”</a:t>
            </a:r>
            <a:r>
              <a:rPr lang="en-US" sz="1400" b="0" i="0" u="none" strike="noStrike" baseline="0" dirty="0" err="1">
                <a:latin typeface="MonoRegular"/>
              </a:rPr>
              <a:t>en</a:t>
            </a:r>
            <a:r>
              <a:rPr lang="en-US" sz="1400" b="0" i="0" u="none" strike="noStrike" baseline="0" dirty="0">
                <a:latin typeface="MonoRegular"/>
              </a:rPr>
              <a:t>”&gt;</a:t>
            </a:r>
          </a:p>
          <a:p>
            <a:pPr marL="0" indent="0">
              <a:lnSpc>
                <a:spcPct val="100000"/>
              </a:lnSpc>
              <a:spcBef>
                <a:spcPts val="0"/>
              </a:spcBef>
              <a:buNone/>
            </a:pPr>
            <a:r>
              <a:rPr lang="en-US" sz="1400" b="0" i="0" u="none" strike="noStrike" baseline="0" dirty="0">
                <a:latin typeface="MonoRegular"/>
              </a:rPr>
              <a:t>&lt;head&gt;</a:t>
            </a:r>
          </a:p>
          <a:p>
            <a:pPr marL="0" indent="0">
              <a:lnSpc>
                <a:spcPct val="100000"/>
              </a:lnSpc>
              <a:spcBef>
                <a:spcPts val="0"/>
              </a:spcBef>
              <a:buNone/>
            </a:pPr>
            <a:r>
              <a:rPr lang="en-US" sz="1400" b="0" i="0" u="none" strike="noStrike" baseline="0" dirty="0">
                <a:latin typeface="MonoRegular"/>
              </a:rPr>
              <a:t>&lt;title&gt;Positioning the Color Blocks&lt;/title&gt;</a:t>
            </a:r>
          </a:p>
          <a:p>
            <a:pPr marL="0" indent="0">
              <a:lnSpc>
                <a:spcPct val="100000"/>
              </a:lnSpc>
              <a:spcBef>
                <a:spcPts val="0"/>
              </a:spcBef>
              <a:buNone/>
            </a:pPr>
            <a:r>
              <a:rPr lang="en-US" sz="1400" b="0" i="0" u="none" strike="noStrike" baseline="0" dirty="0">
                <a:latin typeface="MonoRegular"/>
              </a:rPr>
              <a:t>&lt;style type=”text/</a:t>
            </a:r>
            <a:r>
              <a:rPr lang="en-US" sz="1400" b="0" i="0" u="none" strike="noStrike" baseline="0" dirty="0" err="1">
                <a:latin typeface="MonoRegular"/>
              </a:rPr>
              <a:t>css</a:t>
            </a:r>
            <a:r>
              <a:rPr lang="en-US" sz="1400" b="0" i="0" u="none" strike="noStrike" baseline="0" dirty="0">
                <a:latin typeface="MonoRegular"/>
              </a:rPr>
              <a:t>”&gt;</a:t>
            </a:r>
          </a:p>
          <a:p>
            <a:pPr marL="0" indent="0">
              <a:lnSpc>
                <a:spcPct val="100000"/>
              </a:lnSpc>
              <a:spcBef>
                <a:spcPts val="0"/>
              </a:spcBef>
              <a:buNone/>
            </a:pPr>
            <a:r>
              <a:rPr lang="en-US" sz="1400" b="0" i="0" u="none" strike="noStrike" baseline="0" dirty="0">
                <a:latin typeface="MonoRegular"/>
              </a:rPr>
              <a:t>div {</a:t>
            </a:r>
          </a:p>
          <a:p>
            <a:pPr marL="0" indent="0">
              <a:lnSpc>
                <a:spcPct val="100000"/>
              </a:lnSpc>
              <a:spcBef>
                <a:spcPts val="0"/>
              </a:spcBef>
              <a:buNone/>
            </a:pPr>
            <a:r>
              <a:rPr lang="en-US" sz="1400" b="0" i="0" u="none" strike="noStrike" baseline="0" dirty="0" err="1">
                <a:latin typeface="MonoRegular"/>
              </a:rPr>
              <a:t>position:absolute</a:t>
            </a:r>
            <a:r>
              <a:rPr lang="en-US" sz="1400" b="0" i="0" u="none" strike="noStrike" baseline="0" dirty="0">
                <a:latin typeface="MonoRegular"/>
              </a:rPr>
              <a:t>;</a:t>
            </a:r>
          </a:p>
          <a:p>
            <a:pPr marL="0" indent="0">
              <a:lnSpc>
                <a:spcPct val="100000"/>
              </a:lnSpc>
              <a:spcBef>
                <a:spcPts val="0"/>
              </a:spcBef>
              <a:buNone/>
            </a:pPr>
            <a:r>
              <a:rPr lang="en-US" sz="1400" b="0" i="0" u="none" strike="noStrike" baseline="0" dirty="0">
                <a:latin typeface="MonoRegular"/>
              </a:rPr>
              <a:t>width:250px;</a:t>
            </a:r>
          </a:p>
          <a:p>
            <a:pPr marL="0" indent="0">
              <a:lnSpc>
                <a:spcPct val="100000"/>
              </a:lnSpc>
              <a:spcBef>
                <a:spcPts val="0"/>
              </a:spcBef>
              <a:buNone/>
            </a:pPr>
            <a:r>
              <a:rPr lang="en-US" sz="1400" b="0" i="0" u="none" strike="noStrike" baseline="0" dirty="0">
                <a:latin typeface="MonoRegular"/>
              </a:rPr>
              <a:t>height:100px;</a:t>
            </a:r>
          </a:p>
          <a:p>
            <a:pPr marL="0" indent="0">
              <a:lnSpc>
                <a:spcPct val="100000"/>
              </a:lnSpc>
              <a:spcBef>
                <a:spcPts val="0"/>
              </a:spcBef>
              <a:buNone/>
            </a:pPr>
            <a:r>
              <a:rPr lang="en-US" sz="1400" b="0" i="0" u="none" strike="noStrike" baseline="0" dirty="0">
                <a:latin typeface="MonoRegular"/>
              </a:rPr>
              <a:t>border:5px solid #000;</a:t>
            </a:r>
          </a:p>
          <a:p>
            <a:pPr marL="0" indent="0">
              <a:lnSpc>
                <a:spcPct val="100000"/>
              </a:lnSpc>
              <a:spcBef>
                <a:spcPts val="0"/>
              </a:spcBef>
              <a:buNone/>
            </a:pPr>
            <a:r>
              <a:rPr lang="en-US" sz="1400" b="0" i="0" u="none" strike="noStrike" baseline="0" dirty="0" err="1">
                <a:latin typeface="MonoRegular"/>
              </a:rPr>
              <a:t>color:black</a:t>
            </a:r>
            <a:r>
              <a:rPr lang="en-US" sz="1400" b="0" i="0" u="none" strike="noStrike" baseline="0" dirty="0">
                <a:latin typeface="MonoRegular"/>
              </a:rPr>
              <a:t>;</a:t>
            </a:r>
          </a:p>
          <a:p>
            <a:pPr marL="0" indent="0">
              <a:lnSpc>
                <a:spcPct val="100000"/>
              </a:lnSpc>
              <a:spcBef>
                <a:spcPts val="0"/>
              </a:spcBef>
              <a:buNone/>
            </a:pPr>
            <a:r>
              <a:rPr lang="en-US" sz="1400" b="0" i="0" u="none" strike="noStrike" baseline="0" dirty="0" err="1">
                <a:latin typeface="MonoRegular"/>
              </a:rPr>
              <a:t>font-weight:bold</a:t>
            </a:r>
            <a:r>
              <a:rPr lang="en-US" sz="1400" b="0" i="0" u="none" strike="noStrike" baseline="0" dirty="0">
                <a:latin typeface="MonoRegular"/>
              </a:rPr>
              <a:t>;</a:t>
            </a:r>
          </a:p>
          <a:p>
            <a:pPr marL="0" indent="0">
              <a:lnSpc>
                <a:spcPct val="100000"/>
              </a:lnSpc>
              <a:spcBef>
                <a:spcPts val="0"/>
              </a:spcBef>
              <a:buNone/>
            </a:pPr>
            <a:r>
              <a:rPr lang="en-US" sz="1400" b="0" i="0" u="none" strike="noStrike" baseline="0" dirty="0" err="1">
                <a:latin typeface="MonoRegular"/>
              </a:rPr>
              <a:t>text-align:center</a:t>
            </a:r>
            <a:r>
              <a:rPr lang="en-US" sz="1400" b="0" i="0" u="none" strike="noStrike" baseline="0" dirty="0">
                <a:latin typeface="MonoRegular"/>
              </a:rPr>
              <a:t>;</a:t>
            </a:r>
          </a:p>
          <a:p>
            <a:pPr marL="0" indent="0">
              <a:lnSpc>
                <a:spcPct val="100000"/>
              </a:lnSpc>
              <a:spcBef>
                <a:spcPts val="0"/>
              </a:spcBef>
              <a:buNone/>
            </a:pPr>
            <a:r>
              <a:rPr lang="en-US" sz="1400" b="0" i="0" u="none" strike="noStrike" baseline="0" dirty="0">
                <a:latin typeface="MonoRegular"/>
              </a:rPr>
              <a:t>}</a:t>
            </a:r>
          </a:p>
          <a:p>
            <a:pPr marL="0" indent="0">
              <a:lnSpc>
                <a:spcPct val="100000"/>
              </a:lnSpc>
              <a:spcBef>
                <a:spcPts val="0"/>
              </a:spcBef>
              <a:buNone/>
            </a:pPr>
            <a:r>
              <a:rPr lang="en-US" sz="1400" b="0" i="0" u="none" strike="noStrike" baseline="0" dirty="0">
                <a:latin typeface="MonoRegular"/>
              </a:rPr>
              <a:t>div#d1 {</a:t>
            </a:r>
          </a:p>
          <a:p>
            <a:pPr marL="0" indent="0">
              <a:lnSpc>
                <a:spcPct val="100000"/>
              </a:lnSpc>
              <a:spcBef>
                <a:spcPts val="0"/>
              </a:spcBef>
              <a:buNone/>
            </a:pPr>
            <a:r>
              <a:rPr lang="en-US" sz="1400" b="0" i="0" u="none" strike="noStrike" baseline="0" dirty="0" err="1">
                <a:latin typeface="MonoRegular"/>
              </a:rPr>
              <a:t>background-color:red</a:t>
            </a:r>
            <a:r>
              <a:rPr lang="en-US" sz="1400" b="0" i="0" u="none" strike="noStrike" baseline="0" dirty="0">
                <a:latin typeface="MonoRegular"/>
              </a:rPr>
              <a:t>;</a:t>
            </a:r>
          </a:p>
          <a:p>
            <a:pPr marL="0" indent="0">
              <a:lnSpc>
                <a:spcPct val="100000"/>
              </a:lnSpc>
              <a:spcBef>
                <a:spcPts val="0"/>
              </a:spcBef>
              <a:buNone/>
            </a:pPr>
            <a:r>
              <a:rPr lang="en-US" sz="1400" b="0" i="0" u="none" strike="noStrike" baseline="0" dirty="0">
                <a:latin typeface="MonoRegular"/>
              </a:rPr>
              <a:t>left:0px;</a:t>
            </a:r>
          </a:p>
          <a:p>
            <a:pPr marL="0" indent="0">
              <a:lnSpc>
                <a:spcPct val="100000"/>
              </a:lnSpc>
              <a:spcBef>
                <a:spcPts val="0"/>
              </a:spcBef>
              <a:buNone/>
            </a:pPr>
            <a:r>
              <a:rPr lang="en-US" sz="1400" b="0" i="0" u="none" strike="noStrike" baseline="0" dirty="0">
                <a:latin typeface="MonoRegular"/>
              </a:rPr>
              <a:t>top:0px;</a:t>
            </a:r>
          </a:p>
          <a:p>
            <a:pPr marL="0" indent="0">
              <a:lnSpc>
                <a:spcPct val="100000"/>
              </a:lnSpc>
              <a:spcBef>
                <a:spcPts val="0"/>
              </a:spcBef>
              <a:buNone/>
            </a:pPr>
            <a:r>
              <a:rPr lang="en-US" sz="1400" b="0" i="0" u="none" strike="noStrike" baseline="0" dirty="0">
                <a:latin typeface="MonoRegular"/>
              </a:rPr>
              <a:t>z-index:0;</a:t>
            </a:r>
          </a:p>
          <a:p>
            <a:pPr marL="0" indent="0">
              <a:lnSpc>
                <a:spcPct val="100000"/>
              </a:lnSpc>
              <a:spcBef>
                <a:spcPts val="0"/>
              </a:spcBef>
              <a:buNone/>
            </a:pPr>
            <a:r>
              <a:rPr lang="en-US" sz="1400" b="0" i="0" u="none" strike="noStrike" baseline="0" dirty="0">
                <a:latin typeface="MonoRegular"/>
              </a:rPr>
              <a:t>}</a:t>
            </a:r>
          </a:p>
          <a:p>
            <a:pPr marL="0" indent="0">
              <a:lnSpc>
                <a:spcPct val="100000"/>
              </a:lnSpc>
              <a:spcBef>
                <a:spcPts val="0"/>
              </a:spcBef>
              <a:buNone/>
            </a:pPr>
            <a:r>
              <a:rPr lang="en-US" sz="1400" b="0" i="0" u="none" strike="noStrike" baseline="0" dirty="0">
                <a:latin typeface="MonoRegular"/>
              </a:rPr>
              <a:t>div#d2 {</a:t>
            </a:r>
          </a:p>
          <a:p>
            <a:pPr marL="0" indent="0">
              <a:lnSpc>
                <a:spcPct val="100000"/>
              </a:lnSpc>
              <a:spcBef>
                <a:spcPts val="0"/>
              </a:spcBef>
              <a:buNone/>
            </a:pPr>
            <a:r>
              <a:rPr lang="en-US" sz="1400" b="0" i="0" u="none" strike="noStrike" baseline="0" dirty="0" err="1">
                <a:latin typeface="MonoRegular"/>
              </a:rPr>
              <a:t>background-color:green</a:t>
            </a:r>
            <a:r>
              <a:rPr lang="en-US" sz="1400" b="0" i="0" u="none" strike="noStrike" baseline="0" dirty="0">
                <a:latin typeface="MonoRegular"/>
              </a:rPr>
              <a:t>; left:75px; top:25px; z-index:3;</a:t>
            </a:r>
          </a:p>
          <a:p>
            <a:pPr marL="0" indent="0">
              <a:lnSpc>
                <a:spcPct val="100000"/>
              </a:lnSpc>
              <a:spcBef>
                <a:spcPts val="0"/>
              </a:spcBef>
              <a:buNone/>
            </a:pPr>
            <a:r>
              <a:rPr lang="en-US" sz="1400" b="0" i="0" u="none" strike="noStrike" baseline="0" dirty="0">
                <a:latin typeface="MonoRegular"/>
              </a:rPr>
              <a:t>}</a:t>
            </a:r>
            <a:endParaRPr lang="en-US" sz="1400" dirty="0"/>
          </a:p>
        </p:txBody>
      </p:sp>
      <p:sp>
        <p:nvSpPr>
          <p:cNvPr id="6" name="Content Placeholder 5">
            <a:extLst>
              <a:ext uri="{FF2B5EF4-FFF2-40B4-BE49-F238E27FC236}">
                <a16:creationId xmlns:a16="http://schemas.microsoft.com/office/drawing/2014/main" id="{5FBD241D-07D8-0E95-1EB6-FF2EBFE9E7F7}"/>
              </a:ext>
            </a:extLst>
          </p:cNvPr>
          <p:cNvSpPr>
            <a:spLocks noGrp="1"/>
          </p:cNvSpPr>
          <p:nvPr>
            <p:ph sz="half" idx="2"/>
          </p:nvPr>
        </p:nvSpPr>
        <p:spPr>
          <a:xfrm>
            <a:off x="6172200" y="1454046"/>
            <a:ext cx="5181600" cy="5038829"/>
          </a:xfrm>
        </p:spPr>
        <p:txBody>
          <a:bodyPr>
            <a:normAutofit lnSpcReduction="10000"/>
          </a:bodyPr>
          <a:lstStyle/>
          <a:p>
            <a:pPr marL="0" indent="0" algn="l">
              <a:spcBef>
                <a:spcPts val="0"/>
              </a:spcBef>
              <a:buNone/>
            </a:pPr>
            <a:r>
              <a:rPr lang="en-US" sz="1800" b="0" i="0" u="none" strike="noStrike" baseline="0" dirty="0">
                <a:latin typeface="MonoRegular"/>
              </a:rPr>
              <a:t>div#d3 {</a:t>
            </a:r>
          </a:p>
          <a:p>
            <a:pPr marL="0" indent="0" algn="l">
              <a:spcBef>
                <a:spcPts val="0"/>
              </a:spcBef>
              <a:buNone/>
            </a:pPr>
            <a:r>
              <a:rPr lang="en-US" sz="1800" b="0" i="0" u="none" strike="noStrike" baseline="0" dirty="0" err="1">
                <a:latin typeface="MonoRegular"/>
              </a:rPr>
              <a:t>background-color:blue</a:t>
            </a:r>
            <a:r>
              <a:rPr lang="en-US" sz="1800" b="0" i="0" u="none" strike="noStrike" baseline="0" dirty="0">
                <a:latin typeface="MonoRegular"/>
              </a:rPr>
              <a:t>;</a:t>
            </a:r>
          </a:p>
          <a:p>
            <a:pPr marL="0" indent="0" algn="l">
              <a:spcBef>
                <a:spcPts val="0"/>
              </a:spcBef>
              <a:buNone/>
            </a:pPr>
            <a:r>
              <a:rPr lang="en-US" sz="1800" b="0" i="0" u="none" strike="noStrike" baseline="0" dirty="0">
                <a:latin typeface="MonoRegular"/>
              </a:rPr>
              <a:t>left:150px;</a:t>
            </a:r>
          </a:p>
          <a:p>
            <a:pPr marL="0" indent="0" algn="l">
              <a:spcBef>
                <a:spcPts val="0"/>
              </a:spcBef>
              <a:buNone/>
            </a:pPr>
            <a:r>
              <a:rPr lang="en-US" sz="1800" b="0" i="0" u="none" strike="noStrike" baseline="0" dirty="0">
                <a:latin typeface="MonoRegular"/>
              </a:rPr>
              <a:t>top:50px;</a:t>
            </a:r>
          </a:p>
          <a:p>
            <a:pPr marL="0" indent="0" algn="l">
              <a:spcBef>
                <a:spcPts val="0"/>
              </a:spcBef>
              <a:buNone/>
            </a:pPr>
            <a:r>
              <a:rPr lang="en-US" sz="1800" b="0" i="0" u="none" strike="noStrike" baseline="0" dirty="0">
                <a:latin typeface="MonoRegular"/>
              </a:rPr>
              <a:t>z-index:2;</a:t>
            </a:r>
          </a:p>
          <a:p>
            <a:pPr marL="0" indent="0" algn="l">
              <a:spcBef>
                <a:spcPts val="0"/>
              </a:spcBef>
              <a:buNone/>
            </a:pPr>
            <a:r>
              <a:rPr lang="en-US" sz="1800" b="0" i="0" u="none" strike="noStrike" baseline="0" dirty="0">
                <a:latin typeface="MonoRegular"/>
              </a:rPr>
              <a:t>}</a:t>
            </a:r>
          </a:p>
          <a:p>
            <a:pPr marL="0" indent="0" algn="l">
              <a:spcBef>
                <a:spcPts val="0"/>
              </a:spcBef>
              <a:buNone/>
            </a:pPr>
            <a:r>
              <a:rPr lang="en-US" sz="1800" b="0" i="0" u="none" strike="noStrike" baseline="0" dirty="0">
                <a:latin typeface="MonoRegular"/>
              </a:rPr>
              <a:t>div#d4 {</a:t>
            </a:r>
          </a:p>
          <a:p>
            <a:pPr marL="0" indent="0" algn="l">
              <a:spcBef>
                <a:spcPts val="0"/>
              </a:spcBef>
              <a:buNone/>
            </a:pPr>
            <a:r>
              <a:rPr lang="en-US" sz="1800" b="0" i="0" u="none" strike="noStrike" baseline="0" dirty="0" err="1">
                <a:latin typeface="MonoRegular"/>
              </a:rPr>
              <a:t>background-color:yellow</a:t>
            </a:r>
            <a:r>
              <a:rPr lang="en-US" sz="1800" b="0" i="0" u="none" strike="noStrike" baseline="0" dirty="0">
                <a:latin typeface="MonoRegular"/>
              </a:rPr>
              <a:t>;</a:t>
            </a:r>
          </a:p>
          <a:p>
            <a:pPr marL="0" indent="0" algn="l">
              <a:spcBef>
                <a:spcPts val="0"/>
              </a:spcBef>
              <a:buNone/>
            </a:pPr>
            <a:r>
              <a:rPr lang="en-US" sz="1800" b="0" i="0" u="none" strike="noStrike" baseline="0" dirty="0">
                <a:latin typeface="MonoRegular"/>
              </a:rPr>
              <a:t>left:225px;</a:t>
            </a:r>
          </a:p>
          <a:p>
            <a:pPr marL="0" indent="0" algn="l">
              <a:spcBef>
                <a:spcPts val="0"/>
              </a:spcBef>
              <a:buNone/>
            </a:pPr>
            <a:r>
              <a:rPr lang="en-US" sz="1800" b="0" i="0" u="none" strike="noStrike" baseline="0" dirty="0">
                <a:latin typeface="MonoRegular"/>
              </a:rPr>
              <a:t>top:75px;</a:t>
            </a:r>
          </a:p>
          <a:p>
            <a:pPr marL="0" indent="0" algn="l">
              <a:spcBef>
                <a:spcPts val="0"/>
              </a:spcBef>
              <a:buNone/>
            </a:pPr>
            <a:r>
              <a:rPr lang="en-US" sz="1800" b="0" i="0" u="none" strike="noStrike" baseline="0" dirty="0">
                <a:latin typeface="MonoRegular"/>
              </a:rPr>
              <a:t>z-index:1;</a:t>
            </a:r>
          </a:p>
          <a:p>
            <a:pPr marL="0" indent="0" algn="l">
              <a:spcBef>
                <a:spcPts val="0"/>
              </a:spcBef>
              <a:buNone/>
            </a:pPr>
            <a:r>
              <a:rPr lang="en-US" sz="1800" b="0" i="0" u="none" strike="noStrike" baseline="0" dirty="0">
                <a:latin typeface="MonoRegular"/>
              </a:rPr>
              <a:t>}</a:t>
            </a:r>
          </a:p>
          <a:p>
            <a:pPr marL="0" indent="0" algn="l">
              <a:spcBef>
                <a:spcPts val="0"/>
              </a:spcBef>
              <a:buNone/>
            </a:pPr>
            <a:r>
              <a:rPr lang="en-US" sz="1800" b="0" i="0" u="none" strike="noStrike" baseline="0" dirty="0">
                <a:latin typeface="MonoRegular"/>
              </a:rPr>
              <a:t>&lt;/style&gt;</a:t>
            </a:r>
          </a:p>
          <a:p>
            <a:pPr marL="0" indent="0" algn="l">
              <a:spcBef>
                <a:spcPts val="0"/>
              </a:spcBef>
              <a:buNone/>
            </a:pPr>
            <a:r>
              <a:rPr lang="en-US" sz="1800" b="0" i="0" u="none" strike="noStrike" baseline="0" dirty="0">
                <a:latin typeface="MonoRegular"/>
              </a:rPr>
              <a:t>&lt;/head&gt;</a:t>
            </a:r>
          </a:p>
          <a:p>
            <a:pPr marL="0" indent="0" algn="l">
              <a:spcBef>
                <a:spcPts val="0"/>
              </a:spcBef>
              <a:buNone/>
            </a:pPr>
            <a:r>
              <a:rPr lang="en-US" sz="1800" b="0" i="0" u="none" strike="noStrike" baseline="0" dirty="0">
                <a:latin typeface="MonoRegular"/>
              </a:rPr>
              <a:t>&lt;body&gt;</a:t>
            </a:r>
          </a:p>
          <a:p>
            <a:pPr marL="0" indent="0" algn="l">
              <a:spcBef>
                <a:spcPts val="0"/>
              </a:spcBef>
              <a:buNone/>
            </a:pPr>
            <a:r>
              <a:rPr lang="en-US" sz="1800" b="0" i="0" u="none" strike="noStrike" baseline="0" dirty="0">
                <a:latin typeface="MonoRegular"/>
              </a:rPr>
              <a:t>&lt;div id=”d1”&gt;DIV #1&lt;/div&gt;</a:t>
            </a:r>
          </a:p>
          <a:p>
            <a:pPr marL="0" indent="0" algn="l">
              <a:spcBef>
                <a:spcPts val="0"/>
              </a:spcBef>
              <a:buNone/>
            </a:pPr>
            <a:r>
              <a:rPr lang="en-US" sz="1800" b="0" i="0" u="none" strike="noStrike" baseline="0" dirty="0">
                <a:latin typeface="MonoRegular"/>
              </a:rPr>
              <a:t>&lt;div id=”d2”&gt;DIV #2&lt;/div&gt;</a:t>
            </a:r>
          </a:p>
          <a:p>
            <a:pPr marL="0" indent="0" algn="l">
              <a:spcBef>
                <a:spcPts val="0"/>
              </a:spcBef>
              <a:buNone/>
            </a:pPr>
            <a:r>
              <a:rPr lang="en-US" sz="1800" b="0" i="0" u="none" strike="noStrike" baseline="0" dirty="0">
                <a:latin typeface="MonoRegular"/>
              </a:rPr>
              <a:t>&lt;div id=”d3”&gt;DIV #3&lt;/div&gt;</a:t>
            </a:r>
          </a:p>
          <a:p>
            <a:pPr marL="0" indent="0" algn="l">
              <a:spcBef>
                <a:spcPts val="0"/>
              </a:spcBef>
              <a:buNone/>
            </a:pPr>
            <a:r>
              <a:rPr lang="en-US" sz="1800" b="0" i="0" u="none" strike="noStrike" baseline="0" dirty="0">
                <a:latin typeface="MonoRegular"/>
              </a:rPr>
              <a:t>&lt;div id=”d4”&gt;DIV #4&lt;/div&gt;</a:t>
            </a:r>
          </a:p>
          <a:p>
            <a:pPr marL="0" indent="0" algn="l">
              <a:spcBef>
                <a:spcPts val="0"/>
              </a:spcBef>
              <a:buNone/>
            </a:pPr>
            <a:r>
              <a:rPr lang="en-US" sz="1800" b="0" i="0" u="none" strike="noStrike" baseline="0" dirty="0">
                <a:latin typeface="MonoRegular"/>
              </a:rPr>
              <a:t>&lt;/body&gt;</a:t>
            </a:r>
          </a:p>
          <a:p>
            <a:pPr marL="0" indent="0" algn="l">
              <a:spcBef>
                <a:spcPts val="0"/>
              </a:spcBef>
              <a:buNone/>
            </a:pPr>
            <a:r>
              <a:rPr lang="en-US" sz="1800" b="0" i="0" u="none" strike="noStrike" baseline="0" dirty="0">
                <a:latin typeface="MonoRegular"/>
              </a:rPr>
              <a:t>&lt;/html&gt;</a:t>
            </a:r>
            <a:endParaRPr lang="en-US" dirty="0"/>
          </a:p>
        </p:txBody>
      </p:sp>
      <p:sp>
        <p:nvSpPr>
          <p:cNvPr id="3" name="Footer Placeholder 2">
            <a:extLst>
              <a:ext uri="{FF2B5EF4-FFF2-40B4-BE49-F238E27FC236}">
                <a16:creationId xmlns:a16="http://schemas.microsoft.com/office/drawing/2014/main" id="{A150333B-FD26-76BD-FAC8-E16A7ED47E08}"/>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2131868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2E23F8-5648-5535-7747-A33C5C5CA1B3}"/>
              </a:ext>
            </a:extLst>
          </p:cNvPr>
          <p:cNvSpPr>
            <a:spLocks noGrp="1"/>
          </p:cNvSpPr>
          <p:nvPr>
            <p:ph type="title"/>
          </p:nvPr>
        </p:nvSpPr>
        <p:spPr>
          <a:xfrm>
            <a:off x="838200" y="365125"/>
            <a:ext cx="10515600" cy="1088921"/>
          </a:xfrm>
        </p:spPr>
        <p:txBody>
          <a:bodyPr/>
          <a:lstStyle/>
          <a:p>
            <a:r>
              <a:rPr kumimoji="0" lang="en-US" sz="2800" b="0" i="0" u="none" strike="noStrike" kern="1200" cap="none" spc="0" normalizeH="0" baseline="0" noProof="0" dirty="0">
                <a:ln>
                  <a:noFill/>
                </a:ln>
                <a:solidFill>
                  <a:prstClr val="black"/>
                </a:solidFill>
                <a:effectLst/>
                <a:uLnTx/>
                <a:uFillTx/>
                <a:latin typeface="FranklinGothic-Book"/>
                <a:ea typeface="+mj-ea"/>
                <a:cs typeface="+mj-cs"/>
              </a:rPr>
              <a:t>Using </a:t>
            </a:r>
            <a:r>
              <a:rPr kumimoji="0" lang="en-US" sz="2800" b="0" i="0" u="none" strike="noStrike" kern="1200" cap="none" spc="0" normalizeH="0" baseline="0" noProof="0" dirty="0">
                <a:ln>
                  <a:noFill/>
                </a:ln>
                <a:solidFill>
                  <a:prstClr val="black"/>
                </a:solidFill>
                <a:effectLst/>
                <a:uLnTx/>
                <a:uFillTx/>
                <a:latin typeface="MonoRegular"/>
                <a:ea typeface="+mj-ea"/>
                <a:cs typeface="+mj-cs"/>
              </a:rPr>
              <a:t>z-index </a:t>
            </a:r>
            <a:r>
              <a:rPr kumimoji="0" lang="en-US" sz="2800" b="0" i="0" u="none" strike="noStrike" kern="1200" cap="none" spc="0" normalizeH="0" baseline="0" noProof="0" dirty="0">
                <a:ln>
                  <a:noFill/>
                </a:ln>
                <a:solidFill>
                  <a:prstClr val="black"/>
                </a:solidFill>
                <a:effectLst/>
                <a:uLnTx/>
                <a:uFillTx/>
                <a:latin typeface="FranklinGothic-Book"/>
                <a:ea typeface="+mj-ea"/>
                <a:cs typeface="+mj-cs"/>
              </a:rPr>
              <a:t>to Alter the Display of Elements in the Color Blocks Sample</a:t>
            </a:r>
            <a:endParaRPr lang="en-US" dirty="0"/>
          </a:p>
        </p:txBody>
      </p:sp>
      <p:pic>
        <p:nvPicPr>
          <p:cNvPr id="8" name="Content Placeholder 7">
            <a:extLst>
              <a:ext uri="{FF2B5EF4-FFF2-40B4-BE49-F238E27FC236}">
                <a16:creationId xmlns:a16="http://schemas.microsoft.com/office/drawing/2014/main" id="{5719A598-B0BB-973E-4658-D3EAC000E752}"/>
              </a:ext>
            </a:extLst>
          </p:cNvPr>
          <p:cNvPicPr>
            <a:picLocks noGrp="1" noChangeAspect="1"/>
          </p:cNvPicPr>
          <p:nvPr>
            <p:ph idx="1"/>
          </p:nvPr>
        </p:nvPicPr>
        <p:blipFill>
          <a:blip r:embed="rId2"/>
          <a:stretch>
            <a:fillRect/>
          </a:stretch>
        </p:blipFill>
        <p:spPr>
          <a:xfrm>
            <a:off x="3088598" y="1779897"/>
            <a:ext cx="6235283" cy="4712978"/>
          </a:xfrm>
        </p:spPr>
      </p:pic>
      <p:sp>
        <p:nvSpPr>
          <p:cNvPr id="2" name="Footer Placeholder 1">
            <a:extLst>
              <a:ext uri="{FF2B5EF4-FFF2-40B4-BE49-F238E27FC236}">
                <a16:creationId xmlns:a16="http://schemas.microsoft.com/office/drawing/2014/main" id="{B1D76997-06A3-3903-2DDD-F99EB4B8ADB7}"/>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189899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72D4-0EDC-5B72-CE00-780F808BA97F}"/>
              </a:ext>
            </a:extLst>
          </p:cNvPr>
          <p:cNvSpPr>
            <a:spLocks noGrp="1"/>
          </p:cNvSpPr>
          <p:nvPr>
            <p:ph type="title"/>
          </p:nvPr>
        </p:nvSpPr>
        <p:spPr/>
        <p:txBody>
          <a:bodyPr>
            <a:normAutofit/>
          </a:bodyPr>
          <a:lstStyle/>
          <a:p>
            <a:r>
              <a:rPr lang="en-US" sz="3200" b="0" i="0" u="none" strike="noStrike" baseline="0" dirty="0">
                <a:latin typeface="FranklinGothic-Heavy"/>
              </a:rPr>
              <a:t>Managing the Flow of Text</a:t>
            </a:r>
            <a:endParaRPr lang="en-US" sz="3200" dirty="0"/>
          </a:p>
        </p:txBody>
      </p:sp>
      <p:sp>
        <p:nvSpPr>
          <p:cNvPr id="3" name="Content Placeholder 2">
            <a:extLst>
              <a:ext uri="{FF2B5EF4-FFF2-40B4-BE49-F238E27FC236}">
                <a16:creationId xmlns:a16="http://schemas.microsoft.com/office/drawing/2014/main" id="{BD657F5C-7637-D90A-99BD-180C11D8A71E}"/>
              </a:ext>
            </a:extLst>
          </p:cNvPr>
          <p:cNvSpPr>
            <a:spLocks noGrp="1"/>
          </p:cNvSpPr>
          <p:nvPr>
            <p:ph idx="1"/>
          </p:nvPr>
        </p:nvSpPr>
        <p:spPr>
          <a:xfrm>
            <a:off x="838200" y="1484026"/>
            <a:ext cx="10515600" cy="4692937"/>
          </a:xfrm>
        </p:spPr>
        <p:txBody>
          <a:bodyPr/>
          <a:lstStyle/>
          <a:p>
            <a:pPr algn="l"/>
            <a:r>
              <a:rPr lang="en-US" sz="1800" b="0" i="0" u="none" strike="noStrike" baseline="0" dirty="0">
                <a:latin typeface="Palatino-Roman"/>
              </a:rPr>
              <a:t>The </a:t>
            </a:r>
            <a:r>
              <a:rPr lang="en-US" sz="1800" b="0" i="0" u="none" strike="noStrike" baseline="0" dirty="0">
                <a:latin typeface="MonoRegular"/>
              </a:rPr>
              <a:t>float </a:t>
            </a:r>
            <a:r>
              <a:rPr lang="en-US" sz="1800" b="0" i="0" u="none" strike="noStrike" baseline="0" dirty="0">
                <a:latin typeface="Palatino-Roman"/>
              </a:rPr>
              <a:t>property is used to control how text flows around an element. </a:t>
            </a:r>
          </a:p>
          <a:p>
            <a:pPr algn="l"/>
            <a:r>
              <a:rPr lang="en-US" sz="1800" b="0" i="0" u="none" strike="noStrike" baseline="0" dirty="0">
                <a:latin typeface="Palatino-Roman"/>
              </a:rPr>
              <a:t>It can be set to either </a:t>
            </a:r>
            <a:r>
              <a:rPr lang="en-US" sz="1800" b="0" i="0" u="none" strike="noStrike" baseline="0" dirty="0">
                <a:latin typeface="MonoRegular"/>
              </a:rPr>
              <a:t>left </a:t>
            </a:r>
            <a:r>
              <a:rPr lang="en-US" sz="1800" b="0" i="0" u="none" strike="noStrike" baseline="0" dirty="0">
                <a:latin typeface="Palatino-Roman"/>
              </a:rPr>
              <a:t>or </a:t>
            </a:r>
            <a:r>
              <a:rPr lang="en-US" sz="1800" b="0" i="0" u="none" strike="noStrike" baseline="0" dirty="0">
                <a:latin typeface="MonoRegular"/>
              </a:rPr>
              <a:t>right</a:t>
            </a:r>
            <a:r>
              <a:rPr lang="en-US" sz="1800" b="0" i="0" u="none" strike="noStrike" baseline="0" dirty="0">
                <a:latin typeface="Palatino-Roman"/>
              </a:rPr>
              <a:t>. These values determine where to position an element with respect to flowing text. </a:t>
            </a:r>
          </a:p>
          <a:p>
            <a:pPr algn="l"/>
            <a:r>
              <a:rPr lang="en-US" sz="1800" b="0" i="0" u="none" strike="noStrike" baseline="0" dirty="0">
                <a:latin typeface="Palatino-Roman"/>
              </a:rPr>
              <a:t>So, setting an image’s </a:t>
            </a:r>
            <a:r>
              <a:rPr lang="en-US" sz="1800" b="0" i="0" u="none" strike="noStrike" baseline="0" dirty="0">
                <a:latin typeface="MonoRegular"/>
              </a:rPr>
              <a:t>float </a:t>
            </a:r>
            <a:r>
              <a:rPr lang="en-US" sz="1800" b="0" i="0" u="none" strike="noStrike" baseline="0" dirty="0">
                <a:latin typeface="Palatino-Roman"/>
              </a:rPr>
              <a:t>property to </a:t>
            </a:r>
            <a:r>
              <a:rPr lang="en-US" sz="1800" b="0" i="0" u="none" strike="noStrike" baseline="0" dirty="0">
                <a:latin typeface="MonoRegular"/>
              </a:rPr>
              <a:t>left </a:t>
            </a:r>
            <a:r>
              <a:rPr lang="en-US" sz="1800" b="0" i="0" u="none" strike="noStrike" baseline="0" dirty="0">
                <a:latin typeface="Palatino-Roman"/>
              </a:rPr>
              <a:t>positions the image to the left of flowing text.</a:t>
            </a:r>
          </a:p>
          <a:p>
            <a:pPr algn="l"/>
            <a:r>
              <a:rPr lang="en-US" sz="1800" b="0" i="0" u="none" strike="noStrike" baseline="0" dirty="0">
                <a:latin typeface="Palatino-Roman"/>
              </a:rPr>
              <a:t>Some style properties that provide you with control over text flow:</a:t>
            </a:r>
          </a:p>
          <a:p>
            <a:pPr algn="l"/>
            <a:r>
              <a:rPr lang="en-US" sz="1800" b="1" i="0" u="none" strike="noStrike" baseline="0" dirty="0">
                <a:latin typeface="MonoBold"/>
              </a:rPr>
              <a:t>float</a:t>
            </a:r>
            <a:r>
              <a:rPr lang="en-US" sz="1800" b="0" i="0" u="none" strike="noStrike" baseline="0" dirty="0">
                <a:latin typeface="Palatino-Roman"/>
              </a:rPr>
              <a:t>—Determines how text flows around an element</a:t>
            </a:r>
          </a:p>
          <a:p>
            <a:pPr algn="l"/>
            <a:r>
              <a:rPr lang="en-US" sz="1800" b="1" i="0" u="none" strike="noStrike" baseline="0" dirty="0">
                <a:latin typeface="MonoBold"/>
              </a:rPr>
              <a:t>clear</a:t>
            </a:r>
            <a:r>
              <a:rPr lang="en-US" sz="1800" b="0" i="0" u="none" strike="noStrike" baseline="0" dirty="0">
                <a:latin typeface="Palatino-Roman"/>
              </a:rPr>
              <a:t>—Stops the flow of text around an element</a:t>
            </a:r>
          </a:p>
          <a:p>
            <a:pPr algn="l"/>
            <a:r>
              <a:rPr lang="en-US" sz="1800" b="1" i="0" u="none" strike="noStrike" baseline="0" dirty="0">
                <a:latin typeface="MonoBold"/>
              </a:rPr>
              <a:t>overflow</a:t>
            </a:r>
            <a:r>
              <a:rPr lang="en-US" sz="1800" b="0" i="0" u="none" strike="noStrike" baseline="0" dirty="0">
                <a:latin typeface="Palatino-Roman"/>
              </a:rPr>
              <a:t>—Controls the overflow of text when an element is too small to contain all the text</a:t>
            </a:r>
            <a:endParaRPr lang="en-US" dirty="0"/>
          </a:p>
        </p:txBody>
      </p:sp>
      <p:sp>
        <p:nvSpPr>
          <p:cNvPr id="4" name="Footer Placeholder 3">
            <a:extLst>
              <a:ext uri="{FF2B5EF4-FFF2-40B4-BE49-F238E27FC236}">
                <a16:creationId xmlns:a16="http://schemas.microsoft.com/office/drawing/2014/main" id="{DAB845F6-63B7-6C6E-AC13-2902E862B09B}"/>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3678310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3FDCD-1BF3-C6C8-E98D-4422975CC819}"/>
              </a:ext>
            </a:extLst>
          </p:cNvPr>
          <p:cNvSpPr>
            <a:spLocks noGrp="1"/>
          </p:cNvSpPr>
          <p:nvPr>
            <p:ph type="title"/>
          </p:nvPr>
        </p:nvSpPr>
        <p:spPr>
          <a:xfrm>
            <a:off x="838200" y="365126"/>
            <a:ext cx="10515600" cy="864068"/>
          </a:xfrm>
        </p:spPr>
        <p:txBody>
          <a:bodyPr>
            <a:normAutofit/>
          </a:bodyPr>
          <a:lstStyle/>
          <a:p>
            <a:r>
              <a:rPr lang="en-US" sz="3200" b="0" i="0" u="none" strike="noStrike" baseline="0" dirty="0">
                <a:latin typeface="RidleyGrotesk-Light"/>
              </a:rPr>
              <a:t>RESPONSIVE WEB DESIGN</a:t>
            </a:r>
            <a:endParaRPr lang="en-US" sz="3200" dirty="0"/>
          </a:p>
        </p:txBody>
      </p:sp>
      <p:sp>
        <p:nvSpPr>
          <p:cNvPr id="3" name="Content Placeholder 2">
            <a:extLst>
              <a:ext uri="{FF2B5EF4-FFF2-40B4-BE49-F238E27FC236}">
                <a16:creationId xmlns:a16="http://schemas.microsoft.com/office/drawing/2014/main" id="{C02C3D9F-92DB-030C-D35B-B5D14590CC64}"/>
              </a:ext>
            </a:extLst>
          </p:cNvPr>
          <p:cNvSpPr>
            <a:spLocks noGrp="1"/>
          </p:cNvSpPr>
          <p:nvPr>
            <p:ph idx="1"/>
          </p:nvPr>
        </p:nvSpPr>
        <p:spPr>
          <a:xfrm>
            <a:off x="838200" y="1229194"/>
            <a:ext cx="10515600" cy="4947769"/>
          </a:xfrm>
        </p:spPr>
        <p:txBody>
          <a:bodyPr>
            <a:normAutofit/>
          </a:bodyPr>
          <a:lstStyle/>
          <a:p>
            <a:pPr algn="just"/>
            <a:r>
              <a:rPr lang="en-US" sz="1800" b="0" i="0" u="none" strike="noStrike" baseline="0" dirty="0">
                <a:latin typeface="Birka"/>
              </a:rPr>
              <a:t>In 2016, mobile internet usage surpassed desktop usage—an important milestone. The percentage of web traffic that comes from devices other than desktop browsers is steadily increasing.</a:t>
            </a:r>
          </a:p>
          <a:p>
            <a:pPr algn="just"/>
            <a:r>
              <a:rPr lang="en-US" sz="1800" b="0" i="0" u="none" strike="noStrike" baseline="0" dirty="0">
                <a:latin typeface="Birka"/>
              </a:rPr>
              <a:t>A smartphone or tablet is their </a:t>
            </a:r>
            <a:r>
              <a:rPr lang="en-US" sz="1800" b="0" i="1" u="none" strike="noStrike" baseline="0" dirty="0">
                <a:latin typeface="Birka-Italic"/>
              </a:rPr>
              <a:t>only </a:t>
            </a:r>
            <a:r>
              <a:rPr lang="en-US" sz="1800" b="0" i="0" u="none" strike="noStrike" baseline="0" dirty="0">
                <a:latin typeface="Birka"/>
              </a:rPr>
              <a:t>access to the internet because of lack of access to a computer or high-speed </a:t>
            </a:r>
            <a:r>
              <a:rPr lang="en-US" sz="1800" b="0" i="0" u="none" strike="noStrike" baseline="0" dirty="0" err="1">
                <a:latin typeface="Birka"/>
              </a:rPr>
              <a:t>WiFi</a:t>
            </a:r>
            <a:r>
              <a:rPr lang="en-US" sz="1800" b="0" i="0" u="none" strike="noStrike" baseline="0" dirty="0">
                <a:latin typeface="Birka"/>
              </a:rPr>
              <a:t> at work or home.</a:t>
            </a:r>
          </a:p>
          <a:p>
            <a:pPr algn="just"/>
            <a:r>
              <a:rPr lang="en-US" sz="1800" b="0" i="0" u="none" strike="noStrike" baseline="0" dirty="0">
                <a:latin typeface="Birka"/>
              </a:rPr>
              <a:t>* Younger users may be mobile-only by choice. Furthermore, the vast majority of us access the</a:t>
            </a:r>
            <a:r>
              <a:rPr lang="en-US" sz="1800" dirty="0">
                <a:latin typeface="Birka"/>
              </a:rPr>
              <a:t> </a:t>
            </a:r>
            <a:r>
              <a:rPr lang="en-US" sz="1800" b="0" i="0" u="none" strike="noStrike" baseline="0" dirty="0">
                <a:latin typeface="Birka"/>
              </a:rPr>
              <a:t>web from a number of platforms (phone, tablet, computer) over the course of the day That’s where RWD fits in. </a:t>
            </a:r>
          </a:p>
          <a:p>
            <a:pPr algn="just"/>
            <a:r>
              <a:rPr lang="en-US" sz="1800" b="0" i="0" u="none" strike="noStrike" baseline="0" dirty="0">
                <a:latin typeface="Birka"/>
              </a:rPr>
              <a:t>With one source, you ensure that mobile visitors receive the same content as other visitors (although it might be organized differently).</a:t>
            </a:r>
          </a:p>
          <a:p>
            <a:pPr algn="just"/>
            <a:r>
              <a:rPr lang="en-US" sz="1800" b="0" i="0" u="none" strike="noStrike" baseline="0" dirty="0">
                <a:latin typeface="Birka"/>
              </a:rPr>
              <a:t>Users are not penalized with stripped-down content or features just because they are using a smartphone. And for visitors who might start using your site on one device and finish it on another, you can ensure a consistent experience.</a:t>
            </a:r>
            <a:endParaRPr lang="en-US" dirty="0"/>
          </a:p>
        </p:txBody>
      </p:sp>
      <p:sp>
        <p:nvSpPr>
          <p:cNvPr id="4" name="Footer Placeholder 3">
            <a:extLst>
              <a:ext uri="{FF2B5EF4-FFF2-40B4-BE49-F238E27FC236}">
                <a16:creationId xmlns:a16="http://schemas.microsoft.com/office/drawing/2014/main" id="{CD6214F7-2E01-2E50-8891-06F21D2EA02E}"/>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1183520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7C676-F220-9167-24C8-B60315CD289B}"/>
              </a:ext>
            </a:extLst>
          </p:cNvPr>
          <p:cNvSpPr>
            <a:spLocks noGrp="1"/>
          </p:cNvSpPr>
          <p:nvPr>
            <p:ph type="title"/>
          </p:nvPr>
        </p:nvSpPr>
        <p:spPr>
          <a:xfrm>
            <a:off x="838200" y="215225"/>
            <a:ext cx="10515600" cy="789118"/>
          </a:xfrm>
        </p:spPr>
        <p:txBody>
          <a:bodyPr/>
          <a:lstStyle/>
          <a:p>
            <a:r>
              <a:rPr kumimoji="0" lang="en-US" sz="3200" b="0" i="0" u="none" strike="noStrike" kern="1200" cap="none" spc="0" normalizeH="0" baseline="0" noProof="0" dirty="0">
                <a:ln>
                  <a:noFill/>
                </a:ln>
                <a:solidFill>
                  <a:prstClr val="black"/>
                </a:solidFill>
                <a:effectLst/>
                <a:uLnTx/>
                <a:uFillTx/>
                <a:latin typeface="RidleyGrotesk-Light"/>
                <a:ea typeface="+mj-ea"/>
                <a:cs typeface="+mj-cs"/>
              </a:rPr>
              <a:t>RESPONSIVE WEB DESIGN Cont..</a:t>
            </a:r>
            <a:endParaRPr lang="en-US" dirty="0"/>
          </a:p>
        </p:txBody>
      </p:sp>
      <p:pic>
        <p:nvPicPr>
          <p:cNvPr id="5" name="Content Placeholder 4">
            <a:extLst>
              <a:ext uri="{FF2B5EF4-FFF2-40B4-BE49-F238E27FC236}">
                <a16:creationId xmlns:a16="http://schemas.microsoft.com/office/drawing/2014/main" id="{9FC079CF-F502-CCFE-4644-F3210131EC35}"/>
              </a:ext>
            </a:extLst>
          </p:cNvPr>
          <p:cNvPicPr>
            <a:picLocks noGrp="1" noChangeAspect="1"/>
          </p:cNvPicPr>
          <p:nvPr>
            <p:ph idx="1"/>
          </p:nvPr>
        </p:nvPicPr>
        <p:blipFill>
          <a:blip r:embed="rId2"/>
          <a:stretch>
            <a:fillRect/>
          </a:stretch>
        </p:blipFill>
        <p:spPr>
          <a:xfrm>
            <a:off x="2728211" y="1154243"/>
            <a:ext cx="7555042" cy="5203879"/>
          </a:xfrm>
        </p:spPr>
      </p:pic>
      <p:sp>
        <p:nvSpPr>
          <p:cNvPr id="3" name="Footer Placeholder 2">
            <a:extLst>
              <a:ext uri="{FF2B5EF4-FFF2-40B4-BE49-F238E27FC236}">
                <a16:creationId xmlns:a16="http://schemas.microsoft.com/office/drawing/2014/main" id="{90B7BFF8-F47E-BB15-A285-6BFDD0B192FA}"/>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182499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DCE7F-82B0-77D2-7487-F58C0A730832}"/>
              </a:ext>
            </a:extLst>
          </p:cNvPr>
          <p:cNvSpPr>
            <a:spLocks noGrp="1"/>
          </p:cNvSpPr>
          <p:nvPr>
            <p:ph type="title"/>
          </p:nvPr>
        </p:nvSpPr>
        <p:spPr>
          <a:xfrm>
            <a:off x="838200" y="365126"/>
            <a:ext cx="10515600" cy="879058"/>
          </a:xfrm>
        </p:spPr>
        <p:txBody>
          <a:bodyPr>
            <a:normAutofit/>
          </a:bodyPr>
          <a:lstStyle/>
          <a:p>
            <a:r>
              <a:rPr lang="en-US" sz="3200" b="0" i="0" u="none" strike="noStrike" baseline="0" dirty="0">
                <a:latin typeface="RidleyGrotesk-Medium"/>
              </a:rPr>
              <a:t>THE RESPONSIVE RECIPE</a:t>
            </a:r>
            <a:endParaRPr lang="en-US" sz="3200" dirty="0"/>
          </a:p>
        </p:txBody>
      </p:sp>
      <p:sp>
        <p:nvSpPr>
          <p:cNvPr id="3" name="Content Placeholder 2">
            <a:extLst>
              <a:ext uri="{FF2B5EF4-FFF2-40B4-BE49-F238E27FC236}">
                <a16:creationId xmlns:a16="http://schemas.microsoft.com/office/drawing/2014/main" id="{4068AF6F-8EF7-180B-A0E9-5FAFF6D810C9}"/>
              </a:ext>
            </a:extLst>
          </p:cNvPr>
          <p:cNvSpPr>
            <a:spLocks noGrp="1"/>
          </p:cNvSpPr>
          <p:nvPr>
            <p:ph idx="1"/>
          </p:nvPr>
        </p:nvSpPr>
        <p:spPr>
          <a:xfrm>
            <a:off x="838200" y="1244184"/>
            <a:ext cx="10515600" cy="4932779"/>
          </a:xfrm>
        </p:spPr>
        <p:txBody>
          <a:bodyPr/>
          <a:lstStyle/>
          <a:p>
            <a:pPr algn="l"/>
            <a:r>
              <a:rPr lang="en-US" sz="1800" b="0" i="0" u="none" strike="noStrike" baseline="0" dirty="0">
                <a:latin typeface="Birka"/>
              </a:rPr>
              <a:t>The deluge of web-enabled mobile devices initially sent shockwaves through the web design community.</a:t>
            </a:r>
          </a:p>
          <a:p>
            <a:pPr algn="l"/>
            <a:r>
              <a:rPr lang="en-US" sz="1800" b="0" i="0" u="none" strike="noStrike" baseline="0" dirty="0">
                <a:latin typeface="Birka"/>
              </a:rPr>
              <a:t> Accustomed to designing exclusively for large desktop screens, we were unclear about how we could accommodate screens that fit in the palm of your hand.</a:t>
            </a:r>
          </a:p>
          <a:p>
            <a:pPr algn="l"/>
            <a:r>
              <a:rPr lang="en-US" sz="1800" b="0" i="0" u="none" strike="noStrike" baseline="0" dirty="0">
                <a:latin typeface="Birka"/>
              </a:rPr>
              <a:t>One solution was to rely on the phone’s built-in web display functionality.</a:t>
            </a:r>
          </a:p>
          <a:p>
            <a:pPr algn="l"/>
            <a:r>
              <a:rPr lang="en-US" sz="1800" b="0" i="0" u="none" strike="noStrike" baseline="0" dirty="0">
                <a:latin typeface="Birka"/>
              </a:rPr>
              <a:t>By default, mobile devices display an entire web page shrunken down to fit on whatever screen real estate is available. </a:t>
            </a:r>
          </a:p>
          <a:p>
            <a:pPr algn="l"/>
            <a:r>
              <a:rPr lang="en-US" sz="1800" b="0" i="0" u="none" strike="noStrike" baseline="0" dirty="0">
                <a:latin typeface="Birka"/>
              </a:rPr>
              <a:t>Users can pinch to zoom into the details and scroll around to various parts of the page. </a:t>
            </a:r>
          </a:p>
          <a:p>
            <a:pPr algn="l"/>
            <a:r>
              <a:rPr lang="en-US" sz="1800" b="0" i="0" u="none" strike="noStrike" baseline="0" dirty="0">
                <a:latin typeface="Birka"/>
              </a:rPr>
              <a:t>While that technically works, it is far from an optimal experience. </a:t>
            </a:r>
          </a:p>
          <a:p>
            <a:pPr algn="l"/>
            <a:r>
              <a:rPr lang="en-US" sz="1800" b="0" i="0" u="none" strike="noStrike" baseline="0" dirty="0">
                <a:latin typeface="Birka"/>
              </a:rPr>
              <a:t>Another approach was to create a separate mobile site just for small screens and people “on the go.”</a:t>
            </a:r>
          </a:p>
          <a:p>
            <a:pPr algn="l"/>
            <a:r>
              <a:rPr lang="en-US" sz="1800" b="0" i="0" u="none" strike="noStrike" baseline="0" dirty="0">
                <a:latin typeface="Birka"/>
              </a:rPr>
              <a:t> There are still many companies and services that use dedicated mobile (“m-dot”) sites.</a:t>
            </a:r>
            <a:endParaRPr lang="en-US" dirty="0"/>
          </a:p>
        </p:txBody>
      </p:sp>
      <p:sp>
        <p:nvSpPr>
          <p:cNvPr id="4" name="Footer Placeholder 3">
            <a:extLst>
              <a:ext uri="{FF2B5EF4-FFF2-40B4-BE49-F238E27FC236}">
                <a16:creationId xmlns:a16="http://schemas.microsoft.com/office/drawing/2014/main" id="{AD3A1391-95CF-70D4-AEE9-5B4D0E25EFA0}"/>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3655829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CCD31-2EF9-F30B-A581-82AA0712E212}"/>
              </a:ext>
            </a:extLst>
          </p:cNvPr>
          <p:cNvSpPr>
            <a:spLocks noGrp="1"/>
          </p:cNvSpPr>
          <p:nvPr>
            <p:ph type="title"/>
          </p:nvPr>
        </p:nvSpPr>
        <p:spPr>
          <a:xfrm>
            <a:off x="838200" y="365125"/>
            <a:ext cx="10515600" cy="909039"/>
          </a:xfrm>
        </p:spPr>
        <p:txBody>
          <a:bodyPr/>
          <a:lstStyle/>
          <a:p>
            <a:endParaRPr lang="en-US"/>
          </a:p>
        </p:txBody>
      </p:sp>
      <p:sp>
        <p:nvSpPr>
          <p:cNvPr id="3" name="Content Placeholder 2">
            <a:extLst>
              <a:ext uri="{FF2B5EF4-FFF2-40B4-BE49-F238E27FC236}">
                <a16:creationId xmlns:a16="http://schemas.microsoft.com/office/drawing/2014/main" id="{94577FAE-F2FA-2003-B968-7CDAB838AA04}"/>
              </a:ext>
            </a:extLst>
          </p:cNvPr>
          <p:cNvSpPr>
            <a:spLocks noGrp="1"/>
          </p:cNvSpPr>
          <p:nvPr>
            <p:ph idx="1"/>
          </p:nvPr>
        </p:nvSpPr>
        <p:spPr>
          <a:xfrm>
            <a:off x="838200" y="1484026"/>
            <a:ext cx="10515600" cy="4692937"/>
          </a:xfrm>
        </p:spPr>
        <p:txBody>
          <a:bodyPr/>
          <a:lstStyle/>
          <a:p>
            <a:pPr algn="l"/>
            <a:r>
              <a:rPr lang="en-US" sz="1800" b="0" i="0" u="none" strike="noStrike" baseline="0" dirty="0">
                <a:latin typeface="Birka"/>
              </a:rPr>
              <a:t>The technique has three core components:</a:t>
            </a:r>
          </a:p>
          <a:p>
            <a:pPr marL="0" indent="0" algn="l">
              <a:buNone/>
            </a:pPr>
            <a:r>
              <a:rPr lang="en-US" sz="1800" b="1" i="1" u="none" strike="noStrike" baseline="0" dirty="0">
                <a:latin typeface="Birka-SemiBoldItalic"/>
              </a:rPr>
              <a:t>A flexible grid</a:t>
            </a:r>
          </a:p>
          <a:p>
            <a:pPr algn="l"/>
            <a:r>
              <a:rPr lang="en-US" sz="1800" b="0" i="0" u="none" strike="noStrike" baseline="0" dirty="0">
                <a:latin typeface="Birka"/>
              </a:rPr>
              <a:t>Rather than remaining at a static width, responsive sites use methods that allow them to squeeze and flow into the available browser space.</a:t>
            </a:r>
          </a:p>
          <a:p>
            <a:pPr marL="0" indent="0" algn="l">
              <a:buNone/>
            </a:pPr>
            <a:r>
              <a:rPr lang="en-US" sz="1800" b="1" i="1" u="none" strike="noStrike" baseline="0" dirty="0">
                <a:latin typeface="Birka-SemiBoldItalic"/>
              </a:rPr>
              <a:t>Flexible images</a:t>
            </a:r>
          </a:p>
          <a:p>
            <a:pPr algn="l"/>
            <a:r>
              <a:rPr lang="en-US" sz="1800" b="0" i="0" u="none" strike="noStrike" baseline="0" dirty="0">
                <a:latin typeface="Birka"/>
              </a:rPr>
              <a:t>Images and other embedded media need to be able to scale to fit their containing elements.</a:t>
            </a:r>
          </a:p>
          <a:p>
            <a:pPr marL="0" indent="0" algn="l">
              <a:buNone/>
            </a:pPr>
            <a:r>
              <a:rPr lang="en-US" sz="1800" b="1" i="1" u="none" strike="noStrike" baseline="0" dirty="0">
                <a:latin typeface="Birka-SemiBoldItalic"/>
              </a:rPr>
              <a:t>CSS media queries</a:t>
            </a:r>
          </a:p>
          <a:p>
            <a:pPr algn="l"/>
            <a:r>
              <a:rPr lang="en-US" sz="1800" b="0" i="0" u="none" strike="noStrike" baseline="0" dirty="0">
                <a:latin typeface="Birka"/>
              </a:rPr>
              <a:t>Media queries give us a way to deliver sets of rules only to devices that meet certain criteria, such as width and orientation.</a:t>
            </a:r>
            <a:endParaRPr lang="en-US" dirty="0"/>
          </a:p>
        </p:txBody>
      </p:sp>
      <p:sp>
        <p:nvSpPr>
          <p:cNvPr id="4" name="Footer Placeholder 3">
            <a:extLst>
              <a:ext uri="{FF2B5EF4-FFF2-40B4-BE49-F238E27FC236}">
                <a16:creationId xmlns:a16="http://schemas.microsoft.com/office/drawing/2014/main" id="{FA14C4E8-D183-0CF6-9267-82B33574D039}"/>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1402502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5E190-3B9F-9CE6-1F6D-C1557CBFF88F}"/>
              </a:ext>
            </a:extLst>
          </p:cNvPr>
          <p:cNvSpPr>
            <a:spLocks noGrp="1"/>
          </p:cNvSpPr>
          <p:nvPr>
            <p:ph type="title"/>
          </p:nvPr>
        </p:nvSpPr>
        <p:spPr/>
        <p:txBody>
          <a:bodyPr/>
          <a:lstStyle/>
          <a:p>
            <a:r>
              <a:rPr lang="en-US" sz="4400" b="0" i="0" u="none" strike="noStrike" baseline="0" dirty="0">
                <a:latin typeface="SourceSansPro-Semibold"/>
              </a:rPr>
              <a:t>Setting the Viewport</a:t>
            </a:r>
            <a:endParaRPr lang="en-US" dirty="0"/>
          </a:p>
        </p:txBody>
      </p:sp>
      <p:sp>
        <p:nvSpPr>
          <p:cNvPr id="3" name="Content Placeholder 2">
            <a:extLst>
              <a:ext uri="{FF2B5EF4-FFF2-40B4-BE49-F238E27FC236}">
                <a16:creationId xmlns:a16="http://schemas.microsoft.com/office/drawing/2014/main" id="{0441A798-8A08-1ABF-E7BB-B8608CF0D74A}"/>
              </a:ext>
            </a:extLst>
          </p:cNvPr>
          <p:cNvSpPr>
            <a:spLocks noGrp="1"/>
          </p:cNvSpPr>
          <p:nvPr>
            <p:ph idx="1"/>
          </p:nvPr>
        </p:nvSpPr>
        <p:spPr>
          <a:xfrm>
            <a:off x="838200" y="1484026"/>
            <a:ext cx="10515600" cy="4692937"/>
          </a:xfrm>
        </p:spPr>
        <p:txBody>
          <a:bodyPr>
            <a:normAutofit/>
          </a:bodyPr>
          <a:lstStyle/>
          <a:p>
            <a:pPr algn="just"/>
            <a:r>
              <a:rPr lang="en-US" sz="1800" b="0" i="0" u="none" strike="noStrike" baseline="0" dirty="0">
                <a:solidFill>
                  <a:srgbClr val="000000"/>
                </a:solidFill>
                <a:latin typeface="Birka"/>
              </a:rPr>
              <a:t>To fit standard websites onto small screens, mobile browsers render the page on a canvas called the </a:t>
            </a:r>
            <a:r>
              <a:rPr lang="en-US" sz="1800" b="0" i="0" u="none" strike="noStrike" baseline="0" dirty="0">
                <a:solidFill>
                  <a:srgbClr val="009BC8"/>
                </a:solidFill>
                <a:latin typeface="Birka"/>
              </a:rPr>
              <a:t>viewport </a:t>
            </a:r>
            <a:r>
              <a:rPr lang="en-US" sz="1800" b="0" i="0" u="none" strike="noStrike" baseline="0" dirty="0">
                <a:solidFill>
                  <a:srgbClr val="000000"/>
                </a:solidFill>
                <a:latin typeface="Birka"/>
              </a:rPr>
              <a:t>and then shrink that viewport down to fit the width of the screen (</a:t>
            </a:r>
            <a:r>
              <a:rPr lang="en-US" sz="1800" b="0" i="0" u="none" strike="noStrike" baseline="0" dirty="0">
                <a:solidFill>
                  <a:srgbClr val="009BC8"/>
                </a:solidFill>
                <a:latin typeface="Birka"/>
              </a:rPr>
              <a:t>device width</a:t>
            </a:r>
            <a:r>
              <a:rPr lang="en-US" sz="1800" b="0" i="0" u="none" strike="noStrike" baseline="0" dirty="0">
                <a:solidFill>
                  <a:srgbClr val="000000"/>
                </a:solidFill>
                <a:latin typeface="Birka"/>
              </a:rPr>
              <a:t>).</a:t>
            </a:r>
          </a:p>
          <a:p>
            <a:pPr algn="just"/>
            <a:r>
              <a:rPr lang="en-US" sz="1800" b="0" i="0" u="none" strike="noStrike" baseline="0" dirty="0">
                <a:latin typeface="Birka"/>
              </a:rPr>
              <a:t>Mobile Safari introduced the viewport </a:t>
            </a:r>
            <a:r>
              <a:rPr lang="en-US" sz="1800" b="1" i="0" u="none" strike="noStrike" baseline="0" dirty="0">
                <a:latin typeface="TheSansMonoCd-W6SemiBold"/>
              </a:rPr>
              <a:t>meta </a:t>
            </a:r>
            <a:r>
              <a:rPr lang="en-US" sz="1800" b="0" i="0" u="none" strike="noStrike" baseline="0" dirty="0">
                <a:latin typeface="Birka"/>
              </a:rPr>
              <a:t>element, which allows us to define the size of that initial viewport. Soon, the other mobile browsers followed suit. </a:t>
            </a:r>
          </a:p>
          <a:p>
            <a:pPr algn="just"/>
            <a:r>
              <a:rPr lang="en-US" sz="1800" b="0" i="0" u="none" strike="noStrike" baseline="0" dirty="0">
                <a:latin typeface="Birka"/>
              </a:rPr>
              <a:t>The following </a:t>
            </a:r>
            <a:r>
              <a:rPr lang="en-US" sz="1800" b="1" i="0" u="none" strike="noStrike" baseline="0" dirty="0">
                <a:latin typeface="TheSansMonoCd-W6SemiBold"/>
              </a:rPr>
              <a:t>meta </a:t>
            </a:r>
            <a:r>
              <a:rPr lang="en-US" sz="1800" b="0" i="0" u="none" strike="noStrike" baseline="0" dirty="0">
                <a:latin typeface="Birka"/>
              </a:rPr>
              <a:t>element, which goes in the </a:t>
            </a:r>
            <a:r>
              <a:rPr lang="en-US" sz="1800" b="1" i="0" u="none" strike="noStrike" baseline="0" dirty="0">
                <a:latin typeface="TheSansMonoCd-W6SemiBold"/>
              </a:rPr>
              <a:t>head </a:t>
            </a:r>
            <a:r>
              <a:rPr lang="en-US" sz="1800" b="0" i="0" u="none" strike="noStrike" baseline="0" dirty="0">
                <a:latin typeface="Birka"/>
              </a:rPr>
              <a:t>of the HTML </a:t>
            </a:r>
            <a:r>
              <a:rPr lang="en-US" sz="1800" b="0" i="0" u="none" strike="noStrike" baseline="0" dirty="0">
                <a:solidFill>
                  <a:srgbClr val="000000"/>
                </a:solidFill>
                <a:latin typeface="Birka"/>
              </a:rPr>
              <a:t>document, tells the browser to set the width of the viewport equal to the width of the device screen (</a:t>
            </a:r>
            <a:r>
              <a:rPr lang="en-US" sz="1800" b="1" i="0" u="none" strike="noStrike" baseline="0" dirty="0">
                <a:solidFill>
                  <a:srgbClr val="000000"/>
                </a:solidFill>
                <a:latin typeface="TheSansMonoCd-W6SemiBold"/>
              </a:rPr>
              <a:t>width=device-width</a:t>
            </a:r>
            <a:r>
              <a:rPr lang="en-US" sz="1800" b="0" i="0" u="none" strike="noStrike" baseline="0" dirty="0">
                <a:solidFill>
                  <a:srgbClr val="000000"/>
                </a:solidFill>
                <a:latin typeface="Birka"/>
              </a:rPr>
              <a:t>), whatever that happens to be (</a:t>
            </a:r>
            <a:r>
              <a:rPr lang="en-US" sz="1800" b="0" i="0" u="none" strike="noStrike" baseline="0" dirty="0">
                <a:solidFill>
                  <a:srgbClr val="009BC8"/>
                </a:solidFill>
                <a:latin typeface="RidleyGrotesk-Medium"/>
              </a:rPr>
              <a:t>FIGURE</a:t>
            </a:r>
            <a:r>
              <a:rPr lang="en-US" sz="1800" b="0" i="0" u="none" strike="noStrike" baseline="0" dirty="0">
                <a:solidFill>
                  <a:srgbClr val="000000"/>
                </a:solidFill>
                <a:latin typeface="Birka"/>
              </a:rPr>
              <a:t>). </a:t>
            </a:r>
          </a:p>
          <a:p>
            <a:pPr algn="just"/>
            <a:r>
              <a:rPr lang="en-US" sz="1800" b="0" i="0" u="none" strike="noStrike" baseline="0" dirty="0">
                <a:solidFill>
                  <a:srgbClr val="000000"/>
                </a:solidFill>
                <a:latin typeface="Birka"/>
              </a:rPr>
              <a:t>The </a:t>
            </a:r>
            <a:r>
              <a:rPr lang="en-US" sz="1800" b="1" i="0" u="none" strike="noStrike" baseline="0" dirty="0">
                <a:solidFill>
                  <a:srgbClr val="000000"/>
                </a:solidFill>
                <a:latin typeface="TheSansMonoCd-W6SemiBold"/>
              </a:rPr>
              <a:t>initial-scale </a:t>
            </a:r>
            <a:r>
              <a:rPr lang="en-US" sz="1800" b="0" i="0" u="none" strike="noStrike" baseline="0" dirty="0">
                <a:solidFill>
                  <a:srgbClr val="000000"/>
                </a:solidFill>
                <a:latin typeface="Birka"/>
              </a:rPr>
              <a:t>value sets the zoom level to 1 (100%).</a:t>
            </a:r>
          </a:p>
          <a:p>
            <a:pPr marL="0" indent="0" algn="ctr">
              <a:buNone/>
            </a:pPr>
            <a:r>
              <a:rPr lang="en-US" sz="1800" b="1" i="0" u="none" strike="noStrike" baseline="0" dirty="0">
                <a:solidFill>
                  <a:srgbClr val="000000"/>
                </a:solidFill>
                <a:latin typeface="TheSansMonoCd-W4SemiLight"/>
              </a:rPr>
              <a:t>&lt;meta name="viewport" content="width=device-width, initial-scale=1"&gt;</a:t>
            </a:r>
          </a:p>
          <a:p>
            <a:pPr algn="just"/>
            <a:r>
              <a:rPr lang="en-US" sz="1800" b="0" i="0" u="none" strike="noStrike" baseline="0" dirty="0">
                <a:solidFill>
                  <a:srgbClr val="000000"/>
                </a:solidFill>
                <a:latin typeface="Birka"/>
              </a:rPr>
              <a:t>With the viewport </a:t>
            </a:r>
            <a:r>
              <a:rPr lang="en-US" sz="1800" b="1" i="0" u="none" strike="noStrike" baseline="0" dirty="0">
                <a:solidFill>
                  <a:srgbClr val="000000"/>
                </a:solidFill>
                <a:latin typeface="TheSansMonoCd-W6SemiBold"/>
              </a:rPr>
              <a:t>meta </a:t>
            </a:r>
            <a:r>
              <a:rPr lang="en-US" sz="1800" b="0" i="0" u="none" strike="noStrike" baseline="0" dirty="0">
                <a:solidFill>
                  <a:srgbClr val="000000"/>
                </a:solidFill>
                <a:latin typeface="Birka"/>
              </a:rPr>
              <a:t>element in place, if the device’s screen is 320 pixels wide, the rendering viewport on that device will also be 320 pixels across (not 980) and will appear on the screen at full size. </a:t>
            </a:r>
          </a:p>
          <a:p>
            <a:pPr algn="just"/>
            <a:r>
              <a:rPr lang="en-US" sz="1800" b="0" i="0" u="none" strike="noStrike" baseline="0" dirty="0">
                <a:solidFill>
                  <a:srgbClr val="000000"/>
                </a:solidFill>
                <a:latin typeface="Birka"/>
              </a:rPr>
              <a:t>That is the width we test for with media queries, so setting the viewport is a crucial first step.</a:t>
            </a:r>
            <a:endParaRPr lang="en-US" dirty="0"/>
          </a:p>
        </p:txBody>
      </p:sp>
      <p:sp>
        <p:nvSpPr>
          <p:cNvPr id="4" name="Footer Placeholder 3">
            <a:extLst>
              <a:ext uri="{FF2B5EF4-FFF2-40B4-BE49-F238E27FC236}">
                <a16:creationId xmlns:a16="http://schemas.microsoft.com/office/drawing/2014/main" id="{187510EB-6F88-FC0F-A52D-67ACF5F85AC2}"/>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4239379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C2AD-B96E-41EC-2660-5C9909E294AC}"/>
              </a:ext>
            </a:extLst>
          </p:cNvPr>
          <p:cNvSpPr>
            <a:spLocks noGrp="1"/>
          </p:cNvSpPr>
          <p:nvPr>
            <p:ph type="title"/>
          </p:nvPr>
        </p:nvSpPr>
        <p:spPr>
          <a:xfrm>
            <a:off x="838200" y="365126"/>
            <a:ext cx="10515600" cy="834088"/>
          </a:xfrm>
        </p:spPr>
        <p:txBody>
          <a:bodyPr/>
          <a:lstStyle/>
          <a:p>
            <a:endParaRPr lang="en-US"/>
          </a:p>
        </p:txBody>
      </p:sp>
      <p:pic>
        <p:nvPicPr>
          <p:cNvPr id="5" name="Content Placeholder 4">
            <a:extLst>
              <a:ext uri="{FF2B5EF4-FFF2-40B4-BE49-F238E27FC236}">
                <a16:creationId xmlns:a16="http://schemas.microsoft.com/office/drawing/2014/main" id="{0F41B381-29B6-E956-DBE2-FF541CAFD171}"/>
              </a:ext>
            </a:extLst>
          </p:cNvPr>
          <p:cNvPicPr>
            <a:picLocks noGrp="1" noChangeAspect="1"/>
          </p:cNvPicPr>
          <p:nvPr>
            <p:ph idx="1"/>
          </p:nvPr>
        </p:nvPicPr>
        <p:blipFill>
          <a:blip r:embed="rId2"/>
          <a:stretch>
            <a:fillRect/>
          </a:stretch>
        </p:blipFill>
        <p:spPr>
          <a:xfrm>
            <a:off x="2200974" y="1280697"/>
            <a:ext cx="8022317" cy="5212177"/>
          </a:xfrm>
        </p:spPr>
      </p:pic>
      <p:sp>
        <p:nvSpPr>
          <p:cNvPr id="3" name="Footer Placeholder 2">
            <a:extLst>
              <a:ext uri="{FF2B5EF4-FFF2-40B4-BE49-F238E27FC236}">
                <a16:creationId xmlns:a16="http://schemas.microsoft.com/office/drawing/2014/main" id="{97743008-DC51-31EB-F01D-FC088D04FD60}"/>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436637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3FD7B-A702-B423-AAB0-EE21E2F16618}"/>
              </a:ext>
            </a:extLst>
          </p:cNvPr>
          <p:cNvSpPr>
            <a:spLocks noGrp="1"/>
          </p:cNvSpPr>
          <p:nvPr>
            <p:ph type="title"/>
          </p:nvPr>
        </p:nvSpPr>
        <p:spPr/>
        <p:txBody>
          <a:bodyPr>
            <a:normAutofit/>
          </a:bodyPr>
          <a:lstStyle/>
          <a:p>
            <a:r>
              <a:rPr lang="en-US" sz="3200" b="0" i="0" u="none" strike="noStrike" baseline="0" dirty="0">
                <a:latin typeface="SourceSansPro-Semibold"/>
              </a:rPr>
              <a:t>Flexible Grids (Fluid Layouts)</a:t>
            </a:r>
            <a:endParaRPr lang="en-US" sz="3200" dirty="0"/>
          </a:p>
        </p:txBody>
      </p:sp>
      <p:sp>
        <p:nvSpPr>
          <p:cNvPr id="3" name="Content Placeholder 2">
            <a:extLst>
              <a:ext uri="{FF2B5EF4-FFF2-40B4-BE49-F238E27FC236}">
                <a16:creationId xmlns:a16="http://schemas.microsoft.com/office/drawing/2014/main" id="{8E62C306-8B89-0E49-156B-BC96F8E55C81}"/>
              </a:ext>
            </a:extLst>
          </p:cNvPr>
          <p:cNvSpPr>
            <a:spLocks noGrp="1"/>
          </p:cNvSpPr>
          <p:nvPr>
            <p:ph idx="1"/>
          </p:nvPr>
        </p:nvSpPr>
        <p:spPr>
          <a:xfrm>
            <a:off x="838200" y="1499016"/>
            <a:ext cx="10515600" cy="4677947"/>
          </a:xfrm>
        </p:spPr>
        <p:txBody>
          <a:bodyPr/>
          <a:lstStyle/>
          <a:p>
            <a:pPr algn="l"/>
            <a:r>
              <a:rPr lang="en-US" sz="1800" b="0" i="0" u="none" strike="noStrike" baseline="0" dirty="0">
                <a:latin typeface="Birka"/>
              </a:rPr>
              <a:t>That fluidity is exactly the sort of behavior you need to make content neatly fit a wide range of viewport sizes. </a:t>
            </a:r>
          </a:p>
          <a:p>
            <a:pPr algn="l"/>
            <a:r>
              <a:rPr lang="en-US" sz="1800" b="0" i="0" u="none" strike="noStrike" baseline="0" dirty="0">
                <a:latin typeface="Birka"/>
              </a:rPr>
              <a:t>Fluid layouts (or “flexible grids,” as Ethan Marcotte calls them in his article and book) are the foundation of responsive design.</a:t>
            </a:r>
          </a:p>
          <a:p>
            <a:pPr algn="l"/>
            <a:r>
              <a:rPr lang="en-US" sz="1800" b="0" i="0" u="none" strike="noStrike" baseline="0" dirty="0">
                <a:solidFill>
                  <a:srgbClr val="000000"/>
                </a:solidFill>
                <a:latin typeface="Birka"/>
              </a:rPr>
              <a:t>In a </a:t>
            </a:r>
            <a:r>
              <a:rPr lang="en-US" sz="1800" b="0" i="0" u="none" strike="noStrike" baseline="0" dirty="0">
                <a:solidFill>
                  <a:srgbClr val="009BC8"/>
                </a:solidFill>
                <a:latin typeface="Birka"/>
              </a:rPr>
              <a:t>fluid layout</a:t>
            </a:r>
            <a:r>
              <a:rPr lang="en-US" sz="1800" b="0" i="0" u="none" strike="noStrike" baseline="0" dirty="0">
                <a:solidFill>
                  <a:srgbClr val="000000"/>
                </a:solidFill>
                <a:latin typeface="Birka"/>
              </a:rPr>
              <a:t>, the page area and its grid resize proportionally to fill the available width of the screen or window (</a:t>
            </a:r>
            <a:r>
              <a:rPr lang="en-US" sz="1800" b="0" i="0" u="none" strike="noStrike" baseline="0" dirty="0">
                <a:solidFill>
                  <a:srgbClr val="009BC8"/>
                </a:solidFill>
                <a:latin typeface="RidleyGrotesk-Medium"/>
              </a:rPr>
              <a:t>FIGURE</a:t>
            </a:r>
            <a:r>
              <a:rPr lang="en-US" sz="1800" b="0" i="0" u="none" strike="noStrike" baseline="0" dirty="0">
                <a:solidFill>
                  <a:srgbClr val="000000"/>
                </a:solidFill>
                <a:latin typeface="Birka"/>
              </a:rPr>
              <a:t>, top).  </a:t>
            </a:r>
          </a:p>
          <a:p>
            <a:pPr algn="l"/>
            <a:r>
              <a:rPr lang="en-US" sz="1800" b="0" i="0" u="none" strike="noStrike" baseline="0" dirty="0">
                <a:solidFill>
                  <a:srgbClr val="000000"/>
                </a:solidFill>
                <a:latin typeface="Birka"/>
              </a:rPr>
              <a:t>That is easily accomplished with </a:t>
            </a:r>
            <a:r>
              <a:rPr lang="en-US" sz="1800" b="1" i="0" u="none" strike="noStrike" baseline="0" dirty="0" err="1">
                <a:solidFill>
                  <a:srgbClr val="000000"/>
                </a:solidFill>
                <a:latin typeface="TheSansMonoCd-W6SemiBold"/>
              </a:rPr>
              <a:t>fr</a:t>
            </a:r>
            <a:r>
              <a:rPr lang="en-US" sz="1800" b="1" i="0" u="none" strike="noStrike" baseline="0" dirty="0">
                <a:solidFill>
                  <a:srgbClr val="000000"/>
                </a:solidFill>
                <a:latin typeface="TheSansMonoCd-W6SemiBold"/>
              </a:rPr>
              <a:t> </a:t>
            </a:r>
            <a:r>
              <a:rPr lang="en-US" sz="1800" b="0" i="0" u="none" strike="noStrike" baseline="0" dirty="0">
                <a:solidFill>
                  <a:srgbClr val="000000"/>
                </a:solidFill>
                <a:latin typeface="Birka"/>
              </a:rPr>
              <a:t>and </a:t>
            </a:r>
            <a:r>
              <a:rPr lang="en-US" sz="1800" b="1" i="0" u="none" strike="noStrike" baseline="0" dirty="0">
                <a:solidFill>
                  <a:srgbClr val="000000"/>
                </a:solidFill>
                <a:latin typeface="TheSansMonoCd-W6SemiBold"/>
              </a:rPr>
              <a:t>minmax() </a:t>
            </a:r>
            <a:r>
              <a:rPr lang="en-US" sz="1800" b="0" i="0" u="none" strike="noStrike" baseline="0" dirty="0">
                <a:solidFill>
                  <a:srgbClr val="000000"/>
                </a:solidFill>
                <a:latin typeface="Birka"/>
              </a:rPr>
              <a:t>units in CSS Grid layouts and with </a:t>
            </a:r>
            <a:r>
              <a:rPr lang="en-US" sz="1800" b="1" i="0" u="none" strike="noStrike" baseline="0" dirty="0">
                <a:solidFill>
                  <a:srgbClr val="000000"/>
                </a:solidFill>
                <a:latin typeface="TheSansMonoCd-W6SemiBold"/>
              </a:rPr>
              <a:t>flex </a:t>
            </a:r>
            <a:r>
              <a:rPr lang="en-US" sz="1800" b="0" i="0" u="none" strike="noStrike" baseline="0" dirty="0">
                <a:solidFill>
                  <a:srgbClr val="000000"/>
                </a:solidFill>
                <a:latin typeface="Birka"/>
              </a:rPr>
              <a:t>property settings in Flexbox.</a:t>
            </a:r>
          </a:p>
          <a:p>
            <a:pPr algn="l"/>
            <a:r>
              <a:rPr lang="en-US" sz="1800" b="0" i="0" u="none" strike="noStrike" baseline="0" dirty="0">
                <a:solidFill>
                  <a:srgbClr val="000000"/>
                </a:solidFill>
                <a:latin typeface="Birka"/>
              </a:rPr>
              <a:t>If you need to also target older browsers that don’t support CSS layout standards, you can use percentage values for horizontal measurements so elements remain proportional at varying sizes</a:t>
            </a:r>
            <a:endParaRPr lang="en-US" dirty="0"/>
          </a:p>
        </p:txBody>
      </p:sp>
      <p:sp>
        <p:nvSpPr>
          <p:cNvPr id="4" name="Footer Placeholder 3">
            <a:extLst>
              <a:ext uri="{FF2B5EF4-FFF2-40B4-BE49-F238E27FC236}">
                <a16:creationId xmlns:a16="http://schemas.microsoft.com/office/drawing/2014/main" id="{22AB2C9B-0572-0378-F9BB-9BC9CD0E8196}"/>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1189354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167C9-81EB-97A3-A2E5-9EECE7D87443}"/>
              </a:ext>
            </a:extLst>
          </p:cNvPr>
          <p:cNvSpPr>
            <a:spLocks noGrp="1"/>
          </p:cNvSpPr>
          <p:nvPr>
            <p:ph type="title"/>
          </p:nvPr>
        </p:nvSpPr>
        <p:spPr>
          <a:xfrm>
            <a:off x="838200" y="365125"/>
            <a:ext cx="10515600" cy="714167"/>
          </a:xfrm>
        </p:spPr>
        <p:txBody>
          <a:bodyPr/>
          <a:lstStyle/>
          <a:p>
            <a:r>
              <a:rPr kumimoji="0" lang="en-US" sz="3200" b="0" i="0" u="none" strike="noStrike" kern="1200" cap="none" spc="0" normalizeH="0" baseline="0" noProof="0" dirty="0">
                <a:ln>
                  <a:noFill/>
                </a:ln>
                <a:solidFill>
                  <a:prstClr val="black"/>
                </a:solidFill>
                <a:effectLst/>
                <a:uLnTx/>
                <a:uFillTx/>
                <a:latin typeface="SourceSansPro-Semibold"/>
                <a:ea typeface="+mj-ea"/>
                <a:cs typeface="+mj-cs"/>
              </a:rPr>
              <a:t>Flexible Grids (Fluid Layouts) Cont..</a:t>
            </a:r>
            <a:endParaRPr lang="en-US" dirty="0"/>
          </a:p>
        </p:txBody>
      </p:sp>
      <p:pic>
        <p:nvPicPr>
          <p:cNvPr id="5" name="Content Placeholder 4">
            <a:extLst>
              <a:ext uri="{FF2B5EF4-FFF2-40B4-BE49-F238E27FC236}">
                <a16:creationId xmlns:a16="http://schemas.microsoft.com/office/drawing/2014/main" id="{17F96304-F42D-6B25-D1F7-59A6E4F7354E}"/>
              </a:ext>
            </a:extLst>
          </p:cNvPr>
          <p:cNvPicPr>
            <a:picLocks noGrp="1" noChangeAspect="1"/>
          </p:cNvPicPr>
          <p:nvPr>
            <p:ph idx="1"/>
          </p:nvPr>
        </p:nvPicPr>
        <p:blipFill>
          <a:blip r:embed="rId2"/>
          <a:stretch>
            <a:fillRect/>
          </a:stretch>
        </p:blipFill>
        <p:spPr>
          <a:xfrm>
            <a:off x="2408871" y="1138338"/>
            <a:ext cx="6816790" cy="4581324"/>
          </a:xfrm>
        </p:spPr>
      </p:pic>
      <p:sp>
        <p:nvSpPr>
          <p:cNvPr id="6" name="Footer Placeholder 5">
            <a:extLst>
              <a:ext uri="{FF2B5EF4-FFF2-40B4-BE49-F238E27FC236}">
                <a16:creationId xmlns:a16="http://schemas.microsoft.com/office/drawing/2014/main" id="{77CFFF23-A08A-8890-5767-C5E4957C6C25}"/>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388223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FD005-D881-DA37-CD2B-739529E15070}"/>
              </a:ext>
            </a:extLst>
          </p:cNvPr>
          <p:cNvSpPr>
            <a:spLocks noGrp="1"/>
          </p:cNvSpPr>
          <p:nvPr>
            <p:ph type="title"/>
          </p:nvPr>
        </p:nvSpPr>
        <p:spPr/>
        <p:txBody>
          <a:bodyPr>
            <a:normAutofit/>
          </a:bodyPr>
          <a:lstStyle/>
          <a:p>
            <a:r>
              <a:rPr lang="en-US" sz="3200" b="0" i="0" u="none" strike="noStrike" baseline="0" dirty="0">
                <a:latin typeface="SourceSansPro-Semibold"/>
              </a:rPr>
              <a:t>Making Images Flexible</a:t>
            </a:r>
            <a:endParaRPr lang="en-US" sz="3200" dirty="0"/>
          </a:p>
        </p:txBody>
      </p:sp>
      <p:sp>
        <p:nvSpPr>
          <p:cNvPr id="3" name="Content Placeholder 2">
            <a:extLst>
              <a:ext uri="{FF2B5EF4-FFF2-40B4-BE49-F238E27FC236}">
                <a16:creationId xmlns:a16="http://schemas.microsoft.com/office/drawing/2014/main" id="{A89C3D0D-1AD2-63B0-701C-3120BBA3E371}"/>
              </a:ext>
            </a:extLst>
          </p:cNvPr>
          <p:cNvSpPr>
            <a:spLocks noGrp="1"/>
          </p:cNvSpPr>
          <p:nvPr>
            <p:ph idx="1"/>
          </p:nvPr>
        </p:nvSpPr>
        <p:spPr/>
        <p:txBody>
          <a:bodyPr/>
          <a:lstStyle/>
          <a:p>
            <a:pPr algn="l"/>
            <a:r>
              <a:rPr lang="en-US" sz="1800" b="0" i="0" u="none" strike="noStrike" baseline="0" dirty="0">
                <a:solidFill>
                  <a:srgbClr val="000000"/>
                </a:solidFill>
                <a:latin typeface="Birka"/>
              </a:rPr>
              <a:t>Every now and then a solution is simple. Take, for example, the style rule required to make images scale down to fit the size of their container:</a:t>
            </a:r>
          </a:p>
          <a:p>
            <a:pPr marL="0" indent="0">
              <a:buNone/>
            </a:pPr>
            <a:r>
              <a:rPr lang="en-US" sz="1800" b="0" i="0" u="none" strike="noStrike" baseline="0" dirty="0" err="1">
                <a:solidFill>
                  <a:srgbClr val="000000"/>
                </a:solidFill>
                <a:latin typeface="TheSansMonoCd-W4SemiLight"/>
              </a:rPr>
              <a:t>img</a:t>
            </a:r>
            <a:r>
              <a:rPr lang="en-US" sz="1800" b="0" i="0" u="none" strike="noStrike" baseline="0" dirty="0">
                <a:solidFill>
                  <a:srgbClr val="000000"/>
                </a:solidFill>
                <a:latin typeface="TheSansMonoCd-W4SemiLight"/>
              </a:rPr>
              <a:t> {</a:t>
            </a:r>
          </a:p>
          <a:p>
            <a:pPr marL="0" indent="0">
              <a:buNone/>
            </a:pPr>
            <a:r>
              <a:rPr lang="en-US" sz="1800" b="0" i="0" u="none" strike="noStrike" baseline="0" dirty="0">
                <a:solidFill>
                  <a:srgbClr val="3D71B8"/>
                </a:solidFill>
                <a:latin typeface="TheSansMonoCd-W5Regular"/>
              </a:rPr>
              <a:t>max-width: 100%;</a:t>
            </a:r>
          </a:p>
          <a:p>
            <a:pPr marL="0" indent="0">
              <a:buNone/>
            </a:pPr>
            <a:r>
              <a:rPr lang="en-US" sz="1800" b="0" i="0" u="none" strike="noStrike" baseline="0" dirty="0">
                <a:solidFill>
                  <a:srgbClr val="000000"/>
                </a:solidFill>
                <a:latin typeface="TheSansMonoCd-W4SemiLight"/>
              </a:rPr>
              <a:t>}</a:t>
            </a:r>
          </a:p>
          <a:p>
            <a:pPr algn="l"/>
            <a:r>
              <a:rPr lang="en-US" sz="1800" b="0" i="0" u="none" strike="noStrike" baseline="0" dirty="0">
                <a:solidFill>
                  <a:srgbClr val="000000"/>
                </a:solidFill>
                <a:latin typeface="Birka"/>
              </a:rPr>
              <a:t>That’s it!</a:t>
            </a:r>
            <a:endParaRPr lang="en-US" dirty="0"/>
          </a:p>
        </p:txBody>
      </p:sp>
      <p:pic>
        <p:nvPicPr>
          <p:cNvPr id="5" name="Picture 4">
            <a:extLst>
              <a:ext uri="{FF2B5EF4-FFF2-40B4-BE49-F238E27FC236}">
                <a16:creationId xmlns:a16="http://schemas.microsoft.com/office/drawing/2014/main" id="{296ABE82-27C8-68E3-62AC-3D70E01CEE2F}"/>
              </a:ext>
            </a:extLst>
          </p:cNvPr>
          <p:cNvPicPr>
            <a:picLocks noChangeAspect="1"/>
          </p:cNvPicPr>
          <p:nvPr/>
        </p:nvPicPr>
        <p:blipFill>
          <a:blip r:embed="rId2"/>
          <a:stretch>
            <a:fillRect/>
          </a:stretch>
        </p:blipFill>
        <p:spPr>
          <a:xfrm>
            <a:off x="4790347" y="2382645"/>
            <a:ext cx="6804851" cy="3794317"/>
          </a:xfrm>
          <a:prstGeom prst="rect">
            <a:avLst/>
          </a:prstGeom>
        </p:spPr>
      </p:pic>
      <p:sp>
        <p:nvSpPr>
          <p:cNvPr id="6" name="Footer Placeholder 5">
            <a:extLst>
              <a:ext uri="{FF2B5EF4-FFF2-40B4-BE49-F238E27FC236}">
                <a16:creationId xmlns:a16="http://schemas.microsoft.com/office/drawing/2014/main" id="{FA9056A5-EDB0-D6FE-1CEC-C77508976CAF}"/>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1054513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240B-EC3D-1F6F-0F38-71F94CE09123}"/>
              </a:ext>
            </a:extLst>
          </p:cNvPr>
          <p:cNvSpPr>
            <a:spLocks noGrp="1"/>
          </p:cNvSpPr>
          <p:nvPr>
            <p:ph type="title"/>
          </p:nvPr>
        </p:nvSpPr>
        <p:spPr>
          <a:xfrm>
            <a:off x="838200" y="365125"/>
            <a:ext cx="10515600" cy="759137"/>
          </a:xfrm>
        </p:spPr>
        <p:txBody>
          <a:bodyPr>
            <a:normAutofit/>
          </a:bodyPr>
          <a:lstStyle/>
          <a:p>
            <a:r>
              <a:rPr lang="en-US" sz="3200" b="0" i="0" u="none" strike="noStrike" baseline="0" dirty="0">
                <a:latin typeface="SourceSansPro-Semibold"/>
              </a:rPr>
              <a:t>Media Query Magic</a:t>
            </a:r>
            <a:endParaRPr lang="en-US" sz="3200" dirty="0"/>
          </a:p>
        </p:txBody>
      </p:sp>
      <p:sp>
        <p:nvSpPr>
          <p:cNvPr id="3" name="Content Placeholder 2">
            <a:extLst>
              <a:ext uri="{FF2B5EF4-FFF2-40B4-BE49-F238E27FC236}">
                <a16:creationId xmlns:a16="http://schemas.microsoft.com/office/drawing/2014/main" id="{1E484625-91E5-652D-B03C-F8BFC2E440BF}"/>
              </a:ext>
            </a:extLst>
          </p:cNvPr>
          <p:cNvSpPr>
            <a:spLocks noGrp="1"/>
          </p:cNvSpPr>
          <p:nvPr>
            <p:ph idx="1"/>
          </p:nvPr>
        </p:nvSpPr>
        <p:spPr>
          <a:xfrm>
            <a:off x="838200" y="1124262"/>
            <a:ext cx="10515600" cy="5052701"/>
          </a:xfrm>
        </p:spPr>
        <p:txBody>
          <a:bodyPr>
            <a:normAutofit/>
          </a:bodyPr>
          <a:lstStyle/>
          <a:p>
            <a:pPr algn="just"/>
            <a:r>
              <a:rPr lang="en-US" sz="1800" b="0" i="0" u="none" strike="noStrike" baseline="0" dirty="0">
                <a:solidFill>
                  <a:srgbClr val="009BC8"/>
                </a:solidFill>
                <a:latin typeface="Birka"/>
              </a:rPr>
              <a:t>Media queries </a:t>
            </a:r>
            <a:r>
              <a:rPr lang="en-US" sz="1800" b="0" i="0" u="none" strike="noStrike" baseline="0" dirty="0">
                <a:solidFill>
                  <a:srgbClr val="000000"/>
                </a:solidFill>
                <a:latin typeface="Birka"/>
              </a:rPr>
              <a:t>apply different styles based on characteristics of the browser: its width, whether it is vertically or horizontally oriented, its resolution, and more. </a:t>
            </a:r>
          </a:p>
          <a:p>
            <a:pPr algn="just"/>
            <a:r>
              <a:rPr lang="en-US" sz="1800" b="0" i="0" u="none" strike="noStrike" baseline="0" dirty="0">
                <a:solidFill>
                  <a:srgbClr val="000000"/>
                </a:solidFill>
                <a:latin typeface="Birka"/>
              </a:rPr>
              <a:t>They are what make it possible to send a one-column layout to small screens and a multicolumn layout to larger screens on the fly.</a:t>
            </a:r>
          </a:p>
          <a:p>
            <a:pPr algn="just"/>
            <a:r>
              <a:rPr lang="en-US" sz="1800" b="0" i="0" u="none" strike="noStrike" baseline="0" dirty="0">
                <a:solidFill>
                  <a:srgbClr val="000000"/>
                </a:solidFill>
                <a:latin typeface="Birka"/>
              </a:rPr>
              <a:t>The query itself includes a media type followed by a particular feature and a value for which to test. </a:t>
            </a:r>
          </a:p>
          <a:p>
            <a:pPr algn="just"/>
            <a:r>
              <a:rPr lang="en-US" sz="1800" b="0" i="0" u="none" strike="noStrike" baseline="0" dirty="0">
                <a:solidFill>
                  <a:srgbClr val="000000"/>
                </a:solidFill>
                <a:latin typeface="Birka"/>
              </a:rPr>
              <a:t>The criteria are followed by a set of curly brackets that contain styles to apply if the test is passed. </a:t>
            </a:r>
          </a:p>
          <a:p>
            <a:pPr algn="just"/>
            <a:r>
              <a:rPr lang="en-US" sz="1800" b="0" i="0" u="none" strike="noStrike" baseline="0" dirty="0">
                <a:solidFill>
                  <a:srgbClr val="000000"/>
                </a:solidFill>
                <a:latin typeface="Birka"/>
              </a:rPr>
              <a:t>The structure of a media query as used within a style sheet goes like this:</a:t>
            </a:r>
          </a:p>
          <a:p>
            <a:pPr marL="0" indent="0" algn="ctr">
              <a:buNone/>
            </a:pPr>
            <a:r>
              <a:rPr lang="en-US" sz="1800" b="1" i="0" u="none" strike="noStrike" baseline="0" dirty="0">
                <a:solidFill>
                  <a:srgbClr val="3D71B8"/>
                </a:solidFill>
                <a:latin typeface="TheSansMonoCd-W5Regular"/>
              </a:rPr>
              <a:t>@media </a:t>
            </a:r>
            <a:r>
              <a:rPr lang="en-US" sz="1800" b="1" i="1" u="none" strike="noStrike" baseline="0" dirty="0">
                <a:solidFill>
                  <a:srgbClr val="3D71B8"/>
                </a:solidFill>
                <a:latin typeface="TheSansMonoCd-W4SemiLightItalic"/>
              </a:rPr>
              <a:t>type </a:t>
            </a:r>
            <a:r>
              <a:rPr lang="en-US" sz="1800" b="1" i="0" u="none" strike="noStrike" baseline="0" dirty="0">
                <a:solidFill>
                  <a:srgbClr val="3D71B8"/>
                </a:solidFill>
                <a:latin typeface="TheSansMonoCd-W5Regular"/>
              </a:rPr>
              <a:t>and (</a:t>
            </a:r>
            <a:r>
              <a:rPr lang="en-US" sz="1800" b="1" i="1" u="none" strike="noStrike" baseline="0" dirty="0">
                <a:solidFill>
                  <a:srgbClr val="3D71B8"/>
                </a:solidFill>
                <a:latin typeface="TheSansMonoCd-W4SemiLightItalic"/>
              </a:rPr>
              <a:t>feature</a:t>
            </a:r>
            <a:r>
              <a:rPr lang="en-US" sz="1800" b="1" i="0" u="none" strike="noStrike" baseline="0" dirty="0">
                <a:solidFill>
                  <a:srgbClr val="3D71B8"/>
                </a:solidFill>
                <a:latin typeface="TheSansMonoCd-W5Regular"/>
              </a:rPr>
              <a:t>: </a:t>
            </a:r>
            <a:r>
              <a:rPr lang="en-US" sz="1800" b="1" i="1" u="none" strike="noStrike" baseline="0" dirty="0">
                <a:solidFill>
                  <a:srgbClr val="3D71B8"/>
                </a:solidFill>
                <a:latin typeface="TheSansMonoCd-W4SemiLightItalic"/>
              </a:rPr>
              <a:t>value</a:t>
            </a:r>
            <a:r>
              <a:rPr lang="en-US" sz="1800" b="1" i="0" u="none" strike="noStrike" baseline="0" dirty="0">
                <a:solidFill>
                  <a:srgbClr val="3D71B8"/>
                </a:solidFill>
                <a:latin typeface="TheSansMonoCd-W5Regular"/>
              </a:rPr>
              <a:t>) { </a:t>
            </a:r>
            <a:r>
              <a:rPr lang="en-US" sz="1800" b="1" i="0" u="none" strike="noStrike" baseline="0" dirty="0">
                <a:solidFill>
                  <a:srgbClr val="818385"/>
                </a:solidFill>
                <a:latin typeface="TheSansMonoCd-W4SemiLight"/>
              </a:rPr>
              <a:t>/* styles for browsers that meet this criteria */ }</a:t>
            </a:r>
          </a:p>
          <a:p>
            <a:pPr algn="just"/>
            <a:r>
              <a:rPr lang="en-US" sz="1800" b="0" i="0" u="none" strike="noStrike" baseline="0" dirty="0">
                <a:solidFill>
                  <a:srgbClr val="000000"/>
                </a:solidFill>
                <a:latin typeface="Birka"/>
              </a:rPr>
              <a:t>This isn’t a very practical design choice, but it does provide a very simple illustration of media queries at work.</a:t>
            </a:r>
          </a:p>
          <a:p>
            <a:pPr marL="0" indent="0" algn="just">
              <a:buNone/>
            </a:pPr>
            <a:r>
              <a:rPr lang="en-US" sz="1800" b="1" i="0" u="none" strike="noStrike" baseline="0" dirty="0">
                <a:solidFill>
                  <a:srgbClr val="000000"/>
                </a:solidFill>
                <a:latin typeface="TheSansMonoCd-W4SemiLight"/>
              </a:rPr>
              <a:t>@media </a:t>
            </a:r>
            <a:r>
              <a:rPr lang="en-US" sz="1800" b="1" i="0" u="none" strike="noStrike" baseline="0" dirty="0">
                <a:solidFill>
                  <a:srgbClr val="3D71B8"/>
                </a:solidFill>
                <a:latin typeface="TheSansMonoCd-W5Regular"/>
              </a:rPr>
              <a:t>screen </a:t>
            </a:r>
            <a:r>
              <a:rPr lang="en-US" sz="1800" b="1" i="0" u="none" strike="noStrike" baseline="0" dirty="0">
                <a:solidFill>
                  <a:srgbClr val="000000"/>
                </a:solidFill>
                <a:latin typeface="TheSansMonoCd-W4SemiLight"/>
              </a:rPr>
              <a:t>and (</a:t>
            </a:r>
            <a:r>
              <a:rPr lang="en-US" sz="1800" b="1" i="0" u="none" strike="noStrike" baseline="0" dirty="0">
                <a:solidFill>
                  <a:srgbClr val="3D71B8"/>
                </a:solidFill>
                <a:latin typeface="TheSansMonoCd-W5Regular"/>
              </a:rPr>
              <a:t>orientation: landscape</a:t>
            </a:r>
            <a:r>
              <a:rPr lang="en-US" sz="1800" b="1" i="0" u="none" strike="noStrike" baseline="0" dirty="0">
                <a:solidFill>
                  <a:srgbClr val="000000"/>
                </a:solidFill>
                <a:latin typeface="TheSansMonoCd-W4SemiLight"/>
              </a:rPr>
              <a:t>) {</a:t>
            </a:r>
          </a:p>
          <a:p>
            <a:pPr marL="0" indent="0" algn="just">
              <a:buNone/>
            </a:pPr>
            <a:r>
              <a:rPr lang="en-US" sz="1800" b="1" i="0" u="none" strike="noStrike" baseline="0" dirty="0">
                <a:solidFill>
                  <a:srgbClr val="000000"/>
                </a:solidFill>
                <a:latin typeface="TheSansMonoCd-W4SemiLight"/>
              </a:rPr>
              <a:t>body { background: </a:t>
            </a:r>
            <a:r>
              <a:rPr lang="en-US" sz="1800" b="1" i="0" u="none" strike="noStrike" baseline="0" dirty="0" err="1">
                <a:solidFill>
                  <a:srgbClr val="000000"/>
                </a:solidFill>
                <a:latin typeface="TheSansMonoCd-W4SemiLight"/>
              </a:rPr>
              <a:t>skyblue</a:t>
            </a:r>
            <a:r>
              <a:rPr lang="en-US" sz="1800" b="1" i="0" u="none" strike="noStrike" baseline="0" dirty="0">
                <a:solidFill>
                  <a:srgbClr val="000000"/>
                </a:solidFill>
                <a:latin typeface="TheSansMonoCd-W4SemiLight"/>
              </a:rPr>
              <a:t>; }</a:t>
            </a:r>
          </a:p>
          <a:p>
            <a:pPr marL="0" indent="0" algn="just">
              <a:buNone/>
            </a:pPr>
            <a:r>
              <a:rPr lang="en-US" sz="1800" b="1" i="0" u="none" strike="noStrike" baseline="0" dirty="0">
                <a:solidFill>
                  <a:srgbClr val="000000"/>
                </a:solidFill>
                <a:latin typeface="TheSansMonoCd-W4SemiLight"/>
              </a:rPr>
              <a:t>}</a:t>
            </a:r>
          </a:p>
          <a:p>
            <a:pPr marL="0" indent="0" algn="ctr">
              <a:buNone/>
            </a:pPr>
            <a:r>
              <a:rPr lang="en-US" sz="1800" b="1" i="0" u="none" strike="noStrike" baseline="0" dirty="0">
                <a:solidFill>
                  <a:srgbClr val="000000"/>
                </a:solidFill>
                <a:latin typeface="TheSansMonoCd-W4SemiLight"/>
              </a:rPr>
              <a:t>@media </a:t>
            </a:r>
            <a:r>
              <a:rPr lang="en-US" sz="1800" b="1" i="0" u="none" strike="noStrike" baseline="0" dirty="0">
                <a:solidFill>
                  <a:srgbClr val="3D71B8"/>
                </a:solidFill>
                <a:latin typeface="TheSansMonoCd-W5Regular"/>
              </a:rPr>
              <a:t>screen </a:t>
            </a:r>
            <a:r>
              <a:rPr lang="en-US" sz="1800" b="1" i="0" u="none" strike="noStrike" baseline="0" dirty="0">
                <a:solidFill>
                  <a:srgbClr val="000000"/>
                </a:solidFill>
                <a:latin typeface="TheSansMonoCd-W4SemiLight"/>
              </a:rPr>
              <a:t>and (</a:t>
            </a:r>
            <a:r>
              <a:rPr lang="en-US" sz="1800" b="1" i="0" u="none" strike="noStrike" baseline="0" dirty="0">
                <a:solidFill>
                  <a:srgbClr val="3D71B8"/>
                </a:solidFill>
                <a:latin typeface="TheSansMonoCd-W5Regular"/>
              </a:rPr>
              <a:t>orientation: portrait</a:t>
            </a:r>
            <a:r>
              <a:rPr lang="en-US" sz="1800" b="1" i="0" u="none" strike="noStrike" baseline="0" dirty="0">
                <a:solidFill>
                  <a:srgbClr val="000000"/>
                </a:solidFill>
                <a:latin typeface="TheSansMonoCd-W4SemiLight"/>
              </a:rPr>
              <a:t>) { body { background: coral; } } </a:t>
            </a:r>
            <a:r>
              <a:rPr lang="en-US" sz="1800" b="1" i="0" u="none" strike="noStrike" baseline="0" dirty="0">
                <a:solidFill>
                  <a:srgbClr val="3D71B8"/>
                </a:solidFill>
                <a:latin typeface="TheSansMonoCd-W5Regular"/>
              </a:rPr>
              <a:t>}</a:t>
            </a:r>
            <a:endParaRPr lang="en-US" b="1" dirty="0"/>
          </a:p>
        </p:txBody>
      </p:sp>
      <p:sp>
        <p:nvSpPr>
          <p:cNvPr id="4" name="Footer Placeholder 3">
            <a:extLst>
              <a:ext uri="{FF2B5EF4-FFF2-40B4-BE49-F238E27FC236}">
                <a16:creationId xmlns:a16="http://schemas.microsoft.com/office/drawing/2014/main" id="{769D2B9F-57C4-E439-2D1E-07D90F03E497}"/>
              </a:ext>
            </a:extLst>
          </p:cNvPr>
          <p:cNvSpPr>
            <a:spLocks noGrp="1"/>
          </p:cNvSpPr>
          <p:nvPr>
            <p:ph type="ftr" sz="quarter" idx="11"/>
          </p:nvPr>
        </p:nvSpPr>
        <p:spPr/>
        <p:txBody>
          <a:bodyPr/>
          <a:lstStyle/>
          <a:p>
            <a:r>
              <a:rPr lang="en-US"/>
              <a:t>Thangam S</a:t>
            </a:r>
          </a:p>
        </p:txBody>
      </p:sp>
    </p:spTree>
    <p:extLst>
      <p:ext uri="{BB962C8B-B14F-4D97-AF65-F5344CB8AC3E}">
        <p14:creationId xmlns:p14="http://schemas.microsoft.com/office/powerpoint/2010/main" val="624956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2639</Words>
  <Application>Microsoft Office PowerPoint</Application>
  <PresentationFormat>Widescreen</PresentationFormat>
  <Paragraphs>278</Paragraphs>
  <Slides>25</Slides>
  <Notes>0</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25</vt:i4>
      </vt:variant>
    </vt:vector>
  </HeadingPairs>
  <TitlesOfParts>
    <vt:vector size="46" baseType="lpstr">
      <vt:lpstr>Arial</vt:lpstr>
      <vt:lpstr>Birka</vt:lpstr>
      <vt:lpstr>Birka-Italic</vt:lpstr>
      <vt:lpstr>Birka-SemiBoldItalic</vt:lpstr>
      <vt:lpstr>Calibri</vt:lpstr>
      <vt:lpstr>Calibri Light</vt:lpstr>
      <vt:lpstr>FranklinGothic-Book</vt:lpstr>
      <vt:lpstr>FranklinGothic-Heavy</vt:lpstr>
      <vt:lpstr>MonoBold</vt:lpstr>
      <vt:lpstr>MonoRegular</vt:lpstr>
      <vt:lpstr>Palatino-Italic</vt:lpstr>
      <vt:lpstr>Palatino-Roman</vt:lpstr>
      <vt:lpstr>RidleyGrotesk-Light</vt:lpstr>
      <vt:lpstr>RidleyGrotesk-Medium</vt:lpstr>
      <vt:lpstr>SeanSymbols</vt:lpstr>
      <vt:lpstr>SourceSansPro-Semibold</vt:lpstr>
      <vt:lpstr>TheSansMonoCd-W4SemiLight</vt:lpstr>
      <vt:lpstr>TheSansMonoCd-W4SemiLightItalic</vt:lpstr>
      <vt:lpstr>TheSansMonoCd-W5Regular</vt:lpstr>
      <vt:lpstr>TheSansMonoCd-W6SemiBold</vt:lpstr>
      <vt:lpstr>Office Theme</vt:lpstr>
      <vt:lpstr>Understanding the CSS Box Model and Positioning</vt:lpstr>
      <vt:lpstr>The CSS Box Model</vt:lpstr>
      <vt:lpstr>The CSS Box Model Cont..</vt:lpstr>
      <vt:lpstr>The CSS Box Model Cont..</vt:lpstr>
      <vt:lpstr>The CSS Box Model Cont..</vt:lpstr>
      <vt:lpstr>The Whole Scoop on Positioning</vt:lpstr>
      <vt:lpstr>The Whole Scoop on Positioning Cont..</vt:lpstr>
      <vt:lpstr>Showing Relative Positioning with Four Color Blocks</vt:lpstr>
      <vt:lpstr>Showing Relative Positioning with Four Color Blocks</vt:lpstr>
      <vt:lpstr>Using Absolute Positioning of the Color Blocks</vt:lpstr>
      <vt:lpstr>Using Absolute Positioning of the Color Blocks</vt:lpstr>
      <vt:lpstr>Controlling the Way Things Stack Up</vt:lpstr>
      <vt:lpstr>Using z-index to Alter the Display of Elements in the Color Blocks Sample</vt:lpstr>
      <vt:lpstr>Using z-index to Alter the Display of Elements in the Color Blocks Sample</vt:lpstr>
      <vt:lpstr>Managing the Flow of Text</vt:lpstr>
      <vt:lpstr>RESPONSIVE WEB DESIGN</vt:lpstr>
      <vt:lpstr>RESPONSIVE WEB DESIGN Cont..</vt:lpstr>
      <vt:lpstr>THE RESPONSIVE RECIPE</vt:lpstr>
      <vt:lpstr>PowerPoint Presentation</vt:lpstr>
      <vt:lpstr>Setting the Viewport</vt:lpstr>
      <vt:lpstr>PowerPoint Presentation</vt:lpstr>
      <vt:lpstr>Flexible Grids (Fluid Layouts)</vt:lpstr>
      <vt:lpstr>Flexible Grids (Fluid Layouts) Cont..</vt:lpstr>
      <vt:lpstr>Making Images Flexible</vt:lpstr>
      <vt:lpstr>Media Query Magic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Thangam S</dc:creator>
  <cp:lastModifiedBy>Thangam S</cp:lastModifiedBy>
  <cp:revision>1</cp:revision>
  <dcterms:created xsi:type="dcterms:W3CDTF">2025-02-21T04:46:03Z</dcterms:created>
  <dcterms:modified xsi:type="dcterms:W3CDTF">2025-02-22T09:16:28Z</dcterms:modified>
</cp:coreProperties>
</file>