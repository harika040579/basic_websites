
<file path=[Content_Types].xml><?xml version="1.0" encoding="utf-8"?>
<Types xmlns="http://schemas.openxmlformats.org/package/2006/content-types">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varScale="1">
        <p:scale>
          <a:sx n="64" d="100"/>
          <a:sy n="64" d="100"/>
        </p:scale>
        <p:origin x="900"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hangam sivnantham" userId="9242b7324f16a732" providerId="LiveId" clId="{54F92EB9-9B5D-45A7-AF5F-0E6F6B25C842}"/>
    <pc:docChg chg="modSld">
      <pc:chgData name="thangam sivnantham" userId="9242b7324f16a732" providerId="LiveId" clId="{54F92EB9-9B5D-45A7-AF5F-0E6F6B25C842}" dt="2025-03-12T03:14:49.233" v="1" actId="6549"/>
      <pc:docMkLst>
        <pc:docMk/>
      </pc:docMkLst>
      <pc:sldChg chg="modSp mod">
        <pc:chgData name="thangam sivnantham" userId="9242b7324f16a732" providerId="LiveId" clId="{54F92EB9-9B5D-45A7-AF5F-0E6F6B25C842}" dt="2025-03-12T03:14:49.233" v="1" actId="6549"/>
        <pc:sldMkLst>
          <pc:docMk/>
          <pc:sldMk cId="939854488" sldId="259"/>
        </pc:sldMkLst>
        <pc:spChg chg="mod">
          <ac:chgData name="thangam sivnantham" userId="9242b7324f16a732" providerId="LiveId" clId="{54F92EB9-9B5D-45A7-AF5F-0E6F6B25C842}" dt="2025-03-12T03:14:49.233" v="1" actId="6549"/>
          <ac:spMkLst>
            <pc:docMk/>
            <pc:sldMk cId="939854488" sldId="259"/>
            <ac:spMk id="3" creationId="{10859928-A913-E803-9ADE-45503072ED52}"/>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44EFF8-8554-75D3-94B0-1FE6AF1CFBA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183857F-C386-F091-4E5D-80CC0D36F59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3648CD3-750D-B2AA-31C7-C0702A0E4804}"/>
              </a:ext>
            </a:extLst>
          </p:cNvPr>
          <p:cNvSpPr>
            <a:spLocks noGrp="1"/>
          </p:cNvSpPr>
          <p:nvPr>
            <p:ph type="dt" sz="half" idx="10"/>
          </p:nvPr>
        </p:nvSpPr>
        <p:spPr/>
        <p:txBody>
          <a:bodyPr/>
          <a:lstStyle/>
          <a:p>
            <a:fld id="{1F14F192-A3EA-423C-81E3-FA9EA2D82908}" type="datetimeFigureOut">
              <a:rPr lang="en-US" smtClean="0"/>
              <a:t>3/12/2025</a:t>
            </a:fld>
            <a:endParaRPr lang="en-US"/>
          </a:p>
        </p:txBody>
      </p:sp>
      <p:sp>
        <p:nvSpPr>
          <p:cNvPr id="5" name="Footer Placeholder 4">
            <a:extLst>
              <a:ext uri="{FF2B5EF4-FFF2-40B4-BE49-F238E27FC236}">
                <a16:creationId xmlns:a16="http://schemas.microsoft.com/office/drawing/2014/main" id="{E2BB93BB-9188-557B-A477-A6A228A1A81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DDDCC8B-8D6B-C44F-4715-C0FCAD585B83}"/>
              </a:ext>
            </a:extLst>
          </p:cNvPr>
          <p:cNvSpPr>
            <a:spLocks noGrp="1"/>
          </p:cNvSpPr>
          <p:nvPr>
            <p:ph type="sldNum" sz="quarter" idx="12"/>
          </p:nvPr>
        </p:nvSpPr>
        <p:spPr/>
        <p:txBody>
          <a:bodyPr/>
          <a:lstStyle/>
          <a:p>
            <a:fld id="{27D19D48-9C08-40DA-B750-C9BC49CCAA1A}" type="slidenum">
              <a:rPr lang="en-US" smtClean="0"/>
              <a:t>‹#›</a:t>
            </a:fld>
            <a:endParaRPr lang="en-US"/>
          </a:p>
        </p:txBody>
      </p:sp>
    </p:spTree>
    <p:extLst>
      <p:ext uri="{BB962C8B-B14F-4D97-AF65-F5344CB8AC3E}">
        <p14:creationId xmlns:p14="http://schemas.microsoft.com/office/powerpoint/2010/main" val="36084652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4E21AA-F17C-72F7-D89D-7306A1A345E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6A8A280-CA3B-AC14-4084-0D104621B22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7087CD8-C6AB-CA92-A529-FB3E0BF95475}"/>
              </a:ext>
            </a:extLst>
          </p:cNvPr>
          <p:cNvSpPr>
            <a:spLocks noGrp="1"/>
          </p:cNvSpPr>
          <p:nvPr>
            <p:ph type="dt" sz="half" idx="10"/>
          </p:nvPr>
        </p:nvSpPr>
        <p:spPr/>
        <p:txBody>
          <a:bodyPr/>
          <a:lstStyle/>
          <a:p>
            <a:fld id="{1F14F192-A3EA-423C-81E3-FA9EA2D82908}" type="datetimeFigureOut">
              <a:rPr lang="en-US" smtClean="0"/>
              <a:t>3/12/2025</a:t>
            </a:fld>
            <a:endParaRPr lang="en-US"/>
          </a:p>
        </p:txBody>
      </p:sp>
      <p:sp>
        <p:nvSpPr>
          <p:cNvPr id="5" name="Footer Placeholder 4">
            <a:extLst>
              <a:ext uri="{FF2B5EF4-FFF2-40B4-BE49-F238E27FC236}">
                <a16:creationId xmlns:a16="http://schemas.microsoft.com/office/drawing/2014/main" id="{95A774F7-B3C3-6D8F-B12D-0A6402367CD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9ABC0DB-06E1-DDF0-B79C-F55915362416}"/>
              </a:ext>
            </a:extLst>
          </p:cNvPr>
          <p:cNvSpPr>
            <a:spLocks noGrp="1"/>
          </p:cNvSpPr>
          <p:nvPr>
            <p:ph type="sldNum" sz="quarter" idx="12"/>
          </p:nvPr>
        </p:nvSpPr>
        <p:spPr/>
        <p:txBody>
          <a:bodyPr/>
          <a:lstStyle/>
          <a:p>
            <a:fld id="{27D19D48-9C08-40DA-B750-C9BC49CCAA1A}" type="slidenum">
              <a:rPr lang="en-US" smtClean="0"/>
              <a:t>‹#›</a:t>
            </a:fld>
            <a:endParaRPr lang="en-US"/>
          </a:p>
        </p:txBody>
      </p:sp>
    </p:spTree>
    <p:extLst>
      <p:ext uri="{BB962C8B-B14F-4D97-AF65-F5344CB8AC3E}">
        <p14:creationId xmlns:p14="http://schemas.microsoft.com/office/powerpoint/2010/main" val="15156200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FC3079-6B11-94FF-D1C7-9117B1C8877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573BAC0-E9F4-F658-5532-8821AC39236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CD1DF3F-4A19-5547-F0E7-99E961717066}"/>
              </a:ext>
            </a:extLst>
          </p:cNvPr>
          <p:cNvSpPr>
            <a:spLocks noGrp="1"/>
          </p:cNvSpPr>
          <p:nvPr>
            <p:ph type="dt" sz="half" idx="10"/>
          </p:nvPr>
        </p:nvSpPr>
        <p:spPr/>
        <p:txBody>
          <a:bodyPr/>
          <a:lstStyle/>
          <a:p>
            <a:fld id="{1F14F192-A3EA-423C-81E3-FA9EA2D82908}" type="datetimeFigureOut">
              <a:rPr lang="en-US" smtClean="0"/>
              <a:t>3/12/2025</a:t>
            </a:fld>
            <a:endParaRPr lang="en-US"/>
          </a:p>
        </p:txBody>
      </p:sp>
      <p:sp>
        <p:nvSpPr>
          <p:cNvPr id="5" name="Footer Placeholder 4">
            <a:extLst>
              <a:ext uri="{FF2B5EF4-FFF2-40B4-BE49-F238E27FC236}">
                <a16:creationId xmlns:a16="http://schemas.microsoft.com/office/drawing/2014/main" id="{0BA1D201-9A3E-8F83-5317-66B9C3E823E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24AE963-3AE3-B2F3-383E-6901A5D6C957}"/>
              </a:ext>
            </a:extLst>
          </p:cNvPr>
          <p:cNvSpPr>
            <a:spLocks noGrp="1"/>
          </p:cNvSpPr>
          <p:nvPr>
            <p:ph type="sldNum" sz="quarter" idx="12"/>
          </p:nvPr>
        </p:nvSpPr>
        <p:spPr/>
        <p:txBody>
          <a:bodyPr/>
          <a:lstStyle/>
          <a:p>
            <a:fld id="{27D19D48-9C08-40DA-B750-C9BC49CCAA1A}" type="slidenum">
              <a:rPr lang="en-US" smtClean="0"/>
              <a:t>‹#›</a:t>
            </a:fld>
            <a:endParaRPr lang="en-US"/>
          </a:p>
        </p:txBody>
      </p:sp>
    </p:spTree>
    <p:extLst>
      <p:ext uri="{BB962C8B-B14F-4D97-AF65-F5344CB8AC3E}">
        <p14:creationId xmlns:p14="http://schemas.microsoft.com/office/powerpoint/2010/main" val="12287265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D90993-1B65-D5E2-6161-FE8ED05B4F2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944D42F-A25D-B02E-A3B5-C40029DE47A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3F20337-B2CB-18E1-1FBD-89F46190D8C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A21A8F3-75D8-A80D-1DB1-99866B2B6D9D}"/>
              </a:ext>
            </a:extLst>
          </p:cNvPr>
          <p:cNvSpPr>
            <a:spLocks noGrp="1"/>
          </p:cNvSpPr>
          <p:nvPr>
            <p:ph type="dt" sz="half" idx="10"/>
          </p:nvPr>
        </p:nvSpPr>
        <p:spPr/>
        <p:txBody>
          <a:bodyPr/>
          <a:lstStyle/>
          <a:p>
            <a:fld id="{1F14F192-A3EA-423C-81E3-FA9EA2D82908}" type="datetimeFigureOut">
              <a:rPr lang="en-US" smtClean="0"/>
              <a:t>3/12/2025</a:t>
            </a:fld>
            <a:endParaRPr lang="en-US"/>
          </a:p>
        </p:txBody>
      </p:sp>
      <p:sp>
        <p:nvSpPr>
          <p:cNvPr id="6" name="Footer Placeholder 5">
            <a:extLst>
              <a:ext uri="{FF2B5EF4-FFF2-40B4-BE49-F238E27FC236}">
                <a16:creationId xmlns:a16="http://schemas.microsoft.com/office/drawing/2014/main" id="{9097372E-F1E3-29A5-7BC7-E630AB57D77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F98567C-F558-9C2B-3771-27C9C6D5E043}"/>
              </a:ext>
            </a:extLst>
          </p:cNvPr>
          <p:cNvSpPr>
            <a:spLocks noGrp="1"/>
          </p:cNvSpPr>
          <p:nvPr>
            <p:ph type="sldNum" sz="quarter" idx="12"/>
          </p:nvPr>
        </p:nvSpPr>
        <p:spPr/>
        <p:txBody>
          <a:bodyPr/>
          <a:lstStyle/>
          <a:p>
            <a:fld id="{27D19D48-9C08-40DA-B750-C9BC49CCAA1A}" type="slidenum">
              <a:rPr lang="en-US" smtClean="0"/>
              <a:t>‹#›</a:t>
            </a:fld>
            <a:endParaRPr lang="en-US"/>
          </a:p>
        </p:txBody>
      </p:sp>
    </p:spTree>
    <p:extLst>
      <p:ext uri="{BB962C8B-B14F-4D97-AF65-F5344CB8AC3E}">
        <p14:creationId xmlns:p14="http://schemas.microsoft.com/office/powerpoint/2010/main" val="27508309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AB8126-5C11-13C1-AD1C-1BD18C30F53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BE1C017-0F93-9797-28D5-D8A84F5D8EA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82942B1-4700-7762-612E-37E64B684A8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317617F-BFA6-AF77-E0B9-1E6445699D0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FAE13F6-8A49-5A0E-3592-62375338E0E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D1E57C4-4433-D5C1-AEC0-520E69ED5DAD}"/>
              </a:ext>
            </a:extLst>
          </p:cNvPr>
          <p:cNvSpPr>
            <a:spLocks noGrp="1"/>
          </p:cNvSpPr>
          <p:nvPr>
            <p:ph type="dt" sz="half" idx="10"/>
          </p:nvPr>
        </p:nvSpPr>
        <p:spPr/>
        <p:txBody>
          <a:bodyPr/>
          <a:lstStyle/>
          <a:p>
            <a:fld id="{1F14F192-A3EA-423C-81E3-FA9EA2D82908}" type="datetimeFigureOut">
              <a:rPr lang="en-US" smtClean="0"/>
              <a:t>3/12/2025</a:t>
            </a:fld>
            <a:endParaRPr lang="en-US"/>
          </a:p>
        </p:txBody>
      </p:sp>
      <p:sp>
        <p:nvSpPr>
          <p:cNvPr id="8" name="Footer Placeholder 7">
            <a:extLst>
              <a:ext uri="{FF2B5EF4-FFF2-40B4-BE49-F238E27FC236}">
                <a16:creationId xmlns:a16="http://schemas.microsoft.com/office/drawing/2014/main" id="{DE5F8D4F-13AD-81A1-9E70-B420745D323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6E29EFD-6530-3981-E8D2-60686EF39E0B}"/>
              </a:ext>
            </a:extLst>
          </p:cNvPr>
          <p:cNvSpPr>
            <a:spLocks noGrp="1"/>
          </p:cNvSpPr>
          <p:nvPr>
            <p:ph type="sldNum" sz="quarter" idx="12"/>
          </p:nvPr>
        </p:nvSpPr>
        <p:spPr/>
        <p:txBody>
          <a:bodyPr/>
          <a:lstStyle/>
          <a:p>
            <a:fld id="{27D19D48-9C08-40DA-B750-C9BC49CCAA1A}" type="slidenum">
              <a:rPr lang="en-US" smtClean="0"/>
              <a:t>‹#›</a:t>
            </a:fld>
            <a:endParaRPr lang="en-US"/>
          </a:p>
        </p:txBody>
      </p:sp>
    </p:spTree>
    <p:extLst>
      <p:ext uri="{BB962C8B-B14F-4D97-AF65-F5344CB8AC3E}">
        <p14:creationId xmlns:p14="http://schemas.microsoft.com/office/powerpoint/2010/main" val="9953424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BB45AB-1508-EFA3-03A8-6C1F2B4F9CE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03DED6C-2675-65A0-65E7-05862C731C1C}"/>
              </a:ext>
            </a:extLst>
          </p:cNvPr>
          <p:cNvSpPr>
            <a:spLocks noGrp="1"/>
          </p:cNvSpPr>
          <p:nvPr>
            <p:ph type="dt" sz="half" idx="10"/>
          </p:nvPr>
        </p:nvSpPr>
        <p:spPr/>
        <p:txBody>
          <a:bodyPr/>
          <a:lstStyle/>
          <a:p>
            <a:fld id="{1F14F192-A3EA-423C-81E3-FA9EA2D82908}" type="datetimeFigureOut">
              <a:rPr lang="en-US" smtClean="0"/>
              <a:t>3/12/2025</a:t>
            </a:fld>
            <a:endParaRPr lang="en-US"/>
          </a:p>
        </p:txBody>
      </p:sp>
      <p:sp>
        <p:nvSpPr>
          <p:cNvPr id="4" name="Footer Placeholder 3">
            <a:extLst>
              <a:ext uri="{FF2B5EF4-FFF2-40B4-BE49-F238E27FC236}">
                <a16:creationId xmlns:a16="http://schemas.microsoft.com/office/drawing/2014/main" id="{ED564CBA-EFCA-BA77-8E0F-557078ABAEB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C87DC2B-EBD1-0831-D01A-B9125B2F7236}"/>
              </a:ext>
            </a:extLst>
          </p:cNvPr>
          <p:cNvSpPr>
            <a:spLocks noGrp="1"/>
          </p:cNvSpPr>
          <p:nvPr>
            <p:ph type="sldNum" sz="quarter" idx="12"/>
          </p:nvPr>
        </p:nvSpPr>
        <p:spPr/>
        <p:txBody>
          <a:bodyPr/>
          <a:lstStyle/>
          <a:p>
            <a:fld id="{27D19D48-9C08-40DA-B750-C9BC49CCAA1A}" type="slidenum">
              <a:rPr lang="en-US" smtClean="0"/>
              <a:t>‹#›</a:t>
            </a:fld>
            <a:endParaRPr lang="en-US"/>
          </a:p>
        </p:txBody>
      </p:sp>
    </p:spTree>
    <p:extLst>
      <p:ext uri="{BB962C8B-B14F-4D97-AF65-F5344CB8AC3E}">
        <p14:creationId xmlns:p14="http://schemas.microsoft.com/office/powerpoint/2010/main" val="20316217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4CBC555-4E98-B628-7ACC-BF4BC3B01710}"/>
              </a:ext>
            </a:extLst>
          </p:cNvPr>
          <p:cNvSpPr>
            <a:spLocks noGrp="1"/>
          </p:cNvSpPr>
          <p:nvPr>
            <p:ph type="dt" sz="half" idx="10"/>
          </p:nvPr>
        </p:nvSpPr>
        <p:spPr/>
        <p:txBody>
          <a:bodyPr/>
          <a:lstStyle/>
          <a:p>
            <a:fld id="{1F14F192-A3EA-423C-81E3-FA9EA2D82908}" type="datetimeFigureOut">
              <a:rPr lang="en-US" smtClean="0"/>
              <a:t>3/12/2025</a:t>
            </a:fld>
            <a:endParaRPr lang="en-US"/>
          </a:p>
        </p:txBody>
      </p:sp>
      <p:sp>
        <p:nvSpPr>
          <p:cNvPr id="3" name="Footer Placeholder 2">
            <a:extLst>
              <a:ext uri="{FF2B5EF4-FFF2-40B4-BE49-F238E27FC236}">
                <a16:creationId xmlns:a16="http://schemas.microsoft.com/office/drawing/2014/main" id="{1663FCC5-9812-A94C-5F34-1D4AC9AA2BE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38419D5-2C01-8AE5-2D28-BBF7CFC16F88}"/>
              </a:ext>
            </a:extLst>
          </p:cNvPr>
          <p:cNvSpPr>
            <a:spLocks noGrp="1"/>
          </p:cNvSpPr>
          <p:nvPr>
            <p:ph type="sldNum" sz="quarter" idx="12"/>
          </p:nvPr>
        </p:nvSpPr>
        <p:spPr/>
        <p:txBody>
          <a:bodyPr/>
          <a:lstStyle/>
          <a:p>
            <a:fld id="{27D19D48-9C08-40DA-B750-C9BC49CCAA1A}" type="slidenum">
              <a:rPr lang="en-US" smtClean="0"/>
              <a:t>‹#›</a:t>
            </a:fld>
            <a:endParaRPr lang="en-US"/>
          </a:p>
        </p:txBody>
      </p:sp>
    </p:spTree>
    <p:extLst>
      <p:ext uri="{BB962C8B-B14F-4D97-AF65-F5344CB8AC3E}">
        <p14:creationId xmlns:p14="http://schemas.microsoft.com/office/powerpoint/2010/main" val="29090457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EF6AD9-AF86-5265-7B94-4B36642FCF5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528F4D6-EDB9-FFE5-03ED-DAC6512AE15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C98AAE1-2EB3-41FC-8A82-ACF3ADE5463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0D34FE0-C2CE-F24A-28F9-8553E7322471}"/>
              </a:ext>
            </a:extLst>
          </p:cNvPr>
          <p:cNvSpPr>
            <a:spLocks noGrp="1"/>
          </p:cNvSpPr>
          <p:nvPr>
            <p:ph type="dt" sz="half" idx="10"/>
          </p:nvPr>
        </p:nvSpPr>
        <p:spPr/>
        <p:txBody>
          <a:bodyPr/>
          <a:lstStyle/>
          <a:p>
            <a:fld id="{1F14F192-A3EA-423C-81E3-FA9EA2D82908}" type="datetimeFigureOut">
              <a:rPr lang="en-US" smtClean="0"/>
              <a:t>3/12/2025</a:t>
            </a:fld>
            <a:endParaRPr lang="en-US"/>
          </a:p>
        </p:txBody>
      </p:sp>
      <p:sp>
        <p:nvSpPr>
          <p:cNvPr id="6" name="Footer Placeholder 5">
            <a:extLst>
              <a:ext uri="{FF2B5EF4-FFF2-40B4-BE49-F238E27FC236}">
                <a16:creationId xmlns:a16="http://schemas.microsoft.com/office/drawing/2014/main" id="{CC5D380A-B3E9-F4EC-A0D8-9DF9B71FBF6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15C8193-BE61-2541-B764-A7C28E8B04EB}"/>
              </a:ext>
            </a:extLst>
          </p:cNvPr>
          <p:cNvSpPr>
            <a:spLocks noGrp="1"/>
          </p:cNvSpPr>
          <p:nvPr>
            <p:ph type="sldNum" sz="quarter" idx="12"/>
          </p:nvPr>
        </p:nvSpPr>
        <p:spPr/>
        <p:txBody>
          <a:bodyPr/>
          <a:lstStyle/>
          <a:p>
            <a:fld id="{27D19D48-9C08-40DA-B750-C9BC49CCAA1A}" type="slidenum">
              <a:rPr lang="en-US" smtClean="0"/>
              <a:t>‹#›</a:t>
            </a:fld>
            <a:endParaRPr lang="en-US"/>
          </a:p>
        </p:txBody>
      </p:sp>
    </p:spTree>
    <p:extLst>
      <p:ext uri="{BB962C8B-B14F-4D97-AF65-F5344CB8AC3E}">
        <p14:creationId xmlns:p14="http://schemas.microsoft.com/office/powerpoint/2010/main" val="26847644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081990-87C3-F239-AB3B-128B085AB1E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1FEA9F2-0F70-40DD-E5AD-44D4D398613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04C83EE-4568-5A8B-B25D-F71463177C3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4F4B46B-BB83-9DC3-2967-3E0D44BDF2D7}"/>
              </a:ext>
            </a:extLst>
          </p:cNvPr>
          <p:cNvSpPr>
            <a:spLocks noGrp="1"/>
          </p:cNvSpPr>
          <p:nvPr>
            <p:ph type="dt" sz="half" idx="10"/>
          </p:nvPr>
        </p:nvSpPr>
        <p:spPr/>
        <p:txBody>
          <a:bodyPr/>
          <a:lstStyle/>
          <a:p>
            <a:fld id="{1F14F192-A3EA-423C-81E3-FA9EA2D82908}" type="datetimeFigureOut">
              <a:rPr lang="en-US" smtClean="0"/>
              <a:t>3/12/2025</a:t>
            </a:fld>
            <a:endParaRPr lang="en-US"/>
          </a:p>
        </p:txBody>
      </p:sp>
      <p:sp>
        <p:nvSpPr>
          <p:cNvPr id="6" name="Footer Placeholder 5">
            <a:extLst>
              <a:ext uri="{FF2B5EF4-FFF2-40B4-BE49-F238E27FC236}">
                <a16:creationId xmlns:a16="http://schemas.microsoft.com/office/drawing/2014/main" id="{F4B7186B-BA9A-AA99-C772-79F785AC610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1EE8CF6-7AE4-B68C-26C7-8C9FC95DE24B}"/>
              </a:ext>
            </a:extLst>
          </p:cNvPr>
          <p:cNvSpPr>
            <a:spLocks noGrp="1"/>
          </p:cNvSpPr>
          <p:nvPr>
            <p:ph type="sldNum" sz="quarter" idx="12"/>
          </p:nvPr>
        </p:nvSpPr>
        <p:spPr/>
        <p:txBody>
          <a:bodyPr/>
          <a:lstStyle/>
          <a:p>
            <a:fld id="{27D19D48-9C08-40DA-B750-C9BC49CCAA1A}" type="slidenum">
              <a:rPr lang="en-US" smtClean="0"/>
              <a:t>‹#›</a:t>
            </a:fld>
            <a:endParaRPr lang="en-US"/>
          </a:p>
        </p:txBody>
      </p:sp>
    </p:spTree>
    <p:extLst>
      <p:ext uri="{BB962C8B-B14F-4D97-AF65-F5344CB8AC3E}">
        <p14:creationId xmlns:p14="http://schemas.microsoft.com/office/powerpoint/2010/main" val="2981080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1A2EED-9AF2-8C0B-9437-427978C9170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561695A-73EB-58D6-FE59-80615BDD9DF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8EB3F58-D304-D24B-2CFD-2BB4077ACE49}"/>
              </a:ext>
            </a:extLst>
          </p:cNvPr>
          <p:cNvSpPr>
            <a:spLocks noGrp="1"/>
          </p:cNvSpPr>
          <p:nvPr>
            <p:ph type="dt" sz="half" idx="10"/>
          </p:nvPr>
        </p:nvSpPr>
        <p:spPr/>
        <p:txBody>
          <a:bodyPr/>
          <a:lstStyle/>
          <a:p>
            <a:fld id="{1F14F192-A3EA-423C-81E3-FA9EA2D82908}" type="datetimeFigureOut">
              <a:rPr lang="en-US" smtClean="0"/>
              <a:t>3/12/2025</a:t>
            </a:fld>
            <a:endParaRPr lang="en-US"/>
          </a:p>
        </p:txBody>
      </p:sp>
      <p:sp>
        <p:nvSpPr>
          <p:cNvPr id="5" name="Footer Placeholder 4">
            <a:extLst>
              <a:ext uri="{FF2B5EF4-FFF2-40B4-BE49-F238E27FC236}">
                <a16:creationId xmlns:a16="http://schemas.microsoft.com/office/drawing/2014/main" id="{28C4FF30-F1F1-5F78-8CD0-7E98EF62E22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39B21DE-01C6-03BF-48F5-4B70750E54E7}"/>
              </a:ext>
            </a:extLst>
          </p:cNvPr>
          <p:cNvSpPr>
            <a:spLocks noGrp="1"/>
          </p:cNvSpPr>
          <p:nvPr>
            <p:ph type="sldNum" sz="quarter" idx="12"/>
          </p:nvPr>
        </p:nvSpPr>
        <p:spPr/>
        <p:txBody>
          <a:bodyPr/>
          <a:lstStyle/>
          <a:p>
            <a:fld id="{27D19D48-9C08-40DA-B750-C9BC49CCAA1A}" type="slidenum">
              <a:rPr lang="en-US" smtClean="0"/>
              <a:t>‹#›</a:t>
            </a:fld>
            <a:endParaRPr lang="en-US"/>
          </a:p>
        </p:txBody>
      </p:sp>
    </p:spTree>
    <p:extLst>
      <p:ext uri="{BB962C8B-B14F-4D97-AF65-F5344CB8AC3E}">
        <p14:creationId xmlns:p14="http://schemas.microsoft.com/office/powerpoint/2010/main" val="32757501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1102DE4-3142-370B-8A7D-5271D59656C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DC52317-EBDC-5D81-4F88-C07304BDDF6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0536F9B-0D2A-0C1E-6A69-5FF49C20326A}"/>
              </a:ext>
            </a:extLst>
          </p:cNvPr>
          <p:cNvSpPr>
            <a:spLocks noGrp="1"/>
          </p:cNvSpPr>
          <p:nvPr>
            <p:ph type="dt" sz="half" idx="10"/>
          </p:nvPr>
        </p:nvSpPr>
        <p:spPr/>
        <p:txBody>
          <a:bodyPr/>
          <a:lstStyle/>
          <a:p>
            <a:fld id="{1F14F192-A3EA-423C-81E3-FA9EA2D82908}" type="datetimeFigureOut">
              <a:rPr lang="en-US" smtClean="0"/>
              <a:t>3/12/2025</a:t>
            </a:fld>
            <a:endParaRPr lang="en-US"/>
          </a:p>
        </p:txBody>
      </p:sp>
      <p:sp>
        <p:nvSpPr>
          <p:cNvPr id="5" name="Footer Placeholder 4">
            <a:extLst>
              <a:ext uri="{FF2B5EF4-FFF2-40B4-BE49-F238E27FC236}">
                <a16:creationId xmlns:a16="http://schemas.microsoft.com/office/drawing/2014/main" id="{EA841E65-4DBF-0CE0-1FB6-C0B4CA0CDD1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8839FF3-9142-C518-F339-CF148B31074E}"/>
              </a:ext>
            </a:extLst>
          </p:cNvPr>
          <p:cNvSpPr>
            <a:spLocks noGrp="1"/>
          </p:cNvSpPr>
          <p:nvPr>
            <p:ph type="sldNum" sz="quarter" idx="12"/>
          </p:nvPr>
        </p:nvSpPr>
        <p:spPr/>
        <p:txBody>
          <a:bodyPr/>
          <a:lstStyle/>
          <a:p>
            <a:fld id="{27D19D48-9C08-40DA-B750-C9BC49CCAA1A}" type="slidenum">
              <a:rPr lang="en-US" smtClean="0"/>
              <a:t>‹#›</a:t>
            </a:fld>
            <a:endParaRPr lang="en-US"/>
          </a:p>
        </p:txBody>
      </p:sp>
    </p:spTree>
    <p:extLst>
      <p:ext uri="{BB962C8B-B14F-4D97-AF65-F5344CB8AC3E}">
        <p14:creationId xmlns:p14="http://schemas.microsoft.com/office/powerpoint/2010/main" val="24259650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4ED5ABD-5188-9332-3CE7-AA9ADA1A619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F8FE146-A455-5729-2FBF-7479D14F03B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F168CBE-A4B3-4033-C009-ED09C1D7C81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F14F192-A3EA-423C-81E3-FA9EA2D82908}" type="datetimeFigureOut">
              <a:rPr lang="en-US" smtClean="0"/>
              <a:t>3/12/2025</a:t>
            </a:fld>
            <a:endParaRPr lang="en-US"/>
          </a:p>
        </p:txBody>
      </p:sp>
      <p:sp>
        <p:nvSpPr>
          <p:cNvPr id="5" name="Footer Placeholder 4">
            <a:extLst>
              <a:ext uri="{FF2B5EF4-FFF2-40B4-BE49-F238E27FC236}">
                <a16:creationId xmlns:a16="http://schemas.microsoft.com/office/drawing/2014/main" id="{9D570C76-C61E-508E-C708-12DED834392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841F0B97-31C2-5D13-8ABF-7FC580FE2FC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7D19D48-9C08-40DA-B750-C9BC49CCAA1A}" type="slidenum">
              <a:rPr lang="en-US" smtClean="0"/>
              <a:t>‹#›</a:t>
            </a:fld>
            <a:endParaRPr lang="en-US"/>
          </a:p>
        </p:txBody>
      </p:sp>
    </p:spTree>
    <p:extLst>
      <p:ext uri="{BB962C8B-B14F-4D97-AF65-F5344CB8AC3E}">
        <p14:creationId xmlns:p14="http://schemas.microsoft.com/office/powerpoint/2010/main" val="189951252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F71A9D-4BAC-D02A-065D-95D466D45EBD}"/>
              </a:ext>
            </a:extLst>
          </p:cNvPr>
          <p:cNvSpPr>
            <a:spLocks noGrp="1"/>
          </p:cNvSpPr>
          <p:nvPr>
            <p:ph type="ctrTitle"/>
          </p:nvPr>
        </p:nvSpPr>
        <p:spPr/>
        <p:txBody>
          <a:bodyPr>
            <a:normAutofit/>
          </a:bodyPr>
          <a:lstStyle/>
          <a:p>
            <a:r>
              <a:rPr lang="en-US" sz="3200" b="0" i="0" u="none" strike="noStrike" baseline="0" dirty="0">
                <a:latin typeface="FranklinGothic-Heavy"/>
              </a:rPr>
              <a:t>Understanding Dynamic Websites</a:t>
            </a:r>
            <a:endParaRPr lang="en-US" sz="3200" dirty="0"/>
          </a:p>
        </p:txBody>
      </p:sp>
      <p:sp>
        <p:nvSpPr>
          <p:cNvPr id="3" name="Subtitle 2">
            <a:extLst>
              <a:ext uri="{FF2B5EF4-FFF2-40B4-BE49-F238E27FC236}">
                <a16:creationId xmlns:a16="http://schemas.microsoft.com/office/drawing/2014/main" id="{747B649B-9F0E-9426-88B9-DBAD0A20BA88}"/>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22980977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A69534-ECFC-DD4C-BABD-F6AE6358D60B}"/>
              </a:ext>
            </a:extLst>
          </p:cNvPr>
          <p:cNvSpPr>
            <a:spLocks noGrp="1"/>
          </p:cNvSpPr>
          <p:nvPr>
            <p:ph type="title"/>
          </p:nvPr>
        </p:nvSpPr>
        <p:spPr/>
        <p:txBody>
          <a:bodyPr>
            <a:normAutofit/>
          </a:bodyPr>
          <a:lstStyle/>
          <a:p>
            <a:r>
              <a:rPr lang="en-US" sz="3200" b="0" i="0" u="none" strike="noStrike" baseline="0" dirty="0">
                <a:latin typeface="FranklinGothic-Heavy"/>
              </a:rPr>
              <a:t>Understanding the Different Types of Scripting</a:t>
            </a:r>
            <a:endParaRPr lang="en-US" sz="3200" dirty="0"/>
          </a:p>
        </p:txBody>
      </p:sp>
      <p:sp>
        <p:nvSpPr>
          <p:cNvPr id="3" name="Content Placeholder 2">
            <a:extLst>
              <a:ext uri="{FF2B5EF4-FFF2-40B4-BE49-F238E27FC236}">
                <a16:creationId xmlns:a16="http://schemas.microsoft.com/office/drawing/2014/main" id="{AADC3B3C-7F96-33D3-2DA4-698688F24AC2}"/>
              </a:ext>
            </a:extLst>
          </p:cNvPr>
          <p:cNvSpPr>
            <a:spLocks noGrp="1"/>
          </p:cNvSpPr>
          <p:nvPr>
            <p:ph idx="1"/>
          </p:nvPr>
        </p:nvSpPr>
        <p:spPr/>
        <p:txBody>
          <a:bodyPr/>
          <a:lstStyle/>
          <a:p>
            <a:pPr algn="just"/>
            <a:r>
              <a:rPr lang="en-US" sz="1800" b="0" i="1" u="none" strike="noStrike" baseline="0" dirty="0">
                <a:latin typeface="Palatino-Italic"/>
              </a:rPr>
              <a:t>Server-side </a:t>
            </a:r>
            <a:r>
              <a:rPr lang="en-US" sz="1800" b="0" i="0" u="none" strike="noStrike" baseline="0" dirty="0">
                <a:latin typeface="Palatino-Roman"/>
              </a:rPr>
              <a:t>scripting refers to scripts that run on the web server, which then sends results to your web browser. </a:t>
            </a:r>
          </a:p>
          <a:p>
            <a:pPr algn="just"/>
            <a:r>
              <a:rPr lang="en-US" sz="1800" b="0" i="0" u="none" strike="noStrike" baseline="0" dirty="0">
                <a:latin typeface="Palatino-Roman"/>
              </a:rPr>
              <a:t>If you have ever submitted a form at a website, which includes using a search engine, you have experienced the results of a server-side script. </a:t>
            </a:r>
          </a:p>
          <a:p>
            <a:pPr algn="just"/>
            <a:r>
              <a:rPr lang="en-US" sz="1800" b="0" i="0" u="none" strike="noStrike" baseline="0" dirty="0">
                <a:latin typeface="Palatino-Roman"/>
              </a:rPr>
              <a:t>Popular server-side scripting languages include the following (to learn more, visit the websites listed here):</a:t>
            </a:r>
          </a:p>
          <a:p>
            <a:pPr lvl="1" algn="just"/>
            <a:r>
              <a:rPr lang="en-US" sz="1400" b="0" i="0" u="none" strike="noStrike" baseline="0" dirty="0">
                <a:latin typeface="SeanSymbols"/>
              </a:rPr>
              <a:t>. </a:t>
            </a:r>
            <a:r>
              <a:rPr lang="en-US" sz="1800" b="1" i="0" u="none" strike="noStrike" baseline="0" dirty="0">
                <a:latin typeface="Palatino-Bold"/>
              </a:rPr>
              <a:t>PHP (PHP: Hypertext Preprocessor)</a:t>
            </a:r>
            <a:r>
              <a:rPr lang="en-US" sz="1800" b="0" i="0" u="none" strike="noStrike" baseline="0" dirty="0">
                <a:latin typeface="Palatino-Roman"/>
              </a:rPr>
              <a:t>—http://www.php.net/</a:t>
            </a:r>
          </a:p>
          <a:p>
            <a:pPr lvl="1" algn="just"/>
            <a:r>
              <a:rPr lang="en-US" sz="1800" b="0" i="0" u="none" strike="noStrike" baseline="0" dirty="0">
                <a:latin typeface="SeanSymbols"/>
              </a:rPr>
              <a:t>. </a:t>
            </a:r>
            <a:r>
              <a:rPr lang="en-US" sz="1800" b="1" i="0" u="none" strike="noStrike" baseline="0" dirty="0">
                <a:latin typeface="Palatino-Bold"/>
              </a:rPr>
              <a:t>JSP (Java Server Pages)</a:t>
            </a:r>
            <a:r>
              <a:rPr lang="en-US" sz="1800" b="0" i="0" u="none" strike="noStrike" baseline="0" dirty="0">
                <a:latin typeface="Palatino-Roman"/>
              </a:rPr>
              <a:t>—http://java.sun.com/products/jsp/</a:t>
            </a:r>
          </a:p>
          <a:p>
            <a:pPr lvl="1" algn="just"/>
            <a:r>
              <a:rPr lang="en-US" sz="1800" b="0" i="0" u="none" strike="noStrike" baseline="0" dirty="0">
                <a:latin typeface="SeanSymbols"/>
              </a:rPr>
              <a:t>. </a:t>
            </a:r>
            <a:r>
              <a:rPr lang="en-US" sz="1800" b="1" i="0" u="none" strike="noStrike" baseline="0" dirty="0">
                <a:latin typeface="Palatino-Bold"/>
              </a:rPr>
              <a:t>ASP (Active Server Pages)</a:t>
            </a:r>
            <a:r>
              <a:rPr lang="en-US" sz="1800" b="0" i="0" u="none" strike="noStrike" baseline="0" dirty="0">
                <a:latin typeface="Palatino-Roman"/>
              </a:rPr>
              <a:t>—http://www.asp.net/</a:t>
            </a:r>
          </a:p>
          <a:p>
            <a:pPr lvl="1" algn="just"/>
            <a:r>
              <a:rPr lang="en-US" sz="1800" b="0" i="0" u="none" strike="noStrike" baseline="0" dirty="0">
                <a:latin typeface="SeanSymbols"/>
              </a:rPr>
              <a:t>. </a:t>
            </a:r>
            <a:r>
              <a:rPr lang="en-US" sz="1800" b="1" i="0" u="none" strike="noStrike" baseline="0" dirty="0">
                <a:latin typeface="Palatino-Bold"/>
              </a:rPr>
              <a:t>Perl</a:t>
            </a:r>
            <a:r>
              <a:rPr lang="en-US" sz="1800" b="0" i="0" u="none" strike="noStrike" baseline="0" dirty="0">
                <a:latin typeface="Palatino-Roman"/>
              </a:rPr>
              <a:t>—http://www.perl.org/</a:t>
            </a:r>
          </a:p>
          <a:p>
            <a:pPr lvl="1" algn="just"/>
            <a:r>
              <a:rPr lang="en-US" sz="1800" b="0" i="0" u="none" strike="noStrike" baseline="0" dirty="0">
                <a:latin typeface="SeanSymbols"/>
              </a:rPr>
              <a:t>. </a:t>
            </a:r>
            <a:r>
              <a:rPr lang="en-US" sz="1800" b="1" i="0" u="none" strike="noStrike" baseline="0" dirty="0">
                <a:latin typeface="Palatino-Bold"/>
              </a:rPr>
              <a:t>Python</a:t>
            </a:r>
            <a:r>
              <a:rPr lang="en-US" sz="1800" b="0" i="0" u="none" strike="noStrike" baseline="0" dirty="0">
                <a:latin typeface="Palatino-Roman"/>
              </a:rPr>
              <a:t>—http://www.python.org/</a:t>
            </a:r>
          </a:p>
          <a:p>
            <a:pPr lvl="1" algn="just"/>
            <a:r>
              <a:rPr lang="en-US" sz="1800" b="0" i="0" u="none" strike="noStrike" baseline="0" dirty="0">
                <a:latin typeface="SeanSymbols"/>
              </a:rPr>
              <a:t>. </a:t>
            </a:r>
            <a:r>
              <a:rPr lang="en-US" sz="1800" b="1" i="0" u="none" strike="noStrike" baseline="0" dirty="0">
                <a:latin typeface="Palatino-Bold"/>
              </a:rPr>
              <a:t>Ruby</a:t>
            </a:r>
            <a:r>
              <a:rPr lang="en-US" sz="1800" b="0" i="0" u="none" strike="noStrike" baseline="0" dirty="0">
                <a:latin typeface="Palatino-Roman"/>
              </a:rPr>
              <a:t>—http://www.ruby-lang.org/</a:t>
            </a:r>
            <a:endParaRPr lang="en-US" sz="1800" dirty="0"/>
          </a:p>
        </p:txBody>
      </p:sp>
    </p:spTree>
    <p:extLst>
      <p:ext uri="{BB962C8B-B14F-4D97-AF65-F5344CB8AC3E}">
        <p14:creationId xmlns:p14="http://schemas.microsoft.com/office/powerpoint/2010/main" val="35747829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EDF0AC-4171-FD90-9558-C97146B5D429}"/>
              </a:ext>
            </a:extLst>
          </p:cNvPr>
          <p:cNvSpPr>
            <a:spLocks noGrp="1"/>
          </p:cNvSpPr>
          <p:nvPr>
            <p:ph type="title"/>
          </p:nvPr>
        </p:nvSpPr>
        <p:spPr/>
        <p:txBody>
          <a:bodyPr/>
          <a:lstStyle/>
          <a:p>
            <a:r>
              <a:rPr kumimoji="0" lang="en-US" sz="3200" b="0" i="0" u="none" strike="noStrike" kern="1200" cap="none" spc="0" normalizeH="0" baseline="0" noProof="0" dirty="0">
                <a:ln>
                  <a:noFill/>
                </a:ln>
                <a:solidFill>
                  <a:prstClr val="black"/>
                </a:solidFill>
                <a:effectLst/>
                <a:uLnTx/>
                <a:uFillTx/>
                <a:latin typeface="FranklinGothic-Heavy"/>
                <a:ea typeface="+mj-ea"/>
                <a:cs typeface="+mj-cs"/>
              </a:rPr>
              <a:t>Understanding the Different Types of Scripting</a:t>
            </a:r>
            <a:endParaRPr lang="en-US" dirty="0"/>
          </a:p>
        </p:txBody>
      </p:sp>
      <p:sp>
        <p:nvSpPr>
          <p:cNvPr id="3" name="Content Placeholder 2">
            <a:extLst>
              <a:ext uri="{FF2B5EF4-FFF2-40B4-BE49-F238E27FC236}">
                <a16:creationId xmlns:a16="http://schemas.microsoft.com/office/drawing/2014/main" id="{BE78E134-735C-56C5-083C-1EE817A420B6}"/>
              </a:ext>
            </a:extLst>
          </p:cNvPr>
          <p:cNvSpPr>
            <a:spLocks noGrp="1"/>
          </p:cNvSpPr>
          <p:nvPr>
            <p:ph idx="1"/>
          </p:nvPr>
        </p:nvSpPr>
        <p:spPr/>
        <p:txBody>
          <a:bodyPr/>
          <a:lstStyle/>
          <a:p>
            <a:pPr algn="just"/>
            <a:r>
              <a:rPr lang="en-US" sz="1800" b="0" i="0" u="none" strike="noStrike" baseline="0" dirty="0">
                <a:latin typeface="Palatino-Roman"/>
              </a:rPr>
              <a:t>On the other hand, </a:t>
            </a:r>
            <a:r>
              <a:rPr lang="en-US" sz="1800" b="0" i="1" u="none" strike="noStrike" baseline="0" dirty="0">
                <a:latin typeface="Palatino-Italic"/>
              </a:rPr>
              <a:t>client-side scripting </a:t>
            </a:r>
            <a:r>
              <a:rPr lang="en-US" sz="1800" b="0" i="0" u="none" strike="noStrike" baseline="0" dirty="0">
                <a:latin typeface="Palatino-Roman"/>
              </a:rPr>
              <a:t>refers to scripts that run within your web browser; there is no interaction with a web server in order for the scripts to run. </a:t>
            </a:r>
          </a:p>
          <a:p>
            <a:pPr algn="just"/>
            <a:r>
              <a:rPr lang="en-US" sz="1800" b="0" i="0" u="none" strike="noStrike" baseline="0" dirty="0">
                <a:latin typeface="Palatino-Roman"/>
              </a:rPr>
              <a:t>The most popular client-side scripting language, by far, is JavaScript.</a:t>
            </a:r>
          </a:p>
          <a:p>
            <a:pPr algn="just"/>
            <a:r>
              <a:rPr lang="en-US" sz="1800" b="0" i="0" u="none" strike="noStrike" baseline="0" dirty="0">
                <a:latin typeface="Palatino-Roman"/>
              </a:rPr>
              <a:t> For several years, research has shown that more than 93% of all web browsers have JavaScript enabled.</a:t>
            </a:r>
            <a:endParaRPr lang="en-US" dirty="0"/>
          </a:p>
        </p:txBody>
      </p:sp>
    </p:spTree>
    <p:extLst>
      <p:ext uri="{BB962C8B-B14F-4D97-AF65-F5344CB8AC3E}">
        <p14:creationId xmlns:p14="http://schemas.microsoft.com/office/powerpoint/2010/main" val="10502352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FFB889-E98B-4860-C18A-88B66A8C5B96}"/>
              </a:ext>
            </a:extLst>
          </p:cNvPr>
          <p:cNvSpPr>
            <a:spLocks noGrp="1"/>
          </p:cNvSpPr>
          <p:nvPr>
            <p:ph type="title"/>
          </p:nvPr>
        </p:nvSpPr>
        <p:spPr>
          <a:xfrm>
            <a:off x="838200" y="365126"/>
            <a:ext cx="10515600" cy="669196"/>
          </a:xfrm>
        </p:spPr>
        <p:txBody>
          <a:bodyPr>
            <a:normAutofit/>
          </a:bodyPr>
          <a:lstStyle/>
          <a:p>
            <a:r>
              <a:rPr lang="en-US" sz="3200" b="0" i="0" u="none" strike="noStrike" baseline="0" dirty="0">
                <a:latin typeface="FranklinGothic-Heavy"/>
              </a:rPr>
              <a:t>Including JavaScript in HTML</a:t>
            </a:r>
            <a:endParaRPr lang="en-US" sz="3200" dirty="0"/>
          </a:p>
        </p:txBody>
      </p:sp>
      <p:sp>
        <p:nvSpPr>
          <p:cNvPr id="3" name="Content Placeholder 2">
            <a:extLst>
              <a:ext uri="{FF2B5EF4-FFF2-40B4-BE49-F238E27FC236}">
                <a16:creationId xmlns:a16="http://schemas.microsoft.com/office/drawing/2014/main" id="{10859928-A913-E803-9ADE-45503072ED52}"/>
              </a:ext>
            </a:extLst>
          </p:cNvPr>
          <p:cNvSpPr>
            <a:spLocks noGrp="1"/>
          </p:cNvSpPr>
          <p:nvPr>
            <p:ph idx="1"/>
          </p:nvPr>
        </p:nvSpPr>
        <p:spPr>
          <a:xfrm>
            <a:off x="838200" y="1349116"/>
            <a:ext cx="10515600" cy="4827848"/>
          </a:xfrm>
        </p:spPr>
        <p:txBody>
          <a:bodyPr>
            <a:normAutofit/>
          </a:bodyPr>
          <a:lstStyle/>
          <a:p>
            <a:pPr algn="just"/>
            <a:r>
              <a:rPr lang="en-US" sz="1800" b="0" i="0" u="none" strike="noStrike" baseline="0" dirty="0">
                <a:latin typeface="Palatino-Roman"/>
              </a:rPr>
              <a:t>JavaScript code can live in one of two places within your files:</a:t>
            </a:r>
          </a:p>
          <a:p>
            <a:pPr algn="just"/>
            <a:r>
              <a:rPr lang="en-US" sz="1800" b="0" i="0" u="none" strike="noStrike" baseline="0">
                <a:latin typeface="Palatino-Roman"/>
              </a:rPr>
              <a:t>In </a:t>
            </a:r>
            <a:r>
              <a:rPr lang="en-US" sz="1800" b="0" i="0" u="none" strike="noStrike" baseline="0" dirty="0">
                <a:latin typeface="Palatino-Roman"/>
              </a:rPr>
              <a:t>its own file with a .</a:t>
            </a:r>
            <a:r>
              <a:rPr lang="en-US" sz="1800" b="0" i="0" u="none" strike="noStrike" baseline="0" dirty="0" err="1">
                <a:latin typeface="Palatino-Roman"/>
              </a:rPr>
              <a:t>js</a:t>
            </a:r>
            <a:r>
              <a:rPr lang="en-US" sz="1800" b="0" i="0" u="none" strike="noStrike" baseline="0" dirty="0">
                <a:latin typeface="Palatino-Roman"/>
              </a:rPr>
              <a:t> extension </a:t>
            </a:r>
            <a:r>
              <a:rPr lang="en-US" sz="1800" b="0" i="0" u="none" strike="noStrike" baseline="0" dirty="0">
                <a:latin typeface="SeanSymbols"/>
              </a:rPr>
              <a:t>.</a:t>
            </a:r>
          </a:p>
          <a:p>
            <a:pPr algn="just"/>
            <a:r>
              <a:rPr lang="en-US" sz="1800" b="0" i="0" u="none" strike="noStrike" baseline="0" dirty="0">
                <a:latin typeface="SeanSymbols"/>
              </a:rPr>
              <a:t> </a:t>
            </a:r>
            <a:r>
              <a:rPr lang="en-US" sz="1800" b="0" i="0" u="none" strike="noStrike" baseline="0" dirty="0">
                <a:latin typeface="Palatino-Roman"/>
              </a:rPr>
              <a:t>Directly in your HTML files External files are often used for script libraries (code you can reuse throughout many pages), whereas code appearing directly in the HTML files tends to achieve functionality specific to those individual pages.</a:t>
            </a:r>
          </a:p>
          <a:p>
            <a:pPr algn="just"/>
            <a:r>
              <a:rPr lang="en-US" sz="1800" b="0" i="0" u="none" strike="noStrike" baseline="0" dirty="0">
                <a:latin typeface="Palatino-Roman"/>
              </a:rPr>
              <a:t>Regardless of where your JavaScript lives, your browser learns of its existence through the use of the </a:t>
            </a:r>
            <a:r>
              <a:rPr lang="en-US" sz="1800" b="1" i="0" u="none" strike="noStrike" baseline="0" dirty="0">
                <a:latin typeface="MonoRegular"/>
              </a:rPr>
              <a:t>&lt;script&gt;&lt;/script&gt; </a:t>
            </a:r>
            <a:r>
              <a:rPr lang="en-US" sz="1800" b="0" i="0" u="none" strike="noStrike" baseline="0" dirty="0">
                <a:latin typeface="Palatino-Roman"/>
              </a:rPr>
              <a:t>tag pair. </a:t>
            </a:r>
          </a:p>
          <a:p>
            <a:pPr algn="just"/>
            <a:r>
              <a:rPr lang="en-US" sz="1800" b="0" i="0" u="none" strike="noStrike" baseline="0" dirty="0">
                <a:latin typeface="Palatino-Roman"/>
              </a:rPr>
              <a:t>When you store your JavaScript in external files, it is referenced in this manner:</a:t>
            </a:r>
          </a:p>
          <a:p>
            <a:pPr lvl="1" algn="just"/>
            <a:r>
              <a:rPr lang="en-US" sz="1800" b="1" i="0" u="none" strike="noStrike" baseline="0" dirty="0">
                <a:latin typeface="MonoRegular"/>
              </a:rPr>
              <a:t>&lt;script type=”text/</a:t>
            </a:r>
            <a:r>
              <a:rPr lang="en-US" sz="1800" b="1" i="0" u="none" strike="noStrike" baseline="0" dirty="0" err="1">
                <a:latin typeface="MonoRegular"/>
              </a:rPr>
              <a:t>javascript</a:t>
            </a:r>
            <a:r>
              <a:rPr lang="en-US" sz="1800" b="1" i="0" u="none" strike="noStrike" baseline="0" dirty="0">
                <a:latin typeface="MonoRegular"/>
              </a:rPr>
              <a:t>” </a:t>
            </a:r>
            <a:r>
              <a:rPr lang="en-US" sz="1800" b="1" i="0" u="none" strike="noStrike" baseline="0" dirty="0" err="1">
                <a:latin typeface="MonoRegular"/>
              </a:rPr>
              <a:t>src</a:t>
            </a:r>
            <a:r>
              <a:rPr lang="en-US" sz="1800" b="1" i="0" u="none" strike="noStrike" baseline="0" dirty="0">
                <a:latin typeface="MonoRegular"/>
              </a:rPr>
              <a:t>=”/path/to/script.js”&gt;</a:t>
            </a:r>
          </a:p>
          <a:p>
            <a:pPr algn="just"/>
            <a:r>
              <a:rPr lang="en-US" sz="1800" b="0" i="0" u="none" strike="noStrike" baseline="0" dirty="0">
                <a:latin typeface="Palatino-Roman"/>
              </a:rPr>
              <a:t>These </a:t>
            </a:r>
            <a:r>
              <a:rPr lang="en-US" sz="1800" b="0" i="0" u="none" strike="noStrike" baseline="0" dirty="0">
                <a:latin typeface="MonoRegular"/>
              </a:rPr>
              <a:t>&lt;script&gt;&lt;/script&gt; </a:t>
            </a:r>
            <a:r>
              <a:rPr lang="en-US" sz="1800" b="0" i="0" u="none" strike="noStrike" baseline="0" dirty="0">
                <a:latin typeface="Palatino-Roman"/>
              </a:rPr>
              <a:t>tags are typically placed between the </a:t>
            </a:r>
            <a:r>
              <a:rPr lang="en-US" sz="1800" b="0" i="0" u="none" strike="noStrike" baseline="0" dirty="0">
                <a:latin typeface="MonoRegular"/>
              </a:rPr>
              <a:t>&lt;head&gt;&lt;/head&gt; </a:t>
            </a:r>
            <a:r>
              <a:rPr lang="en-US" sz="1800" b="0" i="0" u="none" strike="noStrike" baseline="0" dirty="0">
                <a:latin typeface="Palatino-Roman"/>
              </a:rPr>
              <a:t>tag because it is not, strictly speaking, content that belongs in the </a:t>
            </a:r>
            <a:r>
              <a:rPr lang="en-US" sz="1800" b="0" i="0" u="none" strike="noStrike" baseline="0" dirty="0">
                <a:latin typeface="MonoRegular"/>
              </a:rPr>
              <a:t>&lt;body&gt; </a:t>
            </a:r>
            <a:r>
              <a:rPr lang="en-US" sz="1800" b="0" i="0" u="none" strike="noStrike" baseline="0" dirty="0">
                <a:latin typeface="Palatino-Roman"/>
              </a:rPr>
              <a:t>of the page. </a:t>
            </a:r>
          </a:p>
          <a:p>
            <a:pPr algn="just"/>
            <a:r>
              <a:rPr lang="en-US" sz="1800" b="0" i="0" u="none" strike="noStrike" baseline="0" dirty="0">
                <a:latin typeface="Palatino-Roman"/>
              </a:rPr>
              <a:t>Instead, the </a:t>
            </a:r>
            <a:r>
              <a:rPr lang="en-US" sz="1800" b="0" i="0" u="none" strike="noStrike" baseline="0" dirty="0">
                <a:latin typeface="MonoRegular"/>
              </a:rPr>
              <a:t>&lt;script&gt; </a:t>
            </a:r>
            <a:r>
              <a:rPr lang="en-US" sz="1800" b="0" i="0" u="none" strike="noStrike" baseline="0" dirty="0">
                <a:latin typeface="Palatino-Roman"/>
              </a:rPr>
              <a:t>makes available a set of JavaScript functions or other information that the rest of the page can then use. </a:t>
            </a:r>
          </a:p>
          <a:p>
            <a:pPr algn="just"/>
            <a:r>
              <a:rPr lang="en-US" sz="1800" b="0" i="0" u="none" strike="noStrike" baseline="0" dirty="0">
                <a:latin typeface="Palatino-Roman"/>
              </a:rPr>
              <a:t>However, you can also just encapsulate your JavaScript functions or code snippets with the </a:t>
            </a:r>
            <a:r>
              <a:rPr lang="en-US" sz="1800" b="0" i="0" u="none" strike="noStrike" baseline="0" dirty="0">
                <a:latin typeface="MonoRegular"/>
              </a:rPr>
              <a:t>&lt;script&gt; </a:t>
            </a:r>
            <a:r>
              <a:rPr lang="en-US" sz="1800" b="0" i="0" u="none" strike="noStrike" baseline="0" dirty="0">
                <a:latin typeface="Palatino-Roman"/>
              </a:rPr>
              <a:t>and place them anywhere in the page, as needed.</a:t>
            </a:r>
            <a:endParaRPr lang="en-US" dirty="0"/>
          </a:p>
        </p:txBody>
      </p:sp>
    </p:spTree>
    <p:extLst>
      <p:ext uri="{BB962C8B-B14F-4D97-AF65-F5344CB8AC3E}">
        <p14:creationId xmlns:p14="http://schemas.microsoft.com/office/powerpoint/2010/main" val="9398544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AEC8E7-7601-CEA6-E694-296556662736}"/>
              </a:ext>
            </a:extLst>
          </p:cNvPr>
          <p:cNvSpPr>
            <a:spLocks noGrp="1"/>
          </p:cNvSpPr>
          <p:nvPr>
            <p:ph type="title"/>
          </p:nvPr>
        </p:nvSpPr>
        <p:spPr>
          <a:xfrm>
            <a:off x="838200" y="365126"/>
            <a:ext cx="10515600" cy="834088"/>
          </a:xfrm>
        </p:spPr>
        <p:txBody>
          <a:bodyPr>
            <a:normAutofit/>
          </a:bodyPr>
          <a:lstStyle/>
          <a:p>
            <a:r>
              <a:rPr lang="en-US" sz="3200" b="0" i="0" u="none" strike="noStrike" baseline="0" dirty="0">
                <a:latin typeface="FranklinGothic-Book"/>
              </a:rPr>
              <a:t>Using JavaScript to Print Some Text</a:t>
            </a:r>
            <a:endParaRPr lang="en-US" sz="3200" dirty="0"/>
          </a:p>
        </p:txBody>
      </p:sp>
      <p:sp>
        <p:nvSpPr>
          <p:cNvPr id="3" name="Content Placeholder 2">
            <a:extLst>
              <a:ext uri="{FF2B5EF4-FFF2-40B4-BE49-F238E27FC236}">
                <a16:creationId xmlns:a16="http://schemas.microsoft.com/office/drawing/2014/main" id="{31578921-8A7B-6EB3-400A-AC4556590495}"/>
              </a:ext>
            </a:extLst>
          </p:cNvPr>
          <p:cNvSpPr>
            <a:spLocks noGrp="1"/>
          </p:cNvSpPr>
          <p:nvPr>
            <p:ph idx="1"/>
          </p:nvPr>
        </p:nvSpPr>
        <p:spPr>
          <a:xfrm>
            <a:off x="838200" y="1199214"/>
            <a:ext cx="10515600" cy="4977749"/>
          </a:xfrm>
        </p:spPr>
        <p:txBody>
          <a:bodyPr>
            <a:normAutofit fontScale="92500" lnSpcReduction="10000"/>
          </a:bodyPr>
          <a:lstStyle/>
          <a:p>
            <a:pPr marL="0" indent="0" algn="l">
              <a:lnSpc>
                <a:spcPct val="120000"/>
              </a:lnSpc>
              <a:spcBef>
                <a:spcPts val="0"/>
              </a:spcBef>
              <a:buNone/>
            </a:pPr>
            <a:r>
              <a:rPr lang="en-US" sz="1800" b="0" i="0" u="none" strike="noStrike" baseline="0" dirty="0">
                <a:latin typeface="MonoRegular"/>
              </a:rPr>
              <a:t>&lt;?xml version=”1.0” encoding=”UTF-8”?&gt;</a:t>
            </a:r>
          </a:p>
          <a:p>
            <a:pPr marL="0" indent="0" algn="l">
              <a:lnSpc>
                <a:spcPct val="120000"/>
              </a:lnSpc>
              <a:spcBef>
                <a:spcPts val="0"/>
              </a:spcBef>
              <a:buNone/>
            </a:pPr>
            <a:r>
              <a:rPr lang="en-US" sz="1800" b="0" i="0" u="none" strike="noStrike" baseline="0" dirty="0">
                <a:latin typeface="MonoRegular"/>
              </a:rPr>
              <a:t>&lt;!DOCTYPE html &gt;</a:t>
            </a:r>
          </a:p>
          <a:p>
            <a:pPr marL="0" indent="0" algn="l">
              <a:lnSpc>
                <a:spcPct val="120000"/>
              </a:lnSpc>
              <a:spcBef>
                <a:spcPts val="0"/>
              </a:spcBef>
              <a:buNone/>
            </a:pPr>
            <a:r>
              <a:rPr lang="en-US" sz="1800" b="0" i="0" u="none" strike="noStrike" baseline="0" dirty="0">
                <a:latin typeface="MonoRegular"/>
              </a:rPr>
              <a:t>&lt;html&gt;</a:t>
            </a:r>
          </a:p>
          <a:p>
            <a:pPr marL="0" indent="0" algn="l">
              <a:lnSpc>
                <a:spcPct val="120000"/>
              </a:lnSpc>
              <a:spcBef>
                <a:spcPts val="0"/>
              </a:spcBef>
              <a:buNone/>
            </a:pPr>
            <a:r>
              <a:rPr lang="en-US" sz="1800" b="0" i="0" u="none" strike="noStrike" baseline="0" dirty="0">
                <a:latin typeface="MonoRegular"/>
              </a:rPr>
              <a:t>&lt;head&gt;</a:t>
            </a:r>
          </a:p>
          <a:p>
            <a:pPr marL="0" indent="0" algn="l">
              <a:lnSpc>
                <a:spcPct val="120000"/>
              </a:lnSpc>
              <a:spcBef>
                <a:spcPts val="0"/>
              </a:spcBef>
              <a:buNone/>
            </a:pPr>
            <a:r>
              <a:rPr lang="en-US" sz="1800" b="0" i="0" u="none" strike="noStrike" baseline="0" dirty="0">
                <a:latin typeface="MonoRegular"/>
              </a:rPr>
              <a:t>&lt;title&gt;JavaScript Example&lt;/title&gt;</a:t>
            </a:r>
          </a:p>
          <a:p>
            <a:pPr marL="0" indent="0" algn="l">
              <a:lnSpc>
                <a:spcPct val="120000"/>
              </a:lnSpc>
              <a:spcBef>
                <a:spcPts val="0"/>
              </a:spcBef>
              <a:buNone/>
            </a:pPr>
            <a:r>
              <a:rPr lang="en-US" sz="1800" b="0" i="0" u="none" strike="noStrike" baseline="0" dirty="0">
                <a:latin typeface="MonoRegular"/>
              </a:rPr>
              <a:t>&lt;/head&gt;</a:t>
            </a:r>
          </a:p>
          <a:p>
            <a:pPr marL="0" indent="0" algn="l">
              <a:lnSpc>
                <a:spcPct val="120000"/>
              </a:lnSpc>
              <a:spcBef>
                <a:spcPts val="0"/>
              </a:spcBef>
              <a:buNone/>
            </a:pPr>
            <a:r>
              <a:rPr lang="en-US" sz="1800" b="0" i="0" u="none" strike="noStrike" baseline="0" dirty="0">
                <a:latin typeface="MonoRegular"/>
              </a:rPr>
              <a:t>&lt;body&gt;</a:t>
            </a:r>
          </a:p>
          <a:p>
            <a:pPr marL="0" indent="0" algn="l">
              <a:lnSpc>
                <a:spcPct val="120000"/>
              </a:lnSpc>
              <a:spcBef>
                <a:spcPts val="0"/>
              </a:spcBef>
              <a:buNone/>
            </a:pPr>
            <a:r>
              <a:rPr lang="en-US" sz="1800" b="0" i="0" u="none" strike="noStrike" baseline="0" dirty="0">
                <a:latin typeface="MonoRegular"/>
              </a:rPr>
              <a:t>&lt;h1&gt;JavaScript Example&lt;/h1&gt;</a:t>
            </a:r>
          </a:p>
          <a:p>
            <a:pPr marL="0" indent="0" algn="l">
              <a:lnSpc>
                <a:spcPct val="120000"/>
              </a:lnSpc>
              <a:spcBef>
                <a:spcPts val="0"/>
              </a:spcBef>
              <a:buNone/>
            </a:pPr>
            <a:r>
              <a:rPr lang="en-US" sz="1800" b="0" i="0" u="none" strike="noStrike" baseline="0" dirty="0">
                <a:latin typeface="MonoRegular"/>
              </a:rPr>
              <a:t>&lt;p&gt;This text is HTML.&lt;/p&gt;</a:t>
            </a:r>
          </a:p>
          <a:p>
            <a:pPr marL="0" indent="0" algn="l">
              <a:lnSpc>
                <a:spcPct val="120000"/>
              </a:lnSpc>
              <a:spcBef>
                <a:spcPts val="0"/>
              </a:spcBef>
              <a:buNone/>
            </a:pPr>
            <a:r>
              <a:rPr lang="en-US" sz="1800" b="0" i="0" u="none" strike="noStrike" baseline="0" dirty="0">
                <a:latin typeface="MonoRegular"/>
              </a:rPr>
              <a:t>&lt;script type=”text/</a:t>
            </a:r>
            <a:r>
              <a:rPr lang="en-US" sz="1800" b="0" i="0" u="none" strike="noStrike" baseline="0" dirty="0" err="1">
                <a:latin typeface="MonoRegular"/>
              </a:rPr>
              <a:t>javascript</a:t>
            </a:r>
            <a:r>
              <a:rPr lang="en-US" sz="1800" b="0" i="0" u="none" strike="noStrike" baseline="0" dirty="0">
                <a:latin typeface="MonoRegular"/>
              </a:rPr>
              <a:t>”&gt;</a:t>
            </a:r>
          </a:p>
          <a:p>
            <a:pPr marL="0" indent="0" algn="l">
              <a:lnSpc>
                <a:spcPct val="120000"/>
              </a:lnSpc>
              <a:spcBef>
                <a:spcPts val="0"/>
              </a:spcBef>
              <a:buNone/>
            </a:pPr>
            <a:r>
              <a:rPr lang="en-US" sz="1800" b="0" i="0" u="none" strike="noStrike" baseline="0" dirty="0">
                <a:latin typeface="MonoRegular"/>
              </a:rPr>
              <a:t>&lt;!-- Hide the script from old browsers</a:t>
            </a:r>
          </a:p>
          <a:p>
            <a:pPr marL="0" indent="0" algn="l">
              <a:lnSpc>
                <a:spcPct val="120000"/>
              </a:lnSpc>
              <a:spcBef>
                <a:spcPts val="0"/>
              </a:spcBef>
              <a:buNone/>
            </a:pPr>
            <a:r>
              <a:rPr lang="en-US" sz="1800" b="0" i="0" u="none" strike="noStrike" baseline="0" dirty="0" err="1">
                <a:latin typeface="MonoRegular"/>
              </a:rPr>
              <a:t>document.write</a:t>
            </a:r>
            <a:r>
              <a:rPr lang="en-US" sz="1800" b="0" i="0" u="none" strike="noStrike" baseline="0" dirty="0">
                <a:latin typeface="MonoRegular"/>
              </a:rPr>
              <a:t>(‘&lt;p&gt;This text comes from JavaScript.&lt;/p&gt;’);</a:t>
            </a:r>
          </a:p>
          <a:p>
            <a:pPr marL="0" indent="0" algn="l">
              <a:lnSpc>
                <a:spcPct val="120000"/>
              </a:lnSpc>
              <a:spcBef>
                <a:spcPts val="0"/>
              </a:spcBef>
              <a:buNone/>
            </a:pPr>
            <a:r>
              <a:rPr lang="en-US" sz="1800" b="0" i="0" u="none" strike="noStrike" baseline="0" dirty="0">
                <a:latin typeface="MonoRegular"/>
              </a:rPr>
              <a:t>// Stop hiding the script --&gt;</a:t>
            </a:r>
          </a:p>
          <a:p>
            <a:pPr marL="0" indent="0" algn="l">
              <a:lnSpc>
                <a:spcPct val="120000"/>
              </a:lnSpc>
              <a:spcBef>
                <a:spcPts val="0"/>
              </a:spcBef>
              <a:buNone/>
            </a:pPr>
            <a:r>
              <a:rPr lang="en-US" sz="1800" b="0" i="0" u="none" strike="noStrike" baseline="0" dirty="0">
                <a:latin typeface="MonoRegular"/>
              </a:rPr>
              <a:t>&lt;/script&gt;</a:t>
            </a:r>
          </a:p>
          <a:p>
            <a:pPr marL="0" indent="0" algn="l">
              <a:lnSpc>
                <a:spcPct val="120000"/>
              </a:lnSpc>
              <a:spcBef>
                <a:spcPts val="0"/>
              </a:spcBef>
              <a:buNone/>
            </a:pPr>
            <a:r>
              <a:rPr lang="en-US" sz="1800" b="0" i="0" u="none" strike="noStrike" baseline="0" dirty="0">
                <a:latin typeface="MonoRegular"/>
              </a:rPr>
              <a:t>&lt;/body&gt;</a:t>
            </a:r>
          </a:p>
          <a:p>
            <a:pPr marL="0" indent="0" algn="l">
              <a:lnSpc>
                <a:spcPct val="120000"/>
              </a:lnSpc>
              <a:spcBef>
                <a:spcPts val="0"/>
              </a:spcBef>
              <a:buNone/>
            </a:pPr>
            <a:r>
              <a:rPr lang="en-US" sz="1800" b="0" i="0" u="none" strike="noStrike" baseline="0" dirty="0">
                <a:latin typeface="MonoRegular"/>
              </a:rPr>
              <a:t>&lt;/html&gt;</a:t>
            </a:r>
            <a:endParaRPr lang="en-US" dirty="0"/>
          </a:p>
        </p:txBody>
      </p:sp>
    </p:spTree>
    <p:extLst>
      <p:ext uri="{BB962C8B-B14F-4D97-AF65-F5344CB8AC3E}">
        <p14:creationId xmlns:p14="http://schemas.microsoft.com/office/powerpoint/2010/main" val="26302998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BAFF3E-F664-29E2-0521-61403A4E8DB8}"/>
              </a:ext>
            </a:extLst>
          </p:cNvPr>
          <p:cNvSpPr>
            <a:spLocks noGrp="1"/>
          </p:cNvSpPr>
          <p:nvPr>
            <p:ph type="title"/>
          </p:nvPr>
        </p:nvSpPr>
        <p:spPr/>
        <p:txBody>
          <a:bodyPr/>
          <a:lstStyle/>
          <a:p>
            <a:r>
              <a:rPr kumimoji="0" lang="en-US" sz="3200" b="0" i="0" u="none" strike="noStrike" kern="1200" cap="none" spc="0" normalizeH="0" baseline="0" noProof="0" dirty="0">
                <a:ln>
                  <a:noFill/>
                </a:ln>
                <a:solidFill>
                  <a:prstClr val="black"/>
                </a:solidFill>
                <a:effectLst/>
                <a:uLnTx/>
                <a:uFillTx/>
                <a:latin typeface="FranklinGothic-Book"/>
                <a:ea typeface="+mj-ea"/>
                <a:cs typeface="+mj-cs"/>
              </a:rPr>
              <a:t>Using JavaScript to Print Some Text</a:t>
            </a:r>
            <a:endParaRPr lang="en-US" dirty="0"/>
          </a:p>
        </p:txBody>
      </p:sp>
      <p:pic>
        <p:nvPicPr>
          <p:cNvPr id="5" name="Content Placeholder 4">
            <a:extLst>
              <a:ext uri="{FF2B5EF4-FFF2-40B4-BE49-F238E27FC236}">
                <a16:creationId xmlns:a16="http://schemas.microsoft.com/office/drawing/2014/main" id="{532E0FDE-50E1-0B9F-E73D-B3835108F58F}"/>
              </a:ext>
            </a:extLst>
          </p:cNvPr>
          <p:cNvPicPr>
            <a:picLocks noGrp="1" noChangeAspect="1"/>
          </p:cNvPicPr>
          <p:nvPr>
            <p:ph idx="1"/>
          </p:nvPr>
        </p:nvPicPr>
        <p:blipFill>
          <a:blip r:embed="rId2"/>
          <a:stretch>
            <a:fillRect/>
          </a:stretch>
        </p:blipFill>
        <p:spPr>
          <a:xfrm>
            <a:off x="2310446" y="1553636"/>
            <a:ext cx="5724281" cy="4591789"/>
          </a:xfrm>
        </p:spPr>
      </p:pic>
    </p:spTree>
    <p:extLst>
      <p:ext uri="{BB962C8B-B14F-4D97-AF65-F5344CB8AC3E}">
        <p14:creationId xmlns:p14="http://schemas.microsoft.com/office/powerpoint/2010/main" val="6173432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806BE7-623C-0B11-35CF-90A8EBB4C2D8}"/>
              </a:ext>
            </a:extLst>
          </p:cNvPr>
          <p:cNvSpPr>
            <a:spLocks noGrp="1"/>
          </p:cNvSpPr>
          <p:nvPr>
            <p:ph type="title"/>
          </p:nvPr>
        </p:nvSpPr>
        <p:spPr/>
        <p:txBody>
          <a:bodyPr>
            <a:normAutofit/>
          </a:bodyPr>
          <a:lstStyle/>
          <a:p>
            <a:r>
              <a:rPr lang="en-US" sz="3200" b="0" i="0" u="none" strike="noStrike" baseline="0" dirty="0">
                <a:latin typeface="FranklinGothic-Heavy"/>
              </a:rPr>
              <a:t>Understanding the Document Object Model</a:t>
            </a:r>
            <a:endParaRPr lang="en-US" sz="3200" dirty="0"/>
          </a:p>
        </p:txBody>
      </p:sp>
      <p:sp>
        <p:nvSpPr>
          <p:cNvPr id="3" name="Content Placeholder 2">
            <a:extLst>
              <a:ext uri="{FF2B5EF4-FFF2-40B4-BE49-F238E27FC236}">
                <a16:creationId xmlns:a16="http://schemas.microsoft.com/office/drawing/2014/main" id="{7AD55150-524B-CF1C-68F6-BB84EE2B5E45}"/>
              </a:ext>
            </a:extLst>
          </p:cNvPr>
          <p:cNvSpPr>
            <a:spLocks noGrp="1"/>
          </p:cNvSpPr>
          <p:nvPr>
            <p:ph idx="1"/>
          </p:nvPr>
        </p:nvSpPr>
        <p:spPr/>
        <p:txBody>
          <a:bodyPr/>
          <a:lstStyle/>
          <a:p>
            <a:pPr algn="just"/>
            <a:r>
              <a:rPr lang="en-US" sz="1800" b="0" i="0" u="none" strike="noStrike" baseline="0" dirty="0">
                <a:latin typeface="Palatino-Roman"/>
              </a:rPr>
              <a:t>Client-side interactivity using JavaScript typically takes the form of manipulating the DOM in some way. </a:t>
            </a:r>
          </a:p>
          <a:p>
            <a:pPr algn="just"/>
            <a:r>
              <a:rPr lang="en-US" sz="1800" b="0" i="0" u="none" strike="noStrike" baseline="0" dirty="0">
                <a:latin typeface="Palatino-Roman"/>
              </a:rPr>
              <a:t>The DOM is the invisible structure of all documents—not the HTML structure or the way in which you apply levels of formatting, but a sort of overall framework or container.</a:t>
            </a:r>
          </a:p>
          <a:p>
            <a:pPr algn="just"/>
            <a:r>
              <a:rPr lang="en-US" sz="1800" b="0" i="0" u="none" strike="noStrike" baseline="0" dirty="0">
                <a:latin typeface="Palatino-Roman"/>
              </a:rPr>
              <a:t>The overall container object is called the </a:t>
            </a:r>
            <a:r>
              <a:rPr lang="en-US" sz="1800" b="0" i="0" u="none" strike="noStrike" baseline="0" dirty="0">
                <a:latin typeface="MonoRegular"/>
              </a:rPr>
              <a:t>document</a:t>
            </a:r>
            <a:r>
              <a:rPr lang="en-US" sz="1800" b="0" i="0" u="none" strike="noStrike" baseline="0" dirty="0">
                <a:latin typeface="Palatino-Roman"/>
              </a:rPr>
              <a:t>. Any container within the document that has an ID is referenced by that ID. </a:t>
            </a:r>
          </a:p>
          <a:p>
            <a:pPr algn="just"/>
            <a:r>
              <a:rPr lang="en-US" sz="1800" b="0" i="0" u="none" strike="noStrike" baseline="0" dirty="0">
                <a:latin typeface="Palatino-Roman"/>
              </a:rPr>
              <a:t>For example, if you have a </a:t>
            </a:r>
            <a:r>
              <a:rPr lang="en-US" sz="1800" b="0" i="0" u="none" strike="noStrike" baseline="0" dirty="0">
                <a:latin typeface="MonoRegular"/>
              </a:rPr>
              <a:t>&lt;div&gt; </a:t>
            </a:r>
            <a:r>
              <a:rPr lang="en-US" sz="1800" b="0" i="0" u="none" strike="noStrike" baseline="0" dirty="0">
                <a:latin typeface="Palatino-Roman"/>
              </a:rPr>
              <a:t>with an ID called </a:t>
            </a:r>
            <a:r>
              <a:rPr lang="en-US" sz="1800" b="0" i="0" u="none" strike="noStrike" baseline="0" dirty="0">
                <a:latin typeface="MonoRegular"/>
              </a:rPr>
              <a:t>wrapper</a:t>
            </a:r>
            <a:r>
              <a:rPr lang="en-US" sz="1800" b="0" i="0" u="none" strike="noStrike" baseline="0" dirty="0">
                <a:latin typeface="Palatino-Roman"/>
              </a:rPr>
              <a:t>, then in the DOM that element is referenced by the following:</a:t>
            </a:r>
          </a:p>
          <a:p>
            <a:pPr lvl="2" algn="just"/>
            <a:r>
              <a:rPr lang="en-US" sz="1800" b="0" i="0" u="none" strike="noStrike" baseline="0" dirty="0" err="1">
                <a:latin typeface="MonoRegular"/>
              </a:rPr>
              <a:t>document.wrapper</a:t>
            </a:r>
            <a:endParaRPr lang="en-US" sz="1800" dirty="0"/>
          </a:p>
        </p:txBody>
      </p:sp>
    </p:spTree>
    <p:extLst>
      <p:ext uri="{BB962C8B-B14F-4D97-AF65-F5344CB8AC3E}">
        <p14:creationId xmlns:p14="http://schemas.microsoft.com/office/powerpoint/2010/main" val="39805562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50FE39-8796-4A70-5127-61E01FDEC5F8}"/>
              </a:ext>
            </a:extLst>
          </p:cNvPr>
          <p:cNvSpPr>
            <a:spLocks noGrp="1"/>
          </p:cNvSpPr>
          <p:nvPr>
            <p:ph type="title"/>
          </p:nvPr>
        </p:nvSpPr>
        <p:spPr/>
        <p:txBody>
          <a:bodyPr>
            <a:normAutofit/>
          </a:bodyPr>
          <a:lstStyle/>
          <a:p>
            <a:r>
              <a:rPr lang="en-US" sz="3200" b="0" i="0" u="none" strike="noStrike" baseline="0" dirty="0">
                <a:latin typeface="FranklinGothic-Heavy"/>
              </a:rPr>
              <a:t>Changing Images Based on User Interaction</a:t>
            </a:r>
            <a:endParaRPr lang="en-US" sz="3200" dirty="0"/>
          </a:p>
        </p:txBody>
      </p:sp>
      <p:pic>
        <p:nvPicPr>
          <p:cNvPr id="5" name="Content Placeholder 4">
            <a:extLst>
              <a:ext uri="{FF2B5EF4-FFF2-40B4-BE49-F238E27FC236}">
                <a16:creationId xmlns:a16="http://schemas.microsoft.com/office/drawing/2014/main" id="{6ED81872-CC35-AF24-4C8E-5EE0C0601D74}"/>
              </a:ext>
            </a:extLst>
          </p:cNvPr>
          <p:cNvPicPr>
            <a:picLocks noGrp="1" noChangeAspect="1"/>
          </p:cNvPicPr>
          <p:nvPr>
            <p:ph idx="1"/>
          </p:nvPr>
        </p:nvPicPr>
        <p:blipFill>
          <a:blip r:embed="rId2"/>
          <a:stretch>
            <a:fillRect/>
          </a:stretch>
        </p:blipFill>
        <p:spPr>
          <a:xfrm>
            <a:off x="2471324" y="1491038"/>
            <a:ext cx="6507785" cy="4795280"/>
          </a:xfrm>
        </p:spPr>
      </p:pic>
    </p:spTree>
    <p:extLst>
      <p:ext uri="{BB962C8B-B14F-4D97-AF65-F5344CB8AC3E}">
        <p14:creationId xmlns:p14="http://schemas.microsoft.com/office/powerpoint/2010/main" val="18689698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3E52C4-3971-81CA-A1C0-8B7376CD62B3}"/>
              </a:ext>
            </a:extLst>
          </p:cNvPr>
          <p:cNvSpPr>
            <a:spLocks noGrp="1"/>
          </p:cNvSpPr>
          <p:nvPr>
            <p:ph type="title"/>
          </p:nvPr>
        </p:nvSpPr>
        <p:spPr/>
        <p:txBody>
          <a:bodyPr/>
          <a:lstStyle/>
          <a:p>
            <a:r>
              <a:rPr kumimoji="0" lang="en-US" sz="3200" b="0" i="0" u="none" strike="noStrike" kern="1200" cap="none" spc="0" normalizeH="0" baseline="0" noProof="0" dirty="0">
                <a:ln>
                  <a:noFill/>
                </a:ln>
                <a:solidFill>
                  <a:prstClr val="black"/>
                </a:solidFill>
                <a:effectLst/>
                <a:uLnTx/>
                <a:uFillTx/>
                <a:latin typeface="FranklinGothic-Heavy"/>
                <a:ea typeface="+mj-ea"/>
                <a:cs typeface="+mj-cs"/>
              </a:rPr>
              <a:t>Changing Images Based on User Interaction</a:t>
            </a:r>
            <a:endParaRPr lang="en-US" dirty="0"/>
          </a:p>
        </p:txBody>
      </p:sp>
      <p:sp>
        <p:nvSpPr>
          <p:cNvPr id="3" name="Content Placeholder 2">
            <a:extLst>
              <a:ext uri="{FF2B5EF4-FFF2-40B4-BE49-F238E27FC236}">
                <a16:creationId xmlns:a16="http://schemas.microsoft.com/office/drawing/2014/main" id="{099CD876-C937-48CE-A193-C1808D741D78}"/>
              </a:ext>
            </a:extLst>
          </p:cNvPr>
          <p:cNvSpPr>
            <a:spLocks noGrp="1"/>
          </p:cNvSpPr>
          <p:nvPr>
            <p:ph idx="1"/>
          </p:nvPr>
        </p:nvSpPr>
        <p:spPr/>
        <p:txBody>
          <a:bodyPr/>
          <a:lstStyle/>
          <a:p>
            <a:pPr algn="just"/>
            <a:r>
              <a:rPr lang="en-US" sz="1800" b="0" i="0" u="none" strike="noStrike" baseline="0" dirty="0">
                <a:latin typeface="Palatino-Roman"/>
              </a:rPr>
              <a:t>Figure shows a page from an online catalog for a collectibles company.</a:t>
            </a:r>
          </a:p>
          <a:p>
            <a:pPr algn="just"/>
            <a:r>
              <a:rPr lang="en-US" sz="1800" b="0" i="0" u="none" strike="noStrike" baseline="0" dirty="0">
                <a:latin typeface="Palatino-Roman"/>
              </a:rPr>
              <a:t>Each page in the catalog shows a large image, information about the item, and a set of smaller images at the bottom of the page. </a:t>
            </a:r>
          </a:p>
          <a:p>
            <a:pPr algn="just"/>
            <a:r>
              <a:rPr lang="en-US" sz="1800" b="0" i="0" u="none" strike="noStrike" baseline="0" dirty="0">
                <a:latin typeface="Palatino-Roman"/>
              </a:rPr>
              <a:t>In this type of catalog, close-up images of the details of each item are important to the potential buyer, but several large images on a page becomes unwieldy from both a display and bandwidth point of view.</a:t>
            </a:r>
          </a:p>
          <a:p>
            <a:pPr algn="just"/>
            <a:r>
              <a:rPr lang="en-US" sz="1800" b="0" i="0" u="none" strike="noStrike" baseline="0" dirty="0">
                <a:latin typeface="Palatino-Roman"/>
              </a:rPr>
              <a:t>The large image on the page is called using this </a:t>
            </a:r>
            <a:r>
              <a:rPr lang="en-US" sz="1800" b="0" i="0" u="none" strike="noStrike" baseline="0" dirty="0">
                <a:latin typeface="MonoRegular"/>
              </a:rPr>
              <a:t>&lt;</a:t>
            </a:r>
            <a:r>
              <a:rPr lang="en-US" sz="1800" b="0" i="0" u="none" strike="noStrike" baseline="0" dirty="0" err="1">
                <a:latin typeface="MonoRegular"/>
              </a:rPr>
              <a:t>img</a:t>
            </a:r>
            <a:r>
              <a:rPr lang="en-US" sz="1800" b="0" i="0" u="none" strike="noStrike" baseline="0" dirty="0">
                <a:latin typeface="MonoRegular"/>
              </a:rPr>
              <a:t>/&gt; </a:t>
            </a:r>
            <a:r>
              <a:rPr lang="en-US" sz="1800" b="0" i="0" u="none" strike="noStrike" baseline="0" dirty="0">
                <a:latin typeface="Palatino-Roman"/>
              </a:rPr>
              <a:t>tag:</a:t>
            </a:r>
          </a:p>
          <a:p>
            <a:pPr lvl="1" algn="just"/>
            <a:r>
              <a:rPr lang="en-US" sz="1800" b="1" i="0" u="none" strike="noStrike" baseline="0" dirty="0">
                <a:latin typeface="MonoRegular"/>
              </a:rPr>
              <a:t>&lt;</a:t>
            </a:r>
            <a:r>
              <a:rPr lang="en-US" sz="1800" b="1" i="0" u="none" strike="noStrike" baseline="0" dirty="0" err="1">
                <a:latin typeface="MonoRegular"/>
              </a:rPr>
              <a:t>img</a:t>
            </a:r>
            <a:r>
              <a:rPr lang="en-US" sz="1800" b="1" i="0" u="none" strike="noStrike" baseline="0" dirty="0">
                <a:latin typeface="MonoRegular"/>
              </a:rPr>
              <a:t> name=”</a:t>
            </a:r>
            <a:r>
              <a:rPr lang="en-US" sz="1800" b="1" i="0" u="none" strike="noStrike" baseline="0" dirty="0" err="1">
                <a:latin typeface="MonoRegular"/>
              </a:rPr>
              <a:t>product_img</a:t>
            </a:r>
            <a:r>
              <a:rPr lang="en-US" sz="1800" b="1" i="0" u="none" strike="noStrike" baseline="0" dirty="0">
                <a:latin typeface="MonoRegular"/>
              </a:rPr>
              <a:t>” </a:t>
            </a:r>
            <a:r>
              <a:rPr lang="en-US" sz="1800" b="1" i="0" u="none" strike="noStrike" baseline="0" dirty="0" err="1">
                <a:latin typeface="MonoRegular"/>
              </a:rPr>
              <a:t>src</a:t>
            </a:r>
            <a:r>
              <a:rPr lang="en-US" sz="1800" b="1" i="0" u="none" strike="noStrike" baseline="0" dirty="0">
                <a:latin typeface="MonoRegular"/>
              </a:rPr>
              <a:t>=”/path/to/image.jpg” alt=”photo” /&gt;</a:t>
            </a:r>
            <a:endParaRPr lang="en-US" sz="1800" b="1" dirty="0"/>
          </a:p>
        </p:txBody>
      </p:sp>
    </p:spTree>
    <p:extLst>
      <p:ext uri="{BB962C8B-B14F-4D97-AF65-F5344CB8AC3E}">
        <p14:creationId xmlns:p14="http://schemas.microsoft.com/office/powerpoint/2010/main" val="36920600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0891F9-7CC9-5FDC-CAA7-15FA72B329E4}"/>
              </a:ext>
            </a:extLst>
          </p:cNvPr>
          <p:cNvSpPr>
            <a:spLocks noGrp="1"/>
          </p:cNvSpPr>
          <p:nvPr>
            <p:ph type="title"/>
          </p:nvPr>
        </p:nvSpPr>
        <p:spPr/>
        <p:txBody>
          <a:bodyPr/>
          <a:lstStyle/>
          <a:p>
            <a:r>
              <a:rPr kumimoji="0" lang="en-US" sz="3200" b="0" i="0" u="none" strike="noStrike" kern="1200" cap="none" spc="0" normalizeH="0" baseline="0" noProof="0" dirty="0">
                <a:ln>
                  <a:noFill/>
                </a:ln>
                <a:solidFill>
                  <a:prstClr val="black"/>
                </a:solidFill>
                <a:effectLst/>
                <a:uLnTx/>
                <a:uFillTx/>
                <a:latin typeface="FranklinGothic-Heavy"/>
                <a:ea typeface="+mj-ea"/>
                <a:cs typeface="+mj-cs"/>
              </a:rPr>
              <a:t>Changing Images Based on User Interaction</a:t>
            </a:r>
            <a:endParaRPr lang="en-US" dirty="0"/>
          </a:p>
        </p:txBody>
      </p:sp>
      <p:sp>
        <p:nvSpPr>
          <p:cNvPr id="3" name="Content Placeholder 2">
            <a:extLst>
              <a:ext uri="{FF2B5EF4-FFF2-40B4-BE49-F238E27FC236}">
                <a16:creationId xmlns:a16="http://schemas.microsoft.com/office/drawing/2014/main" id="{7C9FEDCC-B2EA-DFAF-ECBB-899DECA471BE}"/>
              </a:ext>
            </a:extLst>
          </p:cNvPr>
          <p:cNvSpPr>
            <a:spLocks noGrp="1"/>
          </p:cNvSpPr>
          <p:nvPr>
            <p:ph idx="1"/>
          </p:nvPr>
        </p:nvSpPr>
        <p:spPr/>
        <p:txBody>
          <a:bodyPr/>
          <a:lstStyle/>
          <a:p>
            <a:pPr algn="just"/>
            <a:r>
              <a:rPr lang="en-US" sz="1800" b="0" i="0" u="none" strike="noStrike" baseline="0" dirty="0">
                <a:latin typeface="Palatino-Roman"/>
              </a:rPr>
              <a:t>The following code snippet creates the fourth small image in the group of five images shown at the bottom of Figure. </a:t>
            </a:r>
          </a:p>
          <a:p>
            <a:pPr algn="just"/>
            <a:r>
              <a:rPr lang="en-US" sz="1800" b="0" i="0" u="none" strike="noStrike" baseline="0" dirty="0">
                <a:latin typeface="Palatino-Roman"/>
              </a:rPr>
              <a:t>The </a:t>
            </a:r>
            <a:r>
              <a:rPr lang="en-US" sz="1800" b="1" i="0" u="none" strike="noStrike" baseline="0" dirty="0" err="1">
                <a:latin typeface="MonoRegular"/>
              </a:rPr>
              <a:t>onmouseover</a:t>
            </a:r>
            <a:r>
              <a:rPr lang="en-US" sz="1800" b="0" i="0" u="none" strike="noStrike" baseline="0" dirty="0">
                <a:latin typeface="MonoRegular"/>
              </a:rPr>
              <a:t> </a:t>
            </a:r>
            <a:r>
              <a:rPr lang="en-US" sz="1800" b="0" i="0" u="none" strike="noStrike" baseline="0" dirty="0">
                <a:latin typeface="Palatino-Roman"/>
              </a:rPr>
              <a:t>event indicates that when the user rolls over this small image, the value of </a:t>
            </a:r>
            <a:r>
              <a:rPr lang="en-US" sz="1800" b="0" i="0" u="none" strike="noStrike" baseline="0" dirty="0" err="1">
                <a:latin typeface="MonoRegular"/>
              </a:rPr>
              <a:t>document.product_img.src</a:t>
            </a:r>
            <a:r>
              <a:rPr lang="en-US" sz="1800" b="0" i="0" u="none" strike="noStrike" baseline="0" dirty="0">
                <a:latin typeface="Palatino-Roman"/>
              </a:rPr>
              <a:t>—the large image slot—is filled with the path to a matching large image.</a:t>
            </a:r>
          </a:p>
          <a:p>
            <a:pPr algn="ctr">
              <a:lnSpc>
                <a:spcPct val="150000"/>
              </a:lnSpc>
            </a:pPr>
            <a:r>
              <a:rPr lang="en-US" sz="1800" b="1" i="0" u="none" strike="noStrike" baseline="0" dirty="0">
                <a:latin typeface="MonoRegular"/>
              </a:rPr>
              <a:t>&lt;a </a:t>
            </a:r>
            <a:r>
              <a:rPr lang="en-US" sz="1800" b="1" i="0" u="none" strike="noStrike" baseline="0" dirty="0" err="1">
                <a:latin typeface="MonoRegular"/>
              </a:rPr>
              <a:t>href</a:t>
            </a:r>
            <a:r>
              <a:rPr lang="en-US" sz="1800" b="1" i="0" u="none" strike="noStrike" baseline="0" dirty="0">
                <a:latin typeface="MonoRegular"/>
              </a:rPr>
              <a:t>=”#” </a:t>
            </a:r>
            <a:r>
              <a:rPr lang="en-US" sz="1800" b="1" i="0" u="none" strike="noStrike" baseline="0" dirty="0" err="1">
                <a:latin typeface="MonoRegular"/>
              </a:rPr>
              <a:t>onmouseover</a:t>
            </a:r>
            <a:r>
              <a:rPr lang="en-US" sz="1800" b="1" i="0" u="none" strike="noStrike" baseline="0" dirty="0">
                <a:latin typeface="MonoRegular"/>
              </a:rPr>
              <a:t>=”</a:t>
            </a:r>
            <a:r>
              <a:rPr lang="en-US" sz="1800" b="1" i="0" u="none" strike="noStrike" baseline="0" dirty="0" err="1">
                <a:latin typeface="MonoRegular"/>
              </a:rPr>
              <a:t>javascript:document.product_img.src</a:t>
            </a:r>
            <a:r>
              <a:rPr lang="en-US" sz="1800" b="1" i="0" u="none" strike="noStrike" baseline="0" dirty="0">
                <a:latin typeface="MonoRegular"/>
              </a:rPr>
              <a:t> =‘/path/to/large4.jpg’”&gt;&lt;</a:t>
            </a:r>
            <a:r>
              <a:rPr lang="en-US" sz="1800" b="1" i="0" u="none" strike="noStrike" baseline="0" dirty="0" err="1">
                <a:latin typeface="MonoRegular"/>
              </a:rPr>
              <a:t>img</a:t>
            </a:r>
            <a:r>
              <a:rPr lang="en-US" sz="1800" b="1" i="0" u="none" strike="noStrike" baseline="0" dirty="0">
                <a:latin typeface="MonoRegular"/>
              </a:rPr>
              <a:t> </a:t>
            </a:r>
            <a:r>
              <a:rPr lang="en-US" sz="1800" b="1" i="0" u="none" strike="noStrike" baseline="0" dirty="0" err="1">
                <a:latin typeface="MonoRegular"/>
              </a:rPr>
              <a:t>src</a:t>
            </a:r>
            <a:r>
              <a:rPr lang="en-US" sz="1800" b="1" i="0" u="none" strike="noStrike" baseline="0" dirty="0">
                <a:latin typeface="MonoRegular"/>
              </a:rPr>
              <a:t>=”/path/to/small4.jpg” width=”104” height=”104” style=”padding: 4px; border: 0px” alt=”photo” /&gt;&lt;/a&gt;</a:t>
            </a:r>
            <a:endParaRPr lang="en-US" b="1" dirty="0"/>
          </a:p>
        </p:txBody>
      </p:sp>
    </p:spTree>
    <p:extLst>
      <p:ext uri="{BB962C8B-B14F-4D97-AF65-F5344CB8AC3E}">
        <p14:creationId xmlns:p14="http://schemas.microsoft.com/office/powerpoint/2010/main" val="15427200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7CA56A-0F63-8E58-5D7B-AA532746FDE5}"/>
              </a:ext>
            </a:extLst>
          </p:cNvPr>
          <p:cNvSpPr>
            <a:spLocks noGrp="1"/>
          </p:cNvSpPr>
          <p:nvPr>
            <p:ph type="title"/>
          </p:nvPr>
        </p:nvSpPr>
        <p:spPr/>
        <p:txBody>
          <a:bodyPr/>
          <a:lstStyle/>
          <a:p>
            <a:r>
              <a:rPr kumimoji="0" lang="en-US" sz="3200" b="0" i="0" u="none" strike="noStrike" kern="1200" cap="none" spc="0" normalizeH="0" baseline="0" noProof="0" dirty="0">
                <a:ln>
                  <a:noFill/>
                </a:ln>
                <a:solidFill>
                  <a:prstClr val="black"/>
                </a:solidFill>
                <a:effectLst/>
                <a:uLnTx/>
                <a:uFillTx/>
                <a:latin typeface="FranklinGothic-Heavy"/>
                <a:ea typeface="+mj-ea"/>
                <a:cs typeface="+mj-cs"/>
              </a:rPr>
              <a:t>Changing Images Based on User Interaction</a:t>
            </a:r>
            <a:endParaRPr lang="en-US" dirty="0"/>
          </a:p>
        </p:txBody>
      </p:sp>
      <p:pic>
        <p:nvPicPr>
          <p:cNvPr id="5" name="Content Placeholder 4">
            <a:extLst>
              <a:ext uri="{FF2B5EF4-FFF2-40B4-BE49-F238E27FC236}">
                <a16:creationId xmlns:a16="http://schemas.microsoft.com/office/drawing/2014/main" id="{7709F611-8E33-1C39-18EF-19CD5DAA5E5E}"/>
              </a:ext>
            </a:extLst>
          </p:cNvPr>
          <p:cNvPicPr>
            <a:picLocks noGrp="1" noChangeAspect="1"/>
          </p:cNvPicPr>
          <p:nvPr>
            <p:ph idx="1"/>
          </p:nvPr>
        </p:nvPicPr>
        <p:blipFill>
          <a:blip r:embed="rId2"/>
          <a:stretch>
            <a:fillRect/>
          </a:stretch>
        </p:blipFill>
        <p:spPr>
          <a:xfrm>
            <a:off x="2771127" y="1690688"/>
            <a:ext cx="6013109" cy="4665142"/>
          </a:xfrm>
        </p:spPr>
      </p:pic>
    </p:spTree>
    <p:extLst>
      <p:ext uri="{BB962C8B-B14F-4D97-AF65-F5344CB8AC3E}">
        <p14:creationId xmlns:p14="http://schemas.microsoft.com/office/powerpoint/2010/main" val="263916547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TotalTime>
  <Words>937</Words>
  <Application>Microsoft Office PowerPoint</Application>
  <PresentationFormat>Widescreen</PresentationFormat>
  <Paragraphs>61</Paragraphs>
  <Slides>11</Slides>
  <Notes>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11</vt:i4>
      </vt:variant>
    </vt:vector>
  </HeadingPairs>
  <TitlesOfParts>
    <vt:vector size="22" baseType="lpstr">
      <vt:lpstr>Arial</vt:lpstr>
      <vt:lpstr>Calibri</vt:lpstr>
      <vt:lpstr>Calibri Light</vt:lpstr>
      <vt:lpstr>FranklinGothic-Book</vt:lpstr>
      <vt:lpstr>FranklinGothic-Heavy</vt:lpstr>
      <vt:lpstr>MonoRegular</vt:lpstr>
      <vt:lpstr>Palatino-Bold</vt:lpstr>
      <vt:lpstr>Palatino-Italic</vt:lpstr>
      <vt:lpstr>Palatino-Roman</vt:lpstr>
      <vt:lpstr>SeanSymbols</vt:lpstr>
      <vt:lpstr>Office Theme</vt:lpstr>
      <vt:lpstr>Understanding Dynamic Websites</vt:lpstr>
      <vt:lpstr>Understanding the Different Types of Scripting</vt:lpstr>
      <vt:lpstr>Understanding the Different Types of Scripting</vt:lpstr>
      <vt:lpstr>Including JavaScript in HTML</vt:lpstr>
      <vt:lpstr>Using JavaScript to Print Some Text</vt:lpstr>
      <vt:lpstr>Using JavaScript to Print Some Text</vt:lpstr>
      <vt:lpstr>Understanding the Document Object Model</vt:lpstr>
      <vt:lpstr>Changing Images Based on User Interaction</vt:lpstr>
      <vt:lpstr>Changing Images Based on User Interaction</vt:lpstr>
      <vt:lpstr>Changing Images Based on User Interaction</vt:lpstr>
      <vt:lpstr>Changing Images Based on User Interaction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Thangam S</dc:creator>
  <cp:lastModifiedBy>Thangam S</cp:lastModifiedBy>
  <cp:revision>1</cp:revision>
  <dcterms:created xsi:type="dcterms:W3CDTF">2025-03-12T00:29:00Z</dcterms:created>
  <dcterms:modified xsi:type="dcterms:W3CDTF">2025-03-12T03:19:34Z</dcterms:modified>
</cp:coreProperties>
</file>