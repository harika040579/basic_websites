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3" r:id="rId10"/>
    <p:sldId id="267" r:id="rId11"/>
    <p:sldId id="264" r:id="rId12"/>
    <p:sldId id="265"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gam sivnantham" userId="9242b7324f16a732" providerId="LiveId" clId="{E3E833FC-4E5A-4A03-B9C7-C2402589AE47}"/>
    <pc:docChg chg="undo custSel modSld">
      <pc:chgData name="thangam sivnantham" userId="9242b7324f16a732" providerId="LiveId" clId="{E3E833FC-4E5A-4A03-B9C7-C2402589AE47}" dt="2025-03-03T03:15:21.403" v="111" actId="20577"/>
      <pc:docMkLst>
        <pc:docMk/>
      </pc:docMkLst>
      <pc:sldChg chg="modSp mod">
        <pc:chgData name="thangam sivnantham" userId="9242b7324f16a732" providerId="LiveId" clId="{E3E833FC-4E5A-4A03-B9C7-C2402589AE47}" dt="2025-02-27T22:46:19.629" v="2" actId="255"/>
        <pc:sldMkLst>
          <pc:docMk/>
          <pc:sldMk cId="590349891" sldId="256"/>
        </pc:sldMkLst>
        <pc:spChg chg="mod">
          <ac:chgData name="thangam sivnantham" userId="9242b7324f16a732" providerId="LiveId" clId="{E3E833FC-4E5A-4A03-B9C7-C2402589AE47}" dt="2025-02-27T22:46:19.629" v="2" actId="255"/>
          <ac:spMkLst>
            <pc:docMk/>
            <pc:sldMk cId="590349891" sldId="256"/>
            <ac:spMk id="2" creationId="{BBF05651-8AF3-A2F8-CD74-AB05E41B4B92}"/>
          </ac:spMkLst>
        </pc:spChg>
      </pc:sldChg>
      <pc:sldChg chg="modSp mod">
        <pc:chgData name="thangam sivnantham" userId="9242b7324f16a732" providerId="LiveId" clId="{E3E833FC-4E5A-4A03-B9C7-C2402589AE47}" dt="2025-03-03T03:08:58.313" v="110" actId="20577"/>
        <pc:sldMkLst>
          <pc:docMk/>
          <pc:sldMk cId="2598615245" sldId="257"/>
        </pc:sldMkLst>
        <pc:spChg chg="mod">
          <ac:chgData name="thangam sivnantham" userId="9242b7324f16a732" providerId="LiveId" clId="{E3E833FC-4E5A-4A03-B9C7-C2402589AE47}" dt="2025-02-27T22:46:34.808" v="5" actId="113"/>
          <ac:spMkLst>
            <pc:docMk/>
            <pc:sldMk cId="2598615245" sldId="257"/>
            <ac:spMk id="2" creationId="{F601ED96-EAED-B108-E1C9-8D929225D364}"/>
          </ac:spMkLst>
        </pc:spChg>
        <pc:spChg chg="mod">
          <ac:chgData name="thangam sivnantham" userId="9242b7324f16a732" providerId="LiveId" clId="{E3E833FC-4E5A-4A03-B9C7-C2402589AE47}" dt="2025-03-03T03:08:58.313" v="110" actId="20577"/>
          <ac:spMkLst>
            <pc:docMk/>
            <pc:sldMk cId="2598615245" sldId="257"/>
            <ac:spMk id="3" creationId="{AB06365E-D54B-E478-538B-072E2341B7BA}"/>
          </ac:spMkLst>
        </pc:spChg>
      </pc:sldChg>
      <pc:sldChg chg="modSp mod">
        <pc:chgData name="thangam sivnantham" userId="9242b7324f16a732" providerId="LiveId" clId="{E3E833FC-4E5A-4A03-B9C7-C2402589AE47}" dt="2025-02-27T23:03:07.755" v="93" actId="20577"/>
        <pc:sldMkLst>
          <pc:docMk/>
          <pc:sldMk cId="975727071" sldId="258"/>
        </pc:sldMkLst>
        <pc:spChg chg="mod">
          <ac:chgData name="thangam sivnantham" userId="9242b7324f16a732" providerId="LiveId" clId="{E3E833FC-4E5A-4A03-B9C7-C2402589AE47}" dt="2025-02-27T22:46:58.445" v="14" actId="20577"/>
          <ac:spMkLst>
            <pc:docMk/>
            <pc:sldMk cId="975727071" sldId="258"/>
            <ac:spMk id="2" creationId="{04DC7ED5-8616-ADB9-6B85-14ED2BFC5D14}"/>
          </ac:spMkLst>
        </pc:spChg>
        <pc:spChg chg="mod">
          <ac:chgData name="thangam sivnantham" userId="9242b7324f16a732" providerId="LiveId" clId="{E3E833FC-4E5A-4A03-B9C7-C2402589AE47}" dt="2025-02-27T23:03:07.755" v="93" actId="20577"/>
          <ac:spMkLst>
            <pc:docMk/>
            <pc:sldMk cId="975727071" sldId="258"/>
            <ac:spMk id="3" creationId="{6E8F5673-B95F-E4BA-68ED-E9787AB39B67}"/>
          </ac:spMkLst>
        </pc:spChg>
      </pc:sldChg>
      <pc:sldChg chg="modSp mod">
        <pc:chgData name="thangam sivnantham" userId="9242b7324f16a732" providerId="LiveId" clId="{E3E833FC-4E5A-4A03-B9C7-C2402589AE47}" dt="2025-02-27T22:47:17.312" v="18" actId="27636"/>
        <pc:sldMkLst>
          <pc:docMk/>
          <pc:sldMk cId="1477563576" sldId="259"/>
        </pc:sldMkLst>
        <pc:spChg chg="mod">
          <ac:chgData name="thangam sivnantham" userId="9242b7324f16a732" providerId="LiveId" clId="{E3E833FC-4E5A-4A03-B9C7-C2402589AE47}" dt="2025-02-27T22:47:17.312" v="18" actId="27636"/>
          <ac:spMkLst>
            <pc:docMk/>
            <pc:sldMk cId="1477563576" sldId="259"/>
            <ac:spMk id="2" creationId="{C4FF526A-52C5-15C3-B44F-6D55D5B8BCDE}"/>
          </ac:spMkLst>
        </pc:spChg>
      </pc:sldChg>
      <pc:sldChg chg="modSp mod">
        <pc:chgData name="thangam sivnantham" userId="9242b7324f16a732" providerId="LiveId" clId="{E3E833FC-4E5A-4A03-B9C7-C2402589AE47}" dt="2025-02-27T22:47:21.605" v="19"/>
        <pc:sldMkLst>
          <pc:docMk/>
          <pc:sldMk cId="3811266946" sldId="260"/>
        </pc:sldMkLst>
        <pc:spChg chg="mod">
          <ac:chgData name="thangam sivnantham" userId="9242b7324f16a732" providerId="LiveId" clId="{E3E833FC-4E5A-4A03-B9C7-C2402589AE47}" dt="2025-02-27T22:47:21.605" v="19"/>
          <ac:spMkLst>
            <pc:docMk/>
            <pc:sldMk cId="3811266946" sldId="260"/>
            <ac:spMk id="2" creationId="{F0D9C5F3-8A84-C456-F50B-B9AC4D853264}"/>
          </ac:spMkLst>
        </pc:spChg>
      </pc:sldChg>
      <pc:sldChg chg="modSp mod">
        <pc:chgData name="thangam sivnantham" userId="9242b7324f16a732" providerId="LiveId" clId="{E3E833FC-4E5A-4A03-B9C7-C2402589AE47}" dt="2025-02-27T22:47:32.389" v="21" actId="123"/>
        <pc:sldMkLst>
          <pc:docMk/>
          <pc:sldMk cId="2334349023" sldId="261"/>
        </pc:sldMkLst>
        <pc:spChg chg="mod">
          <ac:chgData name="thangam sivnantham" userId="9242b7324f16a732" providerId="LiveId" clId="{E3E833FC-4E5A-4A03-B9C7-C2402589AE47}" dt="2025-02-27T22:47:28.775" v="20" actId="255"/>
          <ac:spMkLst>
            <pc:docMk/>
            <pc:sldMk cId="2334349023" sldId="261"/>
            <ac:spMk id="2" creationId="{8D650FF7-D530-5D63-7CBF-3582C6444F8E}"/>
          </ac:spMkLst>
        </pc:spChg>
        <pc:spChg chg="mod">
          <ac:chgData name="thangam sivnantham" userId="9242b7324f16a732" providerId="LiveId" clId="{E3E833FC-4E5A-4A03-B9C7-C2402589AE47}" dt="2025-02-27T22:47:32.389" v="21" actId="123"/>
          <ac:spMkLst>
            <pc:docMk/>
            <pc:sldMk cId="2334349023" sldId="261"/>
            <ac:spMk id="3" creationId="{AA99C2BD-0EE1-2EFB-DFA8-22DADCC20730}"/>
          </ac:spMkLst>
        </pc:spChg>
      </pc:sldChg>
      <pc:sldChg chg="modSp mod">
        <pc:chgData name="thangam sivnantham" userId="9242b7324f16a732" providerId="LiveId" clId="{E3E833FC-4E5A-4A03-B9C7-C2402589AE47}" dt="2025-02-27T22:47:50.781" v="31" actId="20577"/>
        <pc:sldMkLst>
          <pc:docMk/>
          <pc:sldMk cId="1274093733" sldId="262"/>
        </pc:sldMkLst>
        <pc:spChg chg="mod">
          <ac:chgData name="thangam sivnantham" userId="9242b7324f16a732" providerId="LiveId" clId="{E3E833FC-4E5A-4A03-B9C7-C2402589AE47}" dt="2025-02-27T22:47:50.781" v="31" actId="20577"/>
          <ac:spMkLst>
            <pc:docMk/>
            <pc:sldMk cId="1274093733" sldId="262"/>
            <ac:spMk id="2" creationId="{D5493C48-9900-2D26-33B5-CE7F871C2256}"/>
          </ac:spMkLst>
        </pc:spChg>
      </pc:sldChg>
      <pc:sldChg chg="modSp mod">
        <pc:chgData name="thangam sivnantham" userId="9242b7324f16a732" providerId="LiveId" clId="{E3E833FC-4E5A-4A03-B9C7-C2402589AE47}" dt="2025-02-27T22:48:17.917" v="35" actId="1076"/>
        <pc:sldMkLst>
          <pc:docMk/>
          <pc:sldMk cId="2155585414" sldId="263"/>
        </pc:sldMkLst>
        <pc:spChg chg="mod">
          <ac:chgData name="thangam sivnantham" userId="9242b7324f16a732" providerId="LiveId" clId="{E3E833FC-4E5A-4A03-B9C7-C2402589AE47}" dt="2025-02-27T22:48:12.109" v="34"/>
          <ac:spMkLst>
            <pc:docMk/>
            <pc:sldMk cId="2155585414" sldId="263"/>
            <ac:spMk id="2" creationId="{D627C219-A461-D371-25B7-C0B20A9359C9}"/>
          </ac:spMkLst>
        </pc:spChg>
        <pc:spChg chg="mod">
          <ac:chgData name="thangam sivnantham" userId="9242b7324f16a732" providerId="LiveId" clId="{E3E833FC-4E5A-4A03-B9C7-C2402589AE47}" dt="2025-02-27T22:48:17.917" v="35" actId="1076"/>
          <ac:spMkLst>
            <pc:docMk/>
            <pc:sldMk cId="2155585414" sldId="263"/>
            <ac:spMk id="7" creationId="{43A552FF-AE12-17DF-BDD6-1EA6D4A3E0E4}"/>
          </ac:spMkLst>
        </pc:spChg>
      </pc:sldChg>
      <pc:sldChg chg="modSp mod">
        <pc:chgData name="thangam sivnantham" userId="9242b7324f16a732" providerId="LiveId" clId="{E3E833FC-4E5A-4A03-B9C7-C2402589AE47}" dt="2025-02-27T22:48:34.340" v="38"/>
        <pc:sldMkLst>
          <pc:docMk/>
          <pc:sldMk cId="1879687117" sldId="264"/>
        </pc:sldMkLst>
        <pc:spChg chg="mod">
          <ac:chgData name="thangam sivnantham" userId="9242b7324f16a732" providerId="LiveId" clId="{E3E833FC-4E5A-4A03-B9C7-C2402589AE47}" dt="2025-02-27T22:48:34.340" v="38"/>
          <ac:spMkLst>
            <pc:docMk/>
            <pc:sldMk cId="1879687117" sldId="264"/>
            <ac:spMk id="2" creationId="{276DCE93-CFFF-8623-445B-649C3CB3A543}"/>
          </ac:spMkLst>
        </pc:spChg>
      </pc:sldChg>
      <pc:sldChg chg="modSp mod">
        <pc:chgData name="thangam sivnantham" userId="9242b7324f16a732" providerId="LiveId" clId="{E3E833FC-4E5A-4A03-B9C7-C2402589AE47}" dt="2025-02-27T22:48:47.597" v="40" actId="123"/>
        <pc:sldMkLst>
          <pc:docMk/>
          <pc:sldMk cId="2549045457" sldId="265"/>
        </pc:sldMkLst>
        <pc:spChg chg="mod">
          <ac:chgData name="thangam sivnantham" userId="9242b7324f16a732" providerId="LiveId" clId="{E3E833FC-4E5A-4A03-B9C7-C2402589AE47}" dt="2025-02-27T22:48:40.062" v="39"/>
          <ac:spMkLst>
            <pc:docMk/>
            <pc:sldMk cId="2549045457" sldId="265"/>
            <ac:spMk id="2" creationId="{263A5B5E-A676-E53A-AEA4-3E102D27E130}"/>
          </ac:spMkLst>
        </pc:spChg>
        <pc:spChg chg="mod">
          <ac:chgData name="thangam sivnantham" userId="9242b7324f16a732" providerId="LiveId" clId="{E3E833FC-4E5A-4A03-B9C7-C2402589AE47}" dt="2025-02-27T22:48:47.597" v="40" actId="123"/>
          <ac:spMkLst>
            <pc:docMk/>
            <pc:sldMk cId="2549045457" sldId="265"/>
            <ac:spMk id="3" creationId="{DA879C28-789D-4A75-4AB6-FAE316971B5D}"/>
          </ac:spMkLst>
        </pc:spChg>
      </pc:sldChg>
      <pc:sldChg chg="modSp mod">
        <pc:chgData name="thangam sivnantham" userId="9242b7324f16a732" providerId="LiveId" clId="{E3E833FC-4E5A-4A03-B9C7-C2402589AE47}" dt="2025-02-27T22:48:02.724" v="33" actId="20577"/>
        <pc:sldMkLst>
          <pc:docMk/>
          <pc:sldMk cId="3597133252" sldId="266"/>
        </pc:sldMkLst>
        <pc:spChg chg="mod">
          <ac:chgData name="thangam sivnantham" userId="9242b7324f16a732" providerId="LiveId" clId="{E3E833FC-4E5A-4A03-B9C7-C2402589AE47}" dt="2025-02-27T22:47:59.351" v="32"/>
          <ac:spMkLst>
            <pc:docMk/>
            <pc:sldMk cId="3597133252" sldId="266"/>
            <ac:spMk id="2" creationId="{994A08F4-EDCF-0B8E-A23F-4D57A0910E63}"/>
          </ac:spMkLst>
        </pc:spChg>
        <pc:spChg chg="mod">
          <ac:chgData name="thangam sivnantham" userId="9242b7324f16a732" providerId="LiveId" clId="{E3E833FC-4E5A-4A03-B9C7-C2402589AE47}" dt="2025-02-27T22:48:02.724" v="33" actId="20577"/>
          <ac:spMkLst>
            <pc:docMk/>
            <pc:sldMk cId="3597133252" sldId="266"/>
            <ac:spMk id="3" creationId="{C51DE670-64DC-DE70-57A5-B2718DB3A516}"/>
          </ac:spMkLst>
        </pc:spChg>
      </pc:sldChg>
      <pc:sldChg chg="modSp mod">
        <pc:chgData name="thangam sivnantham" userId="9242b7324f16a732" providerId="LiveId" clId="{E3E833FC-4E5A-4A03-B9C7-C2402589AE47}" dt="2025-02-27T22:48:25.324" v="37" actId="123"/>
        <pc:sldMkLst>
          <pc:docMk/>
          <pc:sldMk cId="2596356351" sldId="267"/>
        </pc:sldMkLst>
        <pc:spChg chg="mod">
          <ac:chgData name="thangam sivnantham" userId="9242b7324f16a732" providerId="LiveId" clId="{E3E833FC-4E5A-4A03-B9C7-C2402589AE47}" dt="2025-02-27T22:48:22.149" v="36"/>
          <ac:spMkLst>
            <pc:docMk/>
            <pc:sldMk cId="2596356351" sldId="267"/>
            <ac:spMk id="2" creationId="{3C6897BF-AA6F-B452-7393-3E0A2A78278F}"/>
          </ac:spMkLst>
        </pc:spChg>
        <pc:spChg chg="mod">
          <ac:chgData name="thangam sivnantham" userId="9242b7324f16a732" providerId="LiveId" clId="{E3E833FC-4E5A-4A03-B9C7-C2402589AE47}" dt="2025-02-27T22:48:25.324" v="37" actId="123"/>
          <ac:spMkLst>
            <pc:docMk/>
            <pc:sldMk cId="2596356351" sldId="267"/>
            <ac:spMk id="3" creationId="{CC3BBDB3-9199-9CA2-52F2-C8F417314FA8}"/>
          </ac:spMkLst>
        </pc:spChg>
      </pc:sldChg>
      <pc:sldChg chg="modSp mod">
        <pc:chgData name="thangam sivnantham" userId="9242b7324f16a732" providerId="LiveId" clId="{E3E833FC-4E5A-4A03-B9C7-C2402589AE47}" dt="2025-02-27T22:49:03.713" v="42" actId="123"/>
        <pc:sldMkLst>
          <pc:docMk/>
          <pc:sldMk cId="2793103406" sldId="268"/>
        </pc:sldMkLst>
        <pc:spChg chg="mod">
          <ac:chgData name="thangam sivnantham" userId="9242b7324f16a732" providerId="LiveId" clId="{E3E833FC-4E5A-4A03-B9C7-C2402589AE47}" dt="2025-02-27T22:48:58.713" v="41" actId="255"/>
          <ac:spMkLst>
            <pc:docMk/>
            <pc:sldMk cId="2793103406" sldId="268"/>
            <ac:spMk id="2" creationId="{858E4C19-6DD3-79F1-CAAA-14DAE707BCA8}"/>
          </ac:spMkLst>
        </pc:spChg>
        <pc:spChg chg="mod">
          <ac:chgData name="thangam sivnantham" userId="9242b7324f16a732" providerId="LiveId" clId="{E3E833FC-4E5A-4A03-B9C7-C2402589AE47}" dt="2025-02-27T22:49:03.713" v="42" actId="123"/>
          <ac:spMkLst>
            <pc:docMk/>
            <pc:sldMk cId="2793103406" sldId="268"/>
            <ac:spMk id="3" creationId="{678005DA-837C-24C5-C363-66C9699FEA34}"/>
          </ac:spMkLst>
        </pc:spChg>
      </pc:sldChg>
      <pc:sldChg chg="modSp mod">
        <pc:chgData name="thangam sivnantham" userId="9242b7324f16a732" providerId="LiveId" clId="{E3E833FC-4E5A-4A03-B9C7-C2402589AE47}" dt="2025-02-27T22:49:16.794" v="43" actId="255"/>
        <pc:sldMkLst>
          <pc:docMk/>
          <pc:sldMk cId="2228606417" sldId="269"/>
        </pc:sldMkLst>
        <pc:spChg chg="mod">
          <ac:chgData name="thangam sivnantham" userId="9242b7324f16a732" providerId="LiveId" clId="{E3E833FC-4E5A-4A03-B9C7-C2402589AE47}" dt="2025-02-27T22:49:16.794" v="43" actId="255"/>
          <ac:spMkLst>
            <pc:docMk/>
            <pc:sldMk cId="2228606417" sldId="269"/>
            <ac:spMk id="2" creationId="{F07496AB-6F26-AEB9-104D-B3C7D78DF9AE}"/>
          </ac:spMkLst>
        </pc:spChg>
      </pc:sldChg>
      <pc:sldChg chg="modSp mod">
        <pc:chgData name="thangam sivnantham" userId="9242b7324f16a732" providerId="LiveId" clId="{E3E833FC-4E5A-4A03-B9C7-C2402589AE47}" dt="2025-02-27T22:49:53.653" v="50" actId="108"/>
        <pc:sldMkLst>
          <pc:docMk/>
          <pc:sldMk cId="601015988" sldId="270"/>
        </pc:sldMkLst>
        <pc:spChg chg="mod">
          <ac:chgData name="thangam sivnantham" userId="9242b7324f16a732" providerId="LiveId" clId="{E3E833FC-4E5A-4A03-B9C7-C2402589AE47}" dt="2025-02-27T22:49:27.872" v="46" actId="6549"/>
          <ac:spMkLst>
            <pc:docMk/>
            <pc:sldMk cId="601015988" sldId="270"/>
            <ac:spMk id="2" creationId="{4B3F588B-2162-4833-B43A-B1DD341685D1}"/>
          </ac:spMkLst>
        </pc:spChg>
        <pc:spChg chg="mod">
          <ac:chgData name="thangam sivnantham" userId="9242b7324f16a732" providerId="LiveId" clId="{E3E833FC-4E5A-4A03-B9C7-C2402589AE47}" dt="2025-02-27T22:49:43.792" v="49" actId="27636"/>
          <ac:spMkLst>
            <pc:docMk/>
            <pc:sldMk cId="601015988" sldId="270"/>
            <ac:spMk id="3" creationId="{8CEA2DC2-4BE3-B734-1D3D-DE9CEA06718F}"/>
          </ac:spMkLst>
        </pc:spChg>
        <pc:spChg chg="mod">
          <ac:chgData name="thangam sivnantham" userId="9242b7324f16a732" providerId="LiveId" clId="{E3E833FC-4E5A-4A03-B9C7-C2402589AE47}" dt="2025-02-27T22:49:53.653" v="50" actId="108"/>
          <ac:spMkLst>
            <pc:docMk/>
            <pc:sldMk cId="601015988" sldId="270"/>
            <ac:spMk id="4" creationId="{8C9016A7-7883-321B-9A45-87E62A5CB4C5}"/>
          </ac:spMkLst>
        </pc:spChg>
      </pc:sldChg>
      <pc:sldChg chg="modSp mod">
        <pc:chgData name="thangam sivnantham" userId="9242b7324f16a732" providerId="LiveId" clId="{E3E833FC-4E5A-4A03-B9C7-C2402589AE47}" dt="2025-02-27T22:50:21.318" v="59" actId="20577"/>
        <pc:sldMkLst>
          <pc:docMk/>
          <pc:sldMk cId="3692042997" sldId="271"/>
        </pc:sldMkLst>
        <pc:spChg chg="mod">
          <ac:chgData name="thangam sivnantham" userId="9242b7324f16a732" providerId="LiveId" clId="{E3E833FC-4E5A-4A03-B9C7-C2402589AE47}" dt="2025-02-27T22:50:21.318" v="59" actId="20577"/>
          <ac:spMkLst>
            <pc:docMk/>
            <pc:sldMk cId="3692042997" sldId="271"/>
            <ac:spMk id="2" creationId="{C4529BF6-0B74-DB35-CEC2-701DBF8815D8}"/>
          </ac:spMkLst>
        </pc:spChg>
      </pc:sldChg>
      <pc:sldChg chg="modSp mod">
        <pc:chgData name="thangam sivnantham" userId="9242b7324f16a732" providerId="LiveId" clId="{E3E833FC-4E5A-4A03-B9C7-C2402589AE47}" dt="2025-03-03T03:15:21.403" v="111" actId="20577"/>
        <pc:sldMkLst>
          <pc:docMk/>
          <pc:sldMk cId="95782374" sldId="272"/>
        </pc:sldMkLst>
        <pc:spChg chg="mod">
          <ac:chgData name="thangam sivnantham" userId="9242b7324f16a732" providerId="LiveId" clId="{E3E833FC-4E5A-4A03-B9C7-C2402589AE47}" dt="2025-02-27T22:50:28.498" v="60"/>
          <ac:spMkLst>
            <pc:docMk/>
            <pc:sldMk cId="95782374" sldId="272"/>
            <ac:spMk id="5" creationId="{1D1B1A8F-39A6-B61B-E11D-54B0F8C539D8}"/>
          </ac:spMkLst>
        </pc:spChg>
        <pc:spChg chg="mod">
          <ac:chgData name="thangam sivnantham" userId="9242b7324f16a732" providerId="LiveId" clId="{E3E833FC-4E5A-4A03-B9C7-C2402589AE47}" dt="2025-03-03T03:15:21.403" v="111" actId="20577"/>
          <ac:spMkLst>
            <pc:docMk/>
            <pc:sldMk cId="95782374" sldId="272"/>
            <ac:spMk id="10" creationId="{177413BC-68EA-DDA6-D4BF-FFB4453662EF}"/>
          </ac:spMkLst>
        </pc:spChg>
      </pc:sldChg>
      <pc:sldChg chg="modSp mod">
        <pc:chgData name="thangam sivnantham" userId="9242b7324f16a732" providerId="LiveId" clId="{E3E833FC-4E5A-4A03-B9C7-C2402589AE47}" dt="2025-02-27T22:50:33.393" v="61"/>
        <pc:sldMkLst>
          <pc:docMk/>
          <pc:sldMk cId="4069835934" sldId="273"/>
        </pc:sldMkLst>
        <pc:spChg chg="mod">
          <ac:chgData name="thangam sivnantham" userId="9242b7324f16a732" providerId="LiveId" clId="{E3E833FC-4E5A-4A03-B9C7-C2402589AE47}" dt="2025-02-27T22:50:33.393" v="61"/>
          <ac:spMkLst>
            <pc:docMk/>
            <pc:sldMk cId="4069835934" sldId="273"/>
            <ac:spMk id="2" creationId="{6A038D59-8170-E650-1712-53E15F980C97}"/>
          </ac:spMkLst>
        </pc:spChg>
      </pc:sldChg>
      <pc:sldChg chg="modSp mod">
        <pc:chgData name="thangam sivnantham" userId="9242b7324f16a732" providerId="LiveId" clId="{E3E833FC-4E5A-4A03-B9C7-C2402589AE47}" dt="2025-02-27T22:50:40.721" v="62" actId="255"/>
        <pc:sldMkLst>
          <pc:docMk/>
          <pc:sldMk cId="3848135544" sldId="274"/>
        </pc:sldMkLst>
        <pc:spChg chg="mod">
          <ac:chgData name="thangam sivnantham" userId="9242b7324f16a732" providerId="LiveId" clId="{E3E833FC-4E5A-4A03-B9C7-C2402589AE47}" dt="2025-02-27T22:50:40.721" v="62" actId="255"/>
          <ac:spMkLst>
            <pc:docMk/>
            <pc:sldMk cId="3848135544" sldId="274"/>
            <ac:spMk id="2" creationId="{114ED96B-2431-A995-6915-D3E2A43ECCC2}"/>
          </ac:spMkLst>
        </pc:spChg>
      </pc:sldChg>
      <pc:sldChg chg="modSp mod">
        <pc:chgData name="thangam sivnantham" userId="9242b7324f16a732" providerId="LiveId" clId="{E3E833FC-4E5A-4A03-B9C7-C2402589AE47}" dt="2025-02-27T22:51:09.127" v="72" actId="20577"/>
        <pc:sldMkLst>
          <pc:docMk/>
          <pc:sldMk cId="2152661484" sldId="275"/>
        </pc:sldMkLst>
        <pc:spChg chg="mod">
          <ac:chgData name="thangam sivnantham" userId="9242b7324f16a732" providerId="LiveId" clId="{E3E833FC-4E5A-4A03-B9C7-C2402589AE47}" dt="2025-02-27T22:51:09.127" v="72" actId="20577"/>
          <ac:spMkLst>
            <pc:docMk/>
            <pc:sldMk cId="2152661484" sldId="275"/>
            <ac:spMk id="2" creationId="{3E1D882C-6BF6-561C-6F32-897B2B695886}"/>
          </ac:spMkLst>
        </pc:spChg>
      </pc:sldChg>
      <pc:sldChg chg="modSp mod">
        <pc:chgData name="thangam sivnantham" userId="9242b7324f16a732" providerId="LiveId" clId="{E3E833FC-4E5A-4A03-B9C7-C2402589AE47}" dt="2025-02-27T22:51:15.434" v="73" actId="255"/>
        <pc:sldMkLst>
          <pc:docMk/>
          <pc:sldMk cId="3975871029" sldId="276"/>
        </pc:sldMkLst>
        <pc:spChg chg="mod">
          <ac:chgData name="thangam sivnantham" userId="9242b7324f16a732" providerId="LiveId" clId="{E3E833FC-4E5A-4A03-B9C7-C2402589AE47}" dt="2025-02-27T22:51:15.434" v="73" actId="255"/>
          <ac:spMkLst>
            <pc:docMk/>
            <pc:sldMk cId="3975871029" sldId="276"/>
            <ac:spMk id="2" creationId="{DA1BCF47-26AB-C31E-965E-8E1446132207}"/>
          </ac:spMkLst>
        </pc:spChg>
      </pc:sldChg>
      <pc:sldChg chg="modSp mod">
        <pc:chgData name="thangam sivnantham" userId="9242b7324f16a732" providerId="LiveId" clId="{E3E833FC-4E5A-4A03-B9C7-C2402589AE47}" dt="2025-02-27T22:51:27.512" v="83" actId="20577"/>
        <pc:sldMkLst>
          <pc:docMk/>
          <pc:sldMk cId="4083674424" sldId="277"/>
        </pc:sldMkLst>
        <pc:spChg chg="mod">
          <ac:chgData name="thangam sivnantham" userId="9242b7324f16a732" providerId="LiveId" clId="{E3E833FC-4E5A-4A03-B9C7-C2402589AE47}" dt="2025-02-27T22:51:27.512" v="83" actId="20577"/>
          <ac:spMkLst>
            <pc:docMk/>
            <pc:sldMk cId="4083674424" sldId="277"/>
            <ac:spMk id="2" creationId="{92D8FEB1-1AED-7DAD-7FE4-5282458C7E6C}"/>
          </ac:spMkLst>
        </pc:spChg>
      </pc:sldChg>
      <pc:sldChg chg="modSp mod">
        <pc:chgData name="thangam sivnantham" userId="9242b7324f16a732" providerId="LiveId" clId="{E3E833FC-4E5A-4A03-B9C7-C2402589AE47}" dt="2025-02-27T23:01:07.292" v="86" actId="27636"/>
        <pc:sldMkLst>
          <pc:docMk/>
          <pc:sldMk cId="2093471705" sldId="278"/>
        </pc:sldMkLst>
        <pc:spChg chg="mod">
          <ac:chgData name="thangam sivnantham" userId="9242b7324f16a732" providerId="LiveId" clId="{E3E833FC-4E5A-4A03-B9C7-C2402589AE47}" dt="2025-02-27T23:01:07.292" v="86" actId="27636"/>
          <ac:spMkLst>
            <pc:docMk/>
            <pc:sldMk cId="2093471705" sldId="278"/>
            <ac:spMk id="2" creationId="{85FEEC0C-3563-7032-DB19-C12A772A194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79068-E69F-3A1D-2E64-2252E8D4D6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8ABBB2-E340-DDD2-DDB2-CEDE4494C9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25DB9B-ED4D-F5FE-CCC4-8DFF6029D191}"/>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5" name="Footer Placeholder 4">
            <a:extLst>
              <a:ext uri="{FF2B5EF4-FFF2-40B4-BE49-F238E27FC236}">
                <a16:creationId xmlns:a16="http://schemas.microsoft.com/office/drawing/2014/main" id="{7AF7981D-AE90-3048-AC40-03E65C9D93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22B101-7631-EFA1-05ED-23A4DC828189}"/>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3131177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75427-860B-681E-878F-498F37E646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E92363-65DC-878A-BBBD-B01FB5BEE4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86B9BC-7D86-E1AE-3094-BB22A0D8F441}"/>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5" name="Footer Placeholder 4">
            <a:extLst>
              <a:ext uri="{FF2B5EF4-FFF2-40B4-BE49-F238E27FC236}">
                <a16:creationId xmlns:a16="http://schemas.microsoft.com/office/drawing/2014/main" id="{478891CE-B7C3-1FFD-8882-350726896A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CE9397-63AE-D289-6514-5FA0980FAC2E}"/>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2287434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08DE3-AE60-B228-1774-FB3D68A0B3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99A64E-56C2-3D86-F0E8-CE3AC5AEEF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C82E80-6FAA-08C4-CAD7-5BA155E048E0}"/>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5" name="Footer Placeholder 4">
            <a:extLst>
              <a:ext uri="{FF2B5EF4-FFF2-40B4-BE49-F238E27FC236}">
                <a16:creationId xmlns:a16="http://schemas.microsoft.com/office/drawing/2014/main" id="{EF938510-DE96-C42A-6889-9F68570B0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C258D0-841B-ED97-6936-20D439465C5C}"/>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2739125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2A99E-14E1-DF1C-9CF7-CEA8B433E3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86580C-53A7-B87A-2E09-B1852DEE72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3AD277-3783-4905-F467-CB596F38D8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D36C26-2AA5-3B29-7F40-C96E2091C23C}"/>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6" name="Footer Placeholder 5">
            <a:extLst>
              <a:ext uri="{FF2B5EF4-FFF2-40B4-BE49-F238E27FC236}">
                <a16:creationId xmlns:a16="http://schemas.microsoft.com/office/drawing/2014/main" id="{7B621A8F-00E9-1BE3-3D08-135F294D50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145817-DA0C-3582-C211-71BB2803F1EA}"/>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4126281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C3956-4A11-E6F9-3006-4FEAD62C41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908278-9E72-4C28-24B6-25F94E866F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57C141-D4AE-2804-07BA-B56ED307B2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CF9F3B-4FAE-1126-E19C-0CDE4575E9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63ADFF-2DBC-A1D2-A2E3-469FC959D6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9B043D-BFD3-7079-F8EA-4BA649C2AB7B}"/>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8" name="Footer Placeholder 7">
            <a:extLst>
              <a:ext uri="{FF2B5EF4-FFF2-40B4-BE49-F238E27FC236}">
                <a16:creationId xmlns:a16="http://schemas.microsoft.com/office/drawing/2014/main" id="{415D1431-F29A-4C5A-7112-E1CD8708AD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1F14C2-C6BB-D5BD-7DA5-9F6AAAAC06BE}"/>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259891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72CE1-21EC-13C7-5F11-E6F980631D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BC4B59-6AD5-C0E8-E537-7B3370463067}"/>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4" name="Footer Placeholder 3">
            <a:extLst>
              <a:ext uri="{FF2B5EF4-FFF2-40B4-BE49-F238E27FC236}">
                <a16:creationId xmlns:a16="http://schemas.microsoft.com/office/drawing/2014/main" id="{BD6EEB60-D227-CAA1-62B2-6E7911CCB7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AD1BED-9E2D-FF9E-F760-92E23A4E6474}"/>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2407041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648CCB-E198-D51E-ED13-0F02EBF6A3AB}"/>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3" name="Footer Placeholder 2">
            <a:extLst>
              <a:ext uri="{FF2B5EF4-FFF2-40B4-BE49-F238E27FC236}">
                <a16:creationId xmlns:a16="http://schemas.microsoft.com/office/drawing/2014/main" id="{5358E4B4-D1EE-2F44-2E1A-ECE7CF97A3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1FB0AA-37D2-9D03-BD22-41ACD073BF64}"/>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883436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C4599-FBF8-1204-3702-28C7130D16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3A6F1D-DC64-0221-5ECE-849DE9F704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18405A-45B5-72A4-7F2C-007C3B781D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77EAF9-EDA9-9A27-4D59-9830BC5D0553}"/>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6" name="Footer Placeholder 5">
            <a:extLst>
              <a:ext uri="{FF2B5EF4-FFF2-40B4-BE49-F238E27FC236}">
                <a16:creationId xmlns:a16="http://schemas.microsoft.com/office/drawing/2014/main" id="{869AA6CC-74C3-18D5-5C36-8E170B077D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DF5F06-08F5-B6A3-2731-7ECC62E11DC1}"/>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2246160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3C49F-FFA7-AE31-F018-AC47254293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1D0ACB-BFE6-7D3E-6D5E-586F9B5FA8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0FC1E7-BC45-0566-267B-19E16FC882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29A6DA-A537-2C06-16A2-5245952ACCA2}"/>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6" name="Footer Placeholder 5">
            <a:extLst>
              <a:ext uri="{FF2B5EF4-FFF2-40B4-BE49-F238E27FC236}">
                <a16:creationId xmlns:a16="http://schemas.microsoft.com/office/drawing/2014/main" id="{E74519E1-FF5C-D206-8BFD-AF2B1FE785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0FFA36-902E-45DB-6579-A27A15128515}"/>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1648813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C512E-32B2-B519-0EAB-3DA7A2E974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C05325-F8BF-667F-AD3A-78F392A055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263565-C4B4-FD96-5977-EC1DC1E3BFC5}"/>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5" name="Footer Placeholder 4">
            <a:extLst>
              <a:ext uri="{FF2B5EF4-FFF2-40B4-BE49-F238E27FC236}">
                <a16:creationId xmlns:a16="http://schemas.microsoft.com/office/drawing/2014/main" id="{3CB955D3-3AEF-0C71-DE62-23347637EA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C3BACD-10F0-6A28-A498-51730EAA680A}"/>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4202133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2F653F-136A-8434-716F-86CDDA882E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BCEA03-288A-295B-2E4A-2C853E406F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4497F-19E2-9C84-FEBB-7F98857263FF}"/>
              </a:ext>
            </a:extLst>
          </p:cNvPr>
          <p:cNvSpPr>
            <a:spLocks noGrp="1"/>
          </p:cNvSpPr>
          <p:nvPr>
            <p:ph type="dt" sz="half" idx="10"/>
          </p:nvPr>
        </p:nvSpPr>
        <p:spPr/>
        <p:txBody>
          <a:bodyPr/>
          <a:lstStyle/>
          <a:p>
            <a:fld id="{819BA37F-84D4-4C8A-87BF-82890E60EB04}" type="datetimeFigureOut">
              <a:rPr lang="en-US" smtClean="0"/>
              <a:t>3/3/2025</a:t>
            </a:fld>
            <a:endParaRPr lang="en-US"/>
          </a:p>
        </p:txBody>
      </p:sp>
      <p:sp>
        <p:nvSpPr>
          <p:cNvPr id="5" name="Footer Placeholder 4">
            <a:extLst>
              <a:ext uri="{FF2B5EF4-FFF2-40B4-BE49-F238E27FC236}">
                <a16:creationId xmlns:a16="http://schemas.microsoft.com/office/drawing/2014/main" id="{F402DC57-76D9-600A-CCFF-F49ABBC5BF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B81606-CD72-04BD-6979-AC4C76A3E383}"/>
              </a:ext>
            </a:extLst>
          </p:cNvPr>
          <p:cNvSpPr>
            <a:spLocks noGrp="1"/>
          </p:cNvSpPr>
          <p:nvPr>
            <p:ph type="sldNum" sz="quarter" idx="12"/>
          </p:nvPr>
        </p:nvSpPr>
        <p:spPr/>
        <p:txBody>
          <a:bodyPr/>
          <a:lstStyle/>
          <a:p>
            <a:fld id="{C71368B0-157C-4395-8219-1560BFCFEEF1}" type="slidenum">
              <a:rPr lang="en-US" smtClean="0"/>
              <a:t>‹#›</a:t>
            </a:fld>
            <a:endParaRPr lang="en-US"/>
          </a:p>
        </p:txBody>
      </p:sp>
    </p:spTree>
    <p:extLst>
      <p:ext uri="{BB962C8B-B14F-4D97-AF65-F5344CB8AC3E}">
        <p14:creationId xmlns:p14="http://schemas.microsoft.com/office/powerpoint/2010/main" val="2953560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3A57B5-2F50-240E-BFE9-9FA90DFBFA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A2458B-5D4F-6675-A80C-22FD3A1D3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D424F2-FD19-4418-034B-2E7FAB88D5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9BA37F-84D4-4C8A-87BF-82890E60EB04}" type="datetimeFigureOut">
              <a:rPr lang="en-US" smtClean="0"/>
              <a:t>3/3/2025</a:t>
            </a:fld>
            <a:endParaRPr lang="en-US"/>
          </a:p>
        </p:txBody>
      </p:sp>
      <p:sp>
        <p:nvSpPr>
          <p:cNvPr id="5" name="Footer Placeholder 4">
            <a:extLst>
              <a:ext uri="{FF2B5EF4-FFF2-40B4-BE49-F238E27FC236}">
                <a16:creationId xmlns:a16="http://schemas.microsoft.com/office/drawing/2014/main" id="{0ED6403E-A65B-E97B-3187-74562F75F2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81C45A2-0E3E-F563-0EEF-32B798B85F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1368B0-157C-4395-8219-1560BFCFEEF1}" type="slidenum">
              <a:rPr lang="en-US" smtClean="0"/>
              <a:t>‹#›</a:t>
            </a:fld>
            <a:endParaRPr lang="en-US"/>
          </a:p>
        </p:txBody>
      </p:sp>
    </p:spTree>
    <p:extLst>
      <p:ext uri="{BB962C8B-B14F-4D97-AF65-F5344CB8AC3E}">
        <p14:creationId xmlns:p14="http://schemas.microsoft.com/office/powerpoint/2010/main" val="3023337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05651-8AF3-A2F8-CD74-AB05E41B4B92}"/>
              </a:ext>
            </a:extLst>
          </p:cNvPr>
          <p:cNvSpPr>
            <a:spLocks noGrp="1"/>
          </p:cNvSpPr>
          <p:nvPr>
            <p:ph type="ctrTitle"/>
          </p:nvPr>
        </p:nvSpPr>
        <p:spPr/>
        <p:txBody>
          <a:bodyPr>
            <a:normAutofit/>
          </a:bodyPr>
          <a:lstStyle/>
          <a:p>
            <a:r>
              <a:rPr lang="en-US" sz="3200" b="0" i="0" u="none" strike="noStrike" baseline="0" dirty="0">
                <a:latin typeface="FranklinGothic-Heavy"/>
              </a:rPr>
              <a:t>Creating Fixed or Liquid Layouts</a:t>
            </a:r>
            <a:endParaRPr lang="en-US" sz="3200" dirty="0"/>
          </a:p>
        </p:txBody>
      </p:sp>
      <p:sp>
        <p:nvSpPr>
          <p:cNvPr id="3" name="Subtitle 2">
            <a:extLst>
              <a:ext uri="{FF2B5EF4-FFF2-40B4-BE49-F238E27FC236}">
                <a16:creationId xmlns:a16="http://schemas.microsoft.com/office/drawing/2014/main" id="{46C0CD88-5DFD-8580-3488-BCA29358F64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90349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1ED96-EAED-B108-E1C9-8D929225D364}"/>
              </a:ext>
            </a:extLst>
          </p:cNvPr>
          <p:cNvSpPr>
            <a:spLocks noGrp="1"/>
          </p:cNvSpPr>
          <p:nvPr>
            <p:ph type="title"/>
          </p:nvPr>
        </p:nvSpPr>
        <p:spPr/>
        <p:txBody>
          <a:bodyPr>
            <a:normAutofit/>
          </a:bodyPr>
          <a:lstStyle/>
          <a:p>
            <a:r>
              <a:rPr lang="en-US" sz="3200" i="0" u="none" strike="noStrike" baseline="0" dirty="0">
                <a:latin typeface="FranklinGothic-Heavy"/>
              </a:rPr>
              <a:t>Understanding Fixed Layouts</a:t>
            </a:r>
            <a:endParaRPr lang="en-US" sz="3200" dirty="0"/>
          </a:p>
        </p:txBody>
      </p:sp>
      <p:sp>
        <p:nvSpPr>
          <p:cNvPr id="3" name="Content Placeholder 2">
            <a:extLst>
              <a:ext uri="{FF2B5EF4-FFF2-40B4-BE49-F238E27FC236}">
                <a16:creationId xmlns:a16="http://schemas.microsoft.com/office/drawing/2014/main" id="{AB06365E-D54B-E478-538B-072E2341B7BA}"/>
              </a:ext>
            </a:extLst>
          </p:cNvPr>
          <p:cNvSpPr>
            <a:spLocks noGrp="1"/>
          </p:cNvSpPr>
          <p:nvPr>
            <p:ph idx="1"/>
          </p:nvPr>
        </p:nvSpPr>
        <p:spPr>
          <a:xfrm>
            <a:off x="838200" y="1394085"/>
            <a:ext cx="10515600" cy="4782878"/>
          </a:xfrm>
        </p:spPr>
        <p:txBody>
          <a:bodyPr>
            <a:normAutofit/>
          </a:bodyPr>
          <a:lstStyle/>
          <a:p>
            <a:pPr algn="just"/>
            <a:r>
              <a:rPr lang="en-US" sz="1800" b="0" i="0" u="none" strike="noStrike" baseline="0" dirty="0">
                <a:latin typeface="Palatino-Roman"/>
              </a:rPr>
              <a:t>A </a:t>
            </a:r>
            <a:r>
              <a:rPr lang="en-US" sz="1800" b="0" i="1" u="none" strike="noStrike" baseline="0" dirty="0">
                <a:latin typeface="Palatino-Italic"/>
              </a:rPr>
              <a:t>fixed layout</a:t>
            </a:r>
            <a:r>
              <a:rPr lang="en-US" sz="1800" b="0" i="0" u="none" strike="noStrike" baseline="0" dirty="0">
                <a:latin typeface="Palatino-Roman"/>
              </a:rPr>
              <a:t>, or fixed-width layout, is just that: a layout in which the body of the page is set to a specific width. </a:t>
            </a:r>
          </a:p>
          <a:p>
            <a:pPr algn="just"/>
            <a:r>
              <a:rPr lang="en-US" sz="1800" b="0" i="0" u="none" strike="noStrike" baseline="0" dirty="0">
                <a:latin typeface="Palatino-Roman"/>
              </a:rPr>
              <a:t>That width is typically controlled by a master “wrapper” </a:t>
            </a:r>
            <a:r>
              <a:rPr lang="en-US" sz="1800" b="0" i="0" u="none" strike="noStrike" baseline="0" dirty="0">
                <a:latin typeface="MonoRegular"/>
              </a:rPr>
              <a:t>&lt;div&gt; </a:t>
            </a:r>
            <a:r>
              <a:rPr lang="en-US" sz="1800" b="0" i="0" u="none" strike="noStrike" baseline="0" dirty="0">
                <a:latin typeface="Palatino-Roman"/>
              </a:rPr>
              <a:t>in which all content is contained. </a:t>
            </a:r>
          </a:p>
          <a:p>
            <a:pPr algn="just"/>
            <a:r>
              <a:rPr lang="en-US" sz="1800" b="0" i="0" u="none" strike="noStrike" baseline="0" dirty="0">
                <a:latin typeface="Palatino-Roman"/>
              </a:rPr>
              <a:t>The width property of that </a:t>
            </a:r>
            <a:r>
              <a:rPr lang="en-US" sz="1800" b="0" i="0" u="none" strike="noStrike" baseline="0" dirty="0">
                <a:latin typeface="MonoRegular"/>
              </a:rPr>
              <a:t>&lt;div&gt; </a:t>
            </a:r>
            <a:r>
              <a:rPr lang="en-US" sz="1800" b="0" i="0" u="none" strike="noStrike" baseline="0" dirty="0">
                <a:latin typeface="Palatino-Roman"/>
              </a:rPr>
              <a:t>would be set in the style attribute or in a style sheet entry if the </a:t>
            </a:r>
            <a:r>
              <a:rPr lang="en-US" sz="1800" b="0" i="0" u="none" strike="noStrike" baseline="0" dirty="0">
                <a:latin typeface="MonoRegular"/>
              </a:rPr>
              <a:t>&lt;div&gt; </a:t>
            </a:r>
            <a:r>
              <a:rPr lang="en-US" sz="1800" b="0" i="0" u="none" strike="noStrike" baseline="0" dirty="0">
                <a:latin typeface="Palatino-Roman"/>
              </a:rPr>
              <a:t>was given an ID value such as “main” or “wrapper” (although the name is up to you).</a:t>
            </a:r>
          </a:p>
          <a:p>
            <a:pPr algn="just"/>
            <a:r>
              <a:rPr lang="en-US" sz="1800" b="0" i="0" u="none" strike="noStrike" baseline="0" dirty="0">
                <a:latin typeface="Palatino-Roman"/>
              </a:rPr>
              <a:t>When creating a fixed-width layout, the most important decision is determining the minimum screen resolution you want to accommodate. </a:t>
            </a:r>
          </a:p>
          <a:p>
            <a:pPr algn="just"/>
            <a:r>
              <a:rPr lang="en-US" sz="1800" b="0" i="0" u="none" strike="noStrike" baseline="0" dirty="0">
                <a:latin typeface="Palatino-Roman"/>
              </a:rPr>
              <a:t>For many years, 800</a:t>
            </a:r>
            <a:r>
              <a:rPr lang="en-US" sz="1800" b="0" i="0" u="none" strike="noStrike" baseline="0" dirty="0">
                <a:latin typeface="Times New Roman" panose="02020603050405020304" pitchFamily="18" charset="0"/>
                <a:cs typeface="Times New Roman" panose="02020603050405020304" pitchFamily="18" charset="0"/>
              </a:rPr>
              <a:t>×</a:t>
            </a:r>
            <a:r>
              <a:rPr lang="en-US" sz="1800" b="0" i="0" u="none" strike="noStrike" baseline="0" dirty="0">
                <a:latin typeface="Palatino-Roman"/>
              </a:rPr>
              <a:t>600 has been the “lowest common denominator” for web designers, resulting in a typical fixed width of approximately 760 pixels.</a:t>
            </a:r>
          </a:p>
          <a:p>
            <a:pPr algn="just"/>
            <a:r>
              <a:rPr lang="en-US" sz="1800" b="0" i="0" u="none" strike="noStrike" baseline="0" dirty="0">
                <a:latin typeface="Palatino-Roman"/>
              </a:rPr>
              <a:t>However, since 2007, the number of people using an 800</a:t>
            </a:r>
            <a:r>
              <a:rPr lang="en-US" sz="1800" dirty="0">
                <a:latin typeface="Symbol" panose="05050102010706020507" pitchFamily="18" charset="2"/>
                <a:cs typeface="Times New Roman" panose="02020603050405020304" pitchFamily="18" charset="0"/>
              </a:rPr>
              <a:t>×</a:t>
            </a:r>
            <a:r>
              <a:rPr lang="en-US" sz="1800" b="0" i="0" u="none" strike="noStrike" baseline="0" dirty="0">
                <a:latin typeface="Palatino-Roman"/>
              </a:rPr>
              <a:t>600 screen resolution has been less than 8% (and is currently approximately 4%). </a:t>
            </a:r>
          </a:p>
          <a:p>
            <a:pPr algn="just"/>
            <a:r>
              <a:rPr lang="en-US" sz="1800" b="0" i="0" u="none" strike="noStrike" baseline="0" dirty="0">
                <a:latin typeface="Palatino-Roman"/>
              </a:rPr>
              <a:t>Given that, many web designers consider 1024</a:t>
            </a:r>
            <a:r>
              <a:rPr lang="en-US" sz="1800" b="0" i="0" u="none" strike="noStrike" baseline="0" dirty="0">
                <a:latin typeface="Symbol" panose="05050102010706020507" pitchFamily="18" charset="2"/>
              </a:rPr>
              <a:t>×</a:t>
            </a:r>
            <a:r>
              <a:rPr lang="en-US" sz="1800" b="0" i="0" u="none" strike="noStrike" baseline="0" dirty="0">
                <a:latin typeface="Palatino-Roman"/>
              </a:rPr>
              <a:t>768 the current minimum screen resolution, leading to fixed-width designs anywhere between 800 and 1000 pixels wide.</a:t>
            </a:r>
            <a:endParaRPr lang="en-US" dirty="0"/>
          </a:p>
        </p:txBody>
      </p:sp>
    </p:spTree>
    <p:extLst>
      <p:ext uri="{BB962C8B-B14F-4D97-AF65-F5344CB8AC3E}">
        <p14:creationId xmlns:p14="http://schemas.microsoft.com/office/powerpoint/2010/main" val="2598615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7ED5-8616-ADB9-6B85-14ED2BFC5D14}"/>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Understanding Fixed Layouts Cont..</a:t>
            </a:r>
            <a:endParaRPr lang="en-US" dirty="0"/>
          </a:p>
        </p:txBody>
      </p:sp>
      <p:sp>
        <p:nvSpPr>
          <p:cNvPr id="3" name="Content Placeholder 2">
            <a:extLst>
              <a:ext uri="{FF2B5EF4-FFF2-40B4-BE49-F238E27FC236}">
                <a16:creationId xmlns:a16="http://schemas.microsoft.com/office/drawing/2014/main" id="{6E8F5673-B95F-E4BA-68ED-E9787AB39B67}"/>
              </a:ext>
            </a:extLst>
          </p:cNvPr>
          <p:cNvSpPr>
            <a:spLocks noGrp="1"/>
          </p:cNvSpPr>
          <p:nvPr>
            <p:ph idx="1"/>
          </p:nvPr>
        </p:nvSpPr>
        <p:spPr/>
        <p:txBody>
          <a:bodyPr/>
          <a:lstStyle/>
          <a:p>
            <a:pPr algn="just"/>
            <a:r>
              <a:rPr lang="en-US" sz="1800" b="0" i="0" u="none" strike="noStrike" baseline="0" dirty="0">
                <a:latin typeface="Palatino-Roman"/>
              </a:rPr>
              <a:t>A main reason for creating a fixed-width layout is so that you can have precise control over the appearance of the content area. </a:t>
            </a:r>
          </a:p>
          <a:p>
            <a:pPr algn="just"/>
            <a:r>
              <a:rPr lang="en-US" sz="1800" b="0" i="0" u="none" strike="noStrike" baseline="0" dirty="0">
                <a:latin typeface="Palatino-Roman"/>
              </a:rPr>
              <a:t>However, if users visit your fixed-width site with smaller or much larger screen resolutions than the resolution you had in mind while you designed it, they might encounter scrollbars (if their resolution is smaller) or a large amount of empty space (if their resolution is greater).</a:t>
            </a:r>
          </a:p>
          <a:p>
            <a:pPr algn="just"/>
            <a:r>
              <a:rPr lang="en-US" sz="1800" b="0" i="0" u="none" strike="noStrike" baseline="0" dirty="0">
                <a:latin typeface="Palatino-Roman"/>
              </a:rPr>
              <a:t>However, Figure shows how this site looks when the browser window is more than 1400 pixels wide: There is a lot of empty space (or “real estate”) on both sides of the main body content.</a:t>
            </a:r>
          </a:p>
          <a:p>
            <a:pPr algn="just"/>
            <a:r>
              <a:rPr lang="en-US" sz="1800" b="0" i="0" u="none" strike="noStrike" baseline="0" dirty="0">
                <a:latin typeface="Palatino-Roman"/>
              </a:rPr>
              <a:t>There is another consideration when creating a fixed-width layout: whether to place the content flush-left or whether to center it. </a:t>
            </a:r>
          </a:p>
          <a:p>
            <a:pPr algn="just"/>
            <a:r>
              <a:rPr lang="en-US" sz="1800" b="0" i="0" u="none" strike="noStrike" baseline="0" dirty="0">
                <a:latin typeface="Palatino-Roman"/>
              </a:rPr>
              <a:t>Placing the content flush-left produces extra space on the right side only; centering the content area creates extra space on both sides.</a:t>
            </a:r>
            <a:endParaRPr lang="en-US" dirty="0"/>
          </a:p>
        </p:txBody>
      </p:sp>
    </p:spTree>
    <p:extLst>
      <p:ext uri="{BB962C8B-B14F-4D97-AF65-F5344CB8AC3E}">
        <p14:creationId xmlns:p14="http://schemas.microsoft.com/office/powerpoint/2010/main" val="975727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F526A-52C5-15C3-B44F-6D55D5B8BCDE}"/>
              </a:ext>
            </a:extLst>
          </p:cNvPr>
          <p:cNvSpPr>
            <a:spLocks noGrp="1"/>
          </p:cNvSpPr>
          <p:nvPr>
            <p:ph type="title"/>
          </p:nvPr>
        </p:nvSpPr>
        <p:spPr>
          <a:xfrm>
            <a:off x="838200" y="365126"/>
            <a:ext cx="10515600" cy="669196"/>
          </a:xfrm>
        </p:spPr>
        <p:txBody>
          <a:bodyPr>
            <a:normAutofit/>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Understanding Fixed Layouts Cont..</a:t>
            </a:r>
            <a:endParaRPr lang="en-US" dirty="0"/>
          </a:p>
        </p:txBody>
      </p:sp>
      <p:pic>
        <p:nvPicPr>
          <p:cNvPr id="5" name="Content Placeholder 4">
            <a:extLst>
              <a:ext uri="{FF2B5EF4-FFF2-40B4-BE49-F238E27FC236}">
                <a16:creationId xmlns:a16="http://schemas.microsoft.com/office/drawing/2014/main" id="{B6DD547A-D308-AADD-BC58-FC950E17C606}"/>
              </a:ext>
            </a:extLst>
          </p:cNvPr>
          <p:cNvPicPr>
            <a:picLocks noGrp="1" noChangeAspect="1"/>
          </p:cNvPicPr>
          <p:nvPr>
            <p:ph idx="1"/>
          </p:nvPr>
        </p:nvPicPr>
        <p:blipFill>
          <a:blip r:embed="rId2"/>
          <a:stretch>
            <a:fillRect/>
          </a:stretch>
        </p:blipFill>
        <p:spPr>
          <a:xfrm>
            <a:off x="2391333" y="1034322"/>
            <a:ext cx="7649178" cy="4296871"/>
          </a:xfrm>
        </p:spPr>
      </p:pic>
      <p:sp>
        <p:nvSpPr>
          <p:cNvPr id="7" name="TextBox 6">
            <a:extLst>
              <a:ext uri="{FF2B5EF4-FFF2-40B4-BE49-F238E27FC236}">
                <a16:creationId xmlns:a16="http://schemas.microsoft.com/office/drawing/2014/main" id="{393F5BBD-9441-F6F6-1BDC-A36947DC97E0}"/>
              </a:ext>
            </a:extLst>
          </p:cNvPr>
          <p:cNvSpPr txBox="1"/>
          <p:nvPr/>
        </p:nvSpPr>
        <p:spPr>
          <a:xfrm>
            <a:off x="2866867" y="5454346"/>
            <a:ext cx="6966679" cy="369332"/>
          </a:xfrm>
          <a:prstGeom prst="rect">
            <a:avLst/>
          </a:prstGeom>
          <a:noFill/>
        </p:spPr>
        <p:txBody>
          <a:bodyPr wrap="square">
            <a:spAutoFit/>
          </a:bodyPr>
          <a:lstStyle/>
          <a:p>
            <a:pPr algn="ctr"/>
            <a:r>
              <a:rPr lang="en-US" sz="1800" b="0" i="0" u="none" strike="noStrike" baseline="0" dirty="0">
                <a:latin typeface="FranklinGothic-Book"/>
              </a:rPr>
              <a:t>A fixed-width example with a smaller screen size.</a:t>
            </a:r>
            <a:endParaRPr lang="en-US" dirty="0"/>
          </a:p>
        </p:txBody>
      </p:sp>
    </p:spTree>
    <p:extLst>
      <p:ext uri="{BB962C8B-B14F-4D97-AF65-F5344CB8AC3E}">
        <p14:creationId xmlns:p14="http://schemas.microsoft.com/office/powerpoint/2010/main" val="1477563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9C5F3-8A84-C456-F50B-B9AC4D853264}"/>
              </a:ext>
            </a:extLst>
          </p:cNvPr>
          <p:cNvSpPr>
            <a:spLocks noGrp="1"/>
          </p:cNvSpPr>
          <p:nvPr>
            <p:ph type="title"/>
          </p:nvPr>
        </p:nvSpPr>
        <p:spPr>
          <a:xfrm>
            <a:off x="838200" y="365125"/>
            <a:ext cx="10515600" cy="699177"/>
          </a:xfrm>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Understanding Fixed Layouts Cont..</a:t>
            </a:r>
            <a:endParaRPr lang="en-US" dirty="0"/>
          </a:p>
        </p:txBody>
      </p:sp>
      <p:pic>
        <p:nvPicPr>
          <p:cNvPr id="5" name="Content Placeholder 4">
            <a:extLst>
              <a:ext uri="{FF2B5EF4-FFF2-40B4-BE49-F238E27FC236}">
                <a16:creationId xmlns:a16="http://schemas.microsoft.com/office/drawing/2014/main" id="{3C9B3C95-E3B7-D71C-E474-7DB82DB58961}"/>
              </a:ext>
            </a:extLst>
          </p:cNvPr>
          <p:cNvPicPr>
            <a:picLocks noGrp="1" noChangeAspect="1"/>
          </p:cNvPicPr>
          <p:nvPr>
            <p:ph idx="1"/>
          </p:nvPr>
        </p:nvPicPr>
        <p:blipFill>
          <a:blip r:embed="rId2"/>
          <a:stretch>
            <a:fillRect/>
          </a:stretch>
        </p:blipFill>
        <p:spPr>
          <a:xfrm>
            <a:off x="1937835" y="1074452"/>
            <a:ext cx="8075594" cy="4709095"/>
          </a:xfrm>
        </p:spPr>
      </p:pic>
      <p:sp>
        <p:nvSpPr>
          <p:cNvPr id="7" name="TextBox 6">
            <a:extLst>
              <a:ext uri="{FF2B5EF4-FFF2-40B4-BE49-F238E27FC236}">
                <a16:creationId xmlns:a16="http://schemas.microsoft.com/office/drawing/2014/main" id="{294FDDFA-4686-1FDB-3A68-34FDBC9A4410}"/>
              </a:ext>
            </a:extLst>
          </p:cNvPr>
          <p:cNvSpPr txBox="1"/>
          <p:nvPr/>
        </p:nvSpPr>
        <p:spPr>
          <a:xfrm>
            <a:off x="2821899" y="5783547"/>
            <a:ext cx="6093500" cy="369332"/>
          </a:xfrm>
          <a:prstGeom prst="rect">
            <a:avLst/>
          </a:prstGeom>
          <a:noFill/>
        </p:spPr>
        <p:txBody>
          <a:bodyPr wrap="square">
            <a:spAutoFit/>
          </a:bodyPr>
          <a:lstStyle/>
          <a:p>
            <a:pPr algn="ctr"/>
            <a:r>
              <a:rPr lang="en-US" sz="1800" b="0" i="0" u="none" strike="noStrike" baseline="0" dirty="0">
                <a:latin typeface="FranklinGothic-Book"/>
              </a:rPr>
              <a:t>A fixed-width example with a larger screen size.</a:t>
            </a:r>
            <a:endParaRPr lang="en-US" dirty="0"/>
          </a:p>
        </p:txBody>
      </p:sp>
    </p:spTree>
    <p:extLst>
      <p:ext uri="{BB962C8B-B14F-4D97-AF65-F5344CB8AC3E}">
        <p14:creationId xmlns:p14="http://schemas.microsoft.com/office/powerpoint/2010/main" val="3811266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50FF7-D530-5D63-7CBF-3582C6444F8E}"/>
              </a:ext>
            </a:extLst>
          </p:cNvPr>
          <p:cNvSpPr>
            <a:spLocks noGrp="1"/>
          </p:cNvSpPr>
          <p:nvPr>
            <p:ph type="title"/>
          </p:nvPr>
        </p:nvSpPr>
        <p:spPr/>
        <p:txBody>
          <a:bodyPr>
            <a:normAutofit/>
          </a:bodyPr>
          <a:lstStyle/>
          <a:p>
            <a:r>
              <a:rPr lang="en-US" sz="3200" b="0" i="0" u="none" strike="noStrike" baseline="0" dirty="0">
                <a:latin typeface="FranklinGothic-Heavy"/>
              </a:rPr>
              <a:t>Understanding Liquid Layouts</a:t>
            </a:r>
            <a:endParaRPr lang="en-US" sz="3200" dirty="0"/>
          </a:p>
        </p:txBody>
      </p:sp>
      <p:sp>
        <p:nvSpPr>
          <p:cNvPr id="3" name="Content Placeholder 2">
            <a:extLst>
              <a:ext uri="{FF2B5EF4-FFF2-40B4-BE49-F238E27FC236}">
                <a16:creationId xmlns:a16="http://schemas.microsoft.com/office/drawing/2014/main" id="{AA99C2BD-0EE1-2EFB-DFA8-22DADCC20730}"/>
              </a:ext>
            </a:extLst>
          </p:cNvPr>
          <p:cNvSpPr>
            <a:spLocks noGrp="1"/>
          </p:cNvSpPr>
          <p:nvPr>
            <p:ph idx="1"/>
          </p:nvPr>
        </p:nvSpPr>
        <p:spPr/>
        <p:txBody>
          <a:bodyPr/>
          <a:lstStyle/>
          <a:p>
            <a:pPr algn="just"/>
            <a:r>
              <a:rPr lang="en-US" sz="1800" b="0" i="0" u="none" strike="noStrike" baseline="0" dirty="0" err="1">
                <a:latin typeface="Palatino-Roman"/>
              </a:rPr>
              <a:t>A</a:t>
            </a:r>
            <a:r>
              <a:rPr lang="en-US" sz="1800" b="0" i="1" u="none" strike="noStrike" baseline="0" dirty="0" err="1">
                <a:latin typeface="Palatino-Italic"/>
              </a:rPr>
              <a:t>liquid</a:t>
            </a:r>
            <a:r>
              <a:rPr lang="en-US" sz="1800" b="0" i="1" u="none" strike="noStrike" baseline="0" dirty="0">
                <a:latin typeface="Palatino-Italic"/>
              </a:rPr>
              <a:t> layout</a:t>
            </a:r>
            <a:r>
              <a:rPr lang="en-US" sz="1800" b="0" i="0" u="none" strike="noStrike" baseline="0" dirty="0">
                <a:latin typeface="Palatino-Roman"/>
              </a:rPr>
              <a:t>—also called a fluid layout—is one in which the body of the page does not use a specified width in pixels, although it might be enclosed in a master “wrapper” </a:t>
            </a:r>
            <a:r>
              <a:rPr lang="en-US" sz="1800" b="0" i="0" u="none" strike="noStrike" baseline="0" dirty="0">
                <a:latin typeface="MonoRegular"/>
              </a:rPr>
              <a:t>&lt;div&gt; </a:t>
            </a:r>
            <a:r>
              <a:rPr lang="en-US" sz="1800" b="0" i="0" u="none" strike="noStrike" baseline="0" dirty="0">
                <a:latin typeface="Palatino-Roman"/>
              </a:rPr>
              <a:t>that uses a percentage width. </a:t>
            </a:r>
          </a:p>
          <a:p>
            <a:pPr algn="just"/>
            <a:r>
              <a:rPr lang="en-US" sz="1800" b="0" i="0" u="none" strike="noStrike" baseline="0" dirty="0">
                <a:latin typeface="Palatino-Roman"/>
              </a:rPr>
              <a:t>The idea behind the liquid layout is that it can be perfectly usable and still retain the overall design aesthetic even if the user has a very small or very wide screen.</a:t>
            </a:r>
            <a:endParaRPr lang="en-US" dirty="0"/>
          </a:p>
        </p:txBody>
      </p:sp>
    </p:spTree>
    <p:extLst>
      <p:ext uri="{BB962C8B-B14F-4D97-AF65-F5344CB8AC3E}">
        <p14:creationId xmlns:p14="http://schemas.microsoft.com/office/powerpoint/2010/main" val="2334349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93C48-9900-2D26-33B5-CE7F871C2256}"/>
              </a:ext>
            </a:extLst>
          </p:cNvPr>
          <p:cNvSpPr>
            <a:spLocks noGrp="1"/>
          </p:cNvSpPr>
          <p:nvPr>
            <p:ph type="title"/>
          </p:nvPr>
        </p:nvSpPr>
        <p:spPr>
          <a:xfrm>
            <a:off x="838200" y="365126"/>
            <a:ext cx="10515600" cy="956230"/>
          </a:xfrm>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Understanding Liquid Layouts Cont..</a:t>
            </a:r>
            <a:endParaRPr lang="en-US" dirty="0"/>
          </a:p>
        </p:txBody>
      </p:sp>
      <p:pic>
        <p:nvPicPr>
          <p:cNvPr id="5" name="Content Placeholder 4">
            <a:extLst>
              <a:ext uri="{FF2B5EF4-FFF2-40B4-BE49-F238E27FC236}">
                <a16:creationId xmlns:a16="http://schemas.microsoft.com/office/drawing/2014/main" id="{AB8FD502-3262-691E-EF6E-6097C7ECAE6A}"/>
              </a:ext>
            </a:extLst>
          </p:cNvPr>
          <p:cNvPicPr>
            <a:picLocks noGrp="1" noChangeAspect="1"/>
          </p:cNvPicPr>
          <p:nvPr>
            <p:ph idx="1"/>
          </p:nvPr>
        </p:nvPicPr>
        <p:blipFill>
          <a:blip r:embed="rId2"/>
          <a:stretch>
            <a:fillRect/>
          </a:stretch>
        </p:blipFill>
        <p:spPr>
          <a:xfrm>
            <a:off x="3168902" y="1690687"/>
            <a:ext cx="4446101" cy="4310957"/>
          </a:xfrm>
        </p:spPr>
      </p:pic>
      <p:sp>
        <p:nvSpPr>
          <p:cNvPr id="7" name="TextBox 6">
            <a:extLst>
              <a:ext uri="{FF2B5EF4-FFF2-40B4-BE49-F238E27FC236}">
                <a16:creationId xmlns:a16="http://schemas.microsoft.com/office/drawing/2014/main" id="{F88A1CD2-7EE6-89EB-FFCC-3D528F04AA68}"/>
              </a:ext>
            </a:extLst>
          </p:cNvPr>
          <p:cNvSpPr txBox="1"/>
          <p:nvPr/>
        </p:nvSpPr>
        <p:spPr>
          <a:xfrm>
            <a:off x="2537085" y="6001644"/>
            <a:ext cx="6093500" cy="369332"/>
          </a:xfrm>
          <a:prstGeom prst="rect">
            <a:avLst/>
          </a:prstGeom>
          <a:noFill/>
        </p:spPr>
        <p:txBody>
          <a:bodyPr wrap="square">
            <a:spAutoFit/>
          </a:bodyPr>
          <a:lstStyle/>
          <a:p>
            <a:pPr algn="ctr"/>
            <a:r>
              <a:rPr lang="en-US" sz="1800" b="0" i="0" u="none" strike="noStrike" baseline="0" dirty="0">
                <a:latin typeface="FranklinGothic-Book"/>
              </a:rPr>
              <a:t>A liquid layout as viewed in a relatively small screen.</a:t>
            </a:r>
            <a:endParaRPr lang="en-US" dirty="0"/>
          </a:p>
        </p:txBody>
      </p:sp>
    </p:spTree>
    <p:extLst>
      <p:ext uri="{BB962C8B-B14F-4D97-AF65-F5344CB8AC3E}">
        <p14:creationId xmlns:p14="http://schemas.microsoft.com/office/powerpoint/2010/main" val="1274093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08F4-EDCF-0B8E-A23F-4D57A0910E63}"/>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Understanding Liquid Layouts Cont..</a:t>
            </a:r>
            <a:endParaRPr lang="en-US" dirty="0"/>
          </a:p>
        </p:txBody>
      </p:sp>
      <p:sp>
        <p:nvSpPr>
          <p:cNvPr id="3" name="Content Placeholder 2">
            <a:extLst>
              <a:ext uri="{FF2B5EF4-FFF2-40B4-BE49-F238E27FC236}">
                <a16:creationId xmlns:a16="http://schemas.microsoft.com/office/drawing/2014/main" id="{C51DE670-64DC-DE70-57A5-B2718DB3A516}"/>
              </a:ext>
            </a:extLst>
          </p:cNvPr>
          <p:cNvSpPr>
            <a:spLocks noGrp="1"/>
          </p:cNvSpPr>
          <p:nvPr>
            <p:ph idx="1"/>
          </p:nvPr>
        </p:nvSpPr>
        <p:spPr/>
        <p:txBody>
          <a:bodyPr/>
          <a:lstStyle/>
          <a:p>
            <a:pPr algn="l"/>
            <a:r>
              <a:rPr lang="en-US" sz="1800" b="0" i="0" u="none" strike="noStrike" baseline="0" dirty="0">
                <a:latin typeface="Palatino-Roman"/>
              </a:rPr>
              <a:t>In the browser window is approximately 770 pixels wide. </a:t>
            </a:r>
          </a:p>
          <a:p>
            <a:pPr algn="l"/>
            <a:r>
              <a:rPr lang="en-US" sz="1800" b="0" i="0" u="none" strike="noStrike" baseline="0" dirty="0">
                <a:latin typeface="Palatino-Roman"/>
              </a:rPr>
              <a:t>This example shows a reasonable minimum screen width before a horizontal scrollbar appears. </a:t>
            </a:r>
          </a:p>
          <a:p>
            <a:pPr algn="l"/>
            <a:r>
              <a:rPr lang="en-US" sz="1800" b="0" i="0" u="none" strike="noStrike" baseline="0" dirty="0">
                <a:latin typeface="Palatino-Roman"/>
              </a:rPr>
              <a:t>In fact, the scrollbar does not appear until the browser is 735 pixels wide.</a:t>
            </a:r>
            <a:endParaRPr lang="en-US" dirty="0"/>
          </a:p>
        </p:txBody>
      </p:sp>
    </p:spTree>
    <p:extLst>
      <p:ext uri="{BB962C8B-B14F-4D97-AF65-F5344CB8AC3E}">
        <p14:creationId xmlns:p14="http://schemas.microsoft.com/office/powerpoint/2010/main" val="3597133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7C219-A461-D371-25B7-C0B20A9359C9}"/>
              </a:ext>
            </a:extLst>
          </p:cNvPr>
          <p:cNvSpPr>
            <a:spLocks noGrp="1"/>
          </p:cNvSpPr>
          <p:nvPr>
            <p:ph type="title"/>
          </p:nvPr>
        </p:nvSpPr>
        <p:spPr>
          <a:xfrm>
            <a:off x="838200" y="365125"/>
            <a:ext cx="10515600" cy="774127"/>
          </a:xfrm>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Understanding Liquid Layouts Cont..</a:t>
            </a:r>
            <a:endParaRPr lang="en-US" dirty="0"/>
          </a:p>
        </p:txBody>
      </p:sp>
      <p:pic>
        <p:nvPicPr>
          <p:cNvPr id="5" name="Content Placeholder 4">
            <a:extLst>
              <a:ext uri="{FF2B5EF4-FFF2-40B4-BE49-F238E27FC236}">
                <a16:creationId xmlns:a16="http://schemas.microsoft.com/office/drawing/2014/main" id="{6179D98F-DB79-8E74-288E-4046920E902C}"/>
              </a:ext>
            </a:extLst>
          </p:cNvPr>
          <p:cNvPicPr>
            <a:picLocks noGrp="1" noChangeAspect="1"/>
          </p:cNvPicPr>
          <p:nvPr>
            <p:ph idx="1"/>
          </p:nvPr>
        </p:nvPicPr>
        <p:blipFill>
          <a:blip r:embed="rId2"/>
          <a:stretch>
            <a:fillRect/>
          </a:stretch>
        </p:blipFill>
        <p:spPr>
          <a:xfrm>
            <a:off x="4675414" y="1139252"/>
            <a:ext cx="2841171" cy="4332158"/>
          </a:xfrm>
        </p:spPr>
      </p:pic>
      <p:sp>
        <p:nvSpPr>
          <p:cNvPr id="7" name="TextBox 6">
            <a:extLst>
              <a:ext uri="{FF2B5EF4-FFF2-40B4-BE49-F238E27FC236}">
                <a16:creationId xmlns:a16="http://schemas.microsoft.com/office/drawing/2014/main" id="{43A552FF-AE12-17DF-BDD6-1EA6D4A3E0E4}"/>
              </a:ext>
            </a:extLst>
          </p:cNvPr>
          <p:cNvSpPr txBox="1"/>
          <p:nvPr/>
        </p:nvSpPr>
        <p:spPr>
          <a:xfrm>
            <a:off x="3049249" y="5371902"/>
            <a:ext cx="6093500" cy="369332"/>
          </a:xfrm>
          <a:prstGeom prst="rect">
            <a:avLst/>
          </a:prstGeom>
          <a:noFill/>
        </p:spPr>
        <p:txBody>
          <a:bodyPr wrap="square">
            <a:spAutoFit/>
          </a:bodyPr>
          <a:lstStyle/>
          <a:p>
            <a:pPr algn="ctr"/>
            <a:r>
              <a:rPr lang="en-US" sz="1800" b="0" i="0" u="none" strike="noStrike" baseline="0" dirty="0">
                <a:latin typeface="FranklinGothic-Book"/>
              </a:rPr>
              <a:t>A liquid layout as viewed in a very small screen.</a:t>
            </a:r>
            <a:endParaRPr lang="en-US" dirty="0"/>
          </a:p>
        </p:txBody>
      </p:sp>
    </p:spTree>
    <p:extLst>
      <p:ext uri="{BB962C8B-B14F-4D97-AF65-F5344CB8AC3E}">
        <p14:creationId xmlns:p14="http://schemas.microsoft.com/office/powerpoint/2010/main" val="2155585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897BF-AA6F-B452-7393-3E0A2A78278F}"/>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Understanding Liquid Layouts Cont..</a:t>
            </a:r>
            <a:endParaRPr lang="en-US" dirty="0"/>
          </a:p>
        </p:txBody>
      </p:sp>
      <p:sp>
        <p:nvSpPr>
          <p:cNvPr id="3" name="Content Placeholder 2">
            <a:extLst>
              <a:ext uri="{FF2B5EF4-FFF2-40B4-BE49-F238E27FC236}">
                <a16:creationId xmlns:a16="http://schemas.microsoft.com/office/drawing/2014/main" id="{CC3BBDB3-9199-9CA2-52F2-C8F417314FA8}"/>
              </a:ext>
            </a:extLst>
          </p:cNvPr>
          <p:cNvSpPr>
            <a:spLocks noGrp="1"/>
          </p:cNvSpPr>
          <p:nvPr>
            <p:ph idx="1"/>
          </p:nvPr>
        </p:nvSpPr>
        <p:spPr/>
        <p:txBody>
          <a:bodyPr/>
          <a:lstStyle/>
          <a:p>
            <a:pPr algn="just"/>
            <a:r>
              <a:rPr lang="en-US" sz="1800" b="0" i="0" u="none" strike="noStrike" baseline="0" dirty="0">
                <a:latin typeface="Palatino-Roman"/>
              </a:rPr>
              <a:t>On the other hand, Figure shows a very small browser window (545 pixels wide).</a:t>
            </a:r>
          </a:p>
          <a:p>
            <a:pPr algn="just"/>
            <a:r>
              <a:rPr lang="en-US" sz="1800" b="0" i="0" u="none" strike="noStrike" baseline="0" dirty="0">
                <a:latin typeface="Palatino-Roman"/>
              </a:rPr>
              <a:t>In Figure, you can see a horizontal scrollbar; in the header area of the page content, the logo graphic is beginning to take over the text and appear on top of it. </a:t>
            </a:r>
          </a:p>
          <a:p>
            <a:pPr algn="just"/>
            <a:r>
              <a:rPr lang="en-US" sz="1800" b="0" i="0" u="none" strike="noStrike" baseline="0" dirty="0">
                <a:latin typeface="Palatino-Roman"/>
              </a:rPr>
              <a:t>But the bulk of the page is still quite usable. </a:t>
            </a:r>
          </a:p>
          <a:p>
            <a:pPr algn="just"/>
            <a:r>
              <a:rPr lang="en-US" sz="1800" b="0" i="0" u="none" strike="noStrike" baseline="0" dirty="0">
                <a:latin typeface="Palatino-Roman"/>
              </a:rPr>
              <a:t>The informational content on the left side of the page is still legible, and it is sharing the available space with the input form on the right side.</a:t>
            </a:r>
            <a:endParaRPr lang="en-US" dirty="0"/>
          </a:p>
        </p:txBody>
      </p:sp>
    </p:spTree>
    <p:extLst>
      <p:ext uri="{BB962C8B-B14F-4D97-AF65-F5344CB8AC3E}">
        <p14:creationId xmlns:p14="http://schemas.microsoft.com/office/powerpoint/2010/main" val="2596356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DCE93-CFFF-8623-445B-649C3CB3A543}"/>
              </a:ext>
            </a:extLst>
          </p:cNvPr>
          <p:cNvSpPr>
            <a:spLocks noGrp="1"/>
          </p:cNvSpPr>
          <p:nvPr>
            <p:ph type="title"/>
          </p:nvPr>
        </p:nvSpPr>
        <p:spPr>
          <a:xfrm>
            <a:off x="838200" y="365126"/>
            <a:ext cx="10515600" cy="819098"/>
          </a:xfrm>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Understanding Liquid Layouts Cont..</a:t>
            </a:r>
            <a:endParaRPr lang="en-US" dirty="0"/>
          </a:p>
        </p:txBody>
      </p:sp>
      <p:pic>
        <p:nvPicPr>
          <p:cNvPr id="5" name="Content Placeholder 4">
            <a:extLst>
              <a:ext uri="{FF2B5EF4-FFF2-40B4-BE49-F238E27FC236}">
                <a16:creationId xmlns:a16="http://schemas.microsoft.com/office/drawing/2014/main" id="{9A014D40-2783-FC70-A6AD-67FB0DC8E68F}"/>
              </a:ext>
            </a:extLst>
          </p:cNvPr>
          <p:cNvPicPr>
            <a:picLocks noGrp="1" noChangeAspect="1"/>
          </p:cNvPicPr>
          <p:nvPr>
            <p:ph idx="1"/>
          </p:nvPr>
        </p:nvPicPr>
        <p:blipFill>
          <a:blip r:embed="rId2"/>
          <a:stretch>
            <a:fillRect/>
          </a:stretch>
        </p:blipFill>
        <p:spPr>
          <a:xfrm>
            <a:off x="2627383" y="1319115"/>
            <a:ext cx="6576578" cy="3780659"/>
          </a:xfrm>
        </p:spPr>
      </p:pic>
      <p:sp>
        <p:nvSpPr>
          <p:cNvPr id="7" name="TextBox 6">
            <a:extLst>
              <a:ext uri="{FF2B5EF4-FFF2-40B4-BE49-F238E27FC236}">
                <a16:creationId xmlns:a16="http://schemas.microsoft.com/office/drawing/2014/main" id="{811695C6-DF58-6087-4B1A-0A2970815242}"/>
              </a:ext>
            </a:extLst>
          </p:cNvPr>
          <p:cNvSpPr txBox="1"/>
          <p:nvPr/>
        </p:nvSpPr>
        <p:spPr>
          <a:xfrm>
            <a:off x="2988039" y="5099774"/>
            <a:ext cx="6093500" cy="369332"/>
          </a:xfrm>
          <a:prstGeom prst="rect">
            <a:avLst/>
          </a:prstGeom>
          <a:noFill/>
        </p:spPr>
        <p:txBody>
          <a:bodyPr wrap="square">
            <a:spAutoFit/>
          </a:bodyPr>
          <a:lstStyle/>
          <a:p>
            <a:pPr algn="ctr"/>
            <a:r>
              <a:rPr lang="en-US" sz="1800" b="0" i="0" u="none" strike="noStrike" baseline="0" dirty="0">
                <a:latin typeface="FranklinGothic-Book"/>
              </a:rPr>
              <a:t>A liquid layout as viewed in a wide screen.</a:t>
            </a:r>
            <a:endParaRPr lang="en-US" dirty="0"/>
          </a:p>
        </p:txBody>
      </p:sp>
    </p:spTree>
    <p:extLst>
      <p:ext uri="{BB962C8B-B14F-4D97-AF65-F5344CB8AC3E}">
        <p14:creationId xmlns:p14="http://schemas.microsoft.com/office/powerpoint/2010/main" val="1879687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A5B5E-A676-E53A-AEA4-3E102D27E130}"/>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Understanding Liquid Layouts Cont..</a:t>
            </a:r>
            <a:endParaRPr lang="en-US" dirty="0"/>
          </a:p>
        </p:txBody>
      </p:sp>
      <p:sp>
        <p:nvSpPr>
          <p:cNvPr id="3" name="Content Placeholder 2">
            <a:extLst>
              <a:ext uri="{FF2B5EF4-FFF2-40B4-BE49-F238E27FC236}">
                <a16:creationId xmlns:a16="http://schemas.microsoft.com/office/drawing/2014/main" id="{DA879C28-789D-4A75-4AB6-FAE316971B5D}"/>
              </a:ext>
            </a:extLst>
          </p:cNvPr>
          <p:cNvSpPr>
            <a:spLocks noGrp="1"/>
          </p:cNvSpPr>
          <p:nvPr>
            <p:ph idx="1"/>
          </p:nvPr>
        </p:nvSpPr>
        <p:spPr/>
        <p:txBody>
          <a:bodyPr/>
          <a:lstStyle/>
          <a:p>
            <a:pPr algn="just"/>
            <a:r>
              <a:rPr lang="en-US" sz="1800" b="0" i="0" u="none" strike="noStrike" baseline="0" dirty="0">
                <a:latin typeface="Palatino-Roman"/>
              </a:rPr>
              <a:t>Figure shows how this same page looks in a very wide screen.</a:t>
            </a:r>
          </a:p>
          <a:p>
            <a:pPr algn="just"/>
            <a:r>
              <a:rPr lang="en-US" sz="1800" b="0" i="0" u="none" strike="noStrike" baseline="0" dirty="0">
                <a:latin typeface="Palatino-Roman"/>
              </a:rPr>
              <a:t>In Figure, the browser window is approximately 1330 pixels wide.</a:t>
            </a:r>
          </a:p>
          <a:p>
            <a:pPr algn="just"/>
            <a:r>
              <a:rPr lang="en-US" sz="1800" b="0" i="0" u="none" strike="noStrike" baseline="0" dirty="0">
                <a:latin typeface="Palatino-Roman"/>
              </a:rPr>
              <a:t>There is plenty of room for all of the content on the page to spread out.</a:t>
            </a:r>
          </a:p>
          <a:p>
            <a:pPr algn="just"/>
            <a:r>
              <a:rPr lang="en-US" sz="1800" b="0" i="0" u="none" strike="noStrike" baseline="0" dirty="0">
                <a:latin typeface="Palatino-Roman"/>
              </a:rPr>
              <a:t>This liquid layout is achieved because all the design elements have a percentage width specified (instead of a fixed width). </a:t>
            </a:r>
          </a:p>
          <a:p>
            <a:pPr algn="just"/>
            <a:r>
              <a:rPr lang="en-US" sz="1800" b="0" i="0" u="none" strike="noStrike" baseline="0" dirty="0">
                <a:latin typeface="Palatino-Roman"/>
              </a:rPr>
              <a:t>In doing so, the layout makes use of all the available browser real estate.</a:t>
            </a:r>
            <a:endParaRPr lang="en-US" dirty="0"/>
          </a:p>
        </p:txBody>
      </p:sp>
    </p:spTree>
    <p:extLst>
      <p:ext uri="{BB962C8B-B14F-4D97-AF65-F5344CB8AC3E}">
        <p14:creationId xmlns:p14="http://schemas.microsoft.com/office/powerpoint/2010/main" val="2549045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E4C19-6DD3-79F1-CAAA-14DAE707BCA8}"/>
              </a:ext>
            </a:extLst>
          </p:cNvPr>
          <p:cNvSpPr>
            <a:spLocks noGrp="1"/>
          </p:cNvSpPr>
          <p:nvPr>
            <p:ph type="title"/>
          </p:nvPr>
        </p:nvSpPr>
        <p:spPr/>
        <p:txBody>
          <a:bodyPr>
            <a:normAutofit/>
          </a:bodyPr>
          <a:lstStyle/>
          <a:p>
            <a:r>
              <a:rPr lang="en-US" sz="3200" b="0" i="0" u="none" strike="noStrike" baseline="0" dirty="0">
                <a:latin typeface="FranklinGothic-Heavy"/>
              </a:rPr>
              <a:t>Creating a Fixed/Liquid Hybrid Layout</a:t>
            </a:r>
            <a:endParaRPr lang="en-US" sz="3200" dirty="0"/>
          </a:p>
        </p:txBody>
      </p:sp>
      <p:sp>
        <p:nvSpPr>
          <p:cNvPr id="3" name="Content Placeholder 2">
            <a:extLst>
              <a:ext uri="{FF2B5EF4-FFF2-40B4-BE49-F238E27FC236}">
                <a16:creationId xmlns:a16="http://schemas.microsoft.com/office/drawing/2014/main" id="{678005DA-837C-24C5-C363-66C9699FEA34}"/>
              </a:ext>
            </a:extLst>
          </p:cNvPr>
          <p:cNvSpPr>
            <a:spLocks noGrp="1"/>
          </p:cNvSpPr>
          <p:nvPr>
            <p:ph idx="1"/>
          </p:nvPr>
        </p:nvSpPr>
        <p:spPr/>
        <p:txBody>
          <a:bodyPr/>
          <a:lstStyle/>
          <a:p>
            <a:pPr algn="just"/>
            <a:r>
              <a:rPr lang="en-US" sz="1800" b="0" i="0" u="none" strike="noStrike" baseline="0" dirty="0">
                <a:latin typeface="Palatino-Roman"/>
              </a:rPr>
              <a:t>A </a:t>
            </a:r>
            <a:r>
              <a:rPr lang="en-US" sz="1800" b="0" i="1" u="none" strike="noStrike" baseline="0" dirty="0">
                <a:latin typeface="Palatino-Italic"/>
              </a:rPr>
              <a:t>fixed/liquid hybrid </a:t>
            </a:r>
            <a:r>
              <a:rPr lang="en-US" sz="1800" b="0" i="0" u="none" strike="noStrike" baseline="0" dirty="0">
                <a:latin typeface="Palatino-Roman"/>
              </a:rPr>
              <a:t>layout is one that contains elements of both types of layouts. </a:t>
            </a:r>
          </a:p>
          <a:p>
            <a:pPr algn="just"/>
            <a:r>
              <a:rPr lang="en-US" sz="1800" b="0" i="0" u="none" strike="noStrike" baseline="0" dirty="0">
                <a:latin typeface="Palatino-Roman"/>
              </a:rPr>
              <a:t>For example, you could have a fluid layout that includes </a:t>
            </a:r>
            <a:r>
              <a:rPr lang="en-US" sz="1800" b="0" i="0" u="none" strike="noStrike" baseline="0" dirty="0" err="1">
                <a:latin typeface="Palatino-Roman"/>
              </a:rPr>
              <a:t>fixedwidth</a:t>
            </a:r>
            <a:r>
              <a:rPr lang="en-US" sz="1800" b="0" i="0" u="none" strike="noStrike" baseline="0" dirty="0">
                <a:latin typeface="Palatino-Roman"/>
              </a:rPr>
              <a:t> content areas either within the body area or as anchor elements (such as a left-side column or as a top navigation strip). </a:t>
            </a:r>
          </a:p>
          <a:p>
            <a:pPr algn="just"/>
            <a:r>
              <a:rPr lang="en-US" sz="1800" b="0" i="0" u="none" strike="noStrike" baseline="0" dirty="0">
                <a:latin typeface="Palatino-Roman"/>
              </a:rPr>
              <a:t>You can even create a fixed content area that acts like a frame, “Using Windows and Frames,” in which the fixed content area remains fixed even as users scroll through the content.</a:t>
            </a:r>
            <a:endParaRPr lang="en-US" dirty="0"/>
          </a:p>
        </p:txBody>
      </p:sp>
    </p:spTree>
    <p:extLst>
      <p:ext uri="{BB962C8B-B14F-4D97-AF65-F5344CB8AC3E}">
        <p14:creationId xmlns:p14="http://schemas.microsoft.com/office/powerpoint/2010/main" val="2793103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496AB-6F26-AEB9-104D-B3C7D78DF9AE}"/>
              </a:ext>
            </a:extLst>
          </p:cNvPr>
          <p:cNvSpPr>
            <a:spLocks noGrp="1"/>
          </p:cNvSpPr>
          <p:nvPr>
            <p:ph type="title"/>
          </p:nvPr>
        </p:nvSpPr>
        <p:spPr>
          <a:xfrm>
            <a:off x="838200" y="365125"/>
            <a:ext cx="10515600" cy="534285"/>
          </a:xfrm>
        </p:spPr>
        <p:txBody>
          <a:bodyPr>
            <a:normAutofit/>
          </a:bodyPr>
          <a:lstStyle/>
          <a:p>
            <a:r>
              <a:rPr lang="en-US" sz="3200" b="0" i="0" u="none" strike="noStrike" baseline="0" dirty="0">
                <a:latin typeface="FranklinGothic-Heavy"/>
              </a:rPr>
              <a:t>Starting with a Basic Layout Structure</a:t>
            </a:r>
            <a:endParaRPr lang="en-US" sz="3200" dirty="0"/>
          </a:p>
        </p:txBody>
      </p:sp>
      <p:sp>
        <p:nvSpPr>
          <p:cNvPr id="4" name="Content Placeholder 3">
            <a:extLst>
              <a:ext uri="{FF2B5EF4-FFF2-40B4-BE49-F238E27FC236}">
                <a16:creationId xmlns:a16="http://schemas.microsoft.com/office/drawing/2014/main" id="{5D108D4E-FFA4-CBCA-B56D-485CA606F279}"/>
              </a:ext>
            </a:extLst>
          </p:cNvPr>
          <p:cNvSpPr>
            <a:spLocks noGrp="1"/>
          </p:cNvSpPr>
          <p:nvPr>
            <p:ph sz="half" idx="1"/>
          </p:nvPr>
        </p:nvSpPr>
        <p:spPr>
          <a:xfrm>
            <a:off x="838200" y="1079292"/>
            <a:ext cx="5181600" cy="5097671"/>
          </a:xfrm>
        </p:spPr>
        <p:txBody>
          <a:bodyPr>
            <a:normAutofit fontScale="85000" lnSpcReduction="10000"/>
          </a:bodyPr>
          <a:lstStyle/>
          <a:p>
            <a:pPr marL="0" indent="0" algn="l">
              <a:lnSpc>
                <a:spcPct val="120000"/>
              </a:lnSpc>
              <a:spcBef>
                <a:spcPts val="0"/>
              </a:spcBef>
              <a:buNone/>
            </a:pPr>
            <a:r>
              <a:rPr lang="en-US" sz="1800" b="0" i="0" u="none" strike="noStrike" baseline="0" dirty="0">
                <a:latin typeface="MonoRegular"/>
              </a:rPr>
              <a:t>&lt;?xml version=”1.0” encoding=”UTF-8”?&gt;</a:t>
            </a:r>
          </a:p>
          <a:p>
            <a:pPr marL="0" indent="0" algn="l">
              <a:lnSpc>
                <a:spcPct val="120000"/>
              </a:lnSpc>
              <a:spcBef>
                <a:spcPts val="0"/>
              </a:spcBef>
              <a:buNone/>
            </a:pPr>
            <a:r>
              <a:rPr lang="en-US" sz="1800" b="0" i="0" u="none" strike="noStrike" baseline="0" dirty="0">
                <a:latin typeface="MonoRegular"/>
              </a:rPr>
              <a:t>&lt;!DOCTYPE html PUBLIC “-//W3C//DTD XHTML 1.1//EN”</a:t>
            </a:r>
          </a:p>
          <a:p>
            <a:pPr marL="0" indent="0" algn="l">
              <a:lnSpc>
                <a:spcPct val="120000"/>
              </a:lnSpc>
              <a:spcBef>
                <a:spcPts val="0"/>
              </a:spcBef>
              <a:buNone/>
            </a:pPr>
            <a:r>
              <a:rPr lang="en-US" sz="1800" b="0" i="0" u="none" strike="noStrike" baseline="0" dirty="0">
                <a:latin typeface="MonoRegular"/>
              </a:rPr>
              <a:t>“http://www.w3.org/TR/xhtml11/DTD/xhtml11.dtd”&gt;</a:t>
            </a:r>
          </a:p>
          <a:p>
            <a:pPr marL="0" indent="0" algn="l">
              <a:lnSpc>
                <a:spcPct val="120000"/>
              </a:lnSpc>
              <a:spcBef>
                <a:spcPts val="0"/>
              </a:spcBef>
              <a:buNone/>
            </a:pPr>
            <a:r>
              <a:rPr lang="en-US" sz="1800" b="0" i="0" u="none" strike="noStrike" baseline="0" dirty="0">
                <a:latin typeface="MonoRegular"/>
              </a:rPr>
              <a:t>&lt;html </a:t>
            </a:r>
            <a:r>
              <a:rPr lang="en-US" sz="1800" b="0" i="0" u="none" strike="noStrike" baseline="0" dirty="0" err="1">
                <a:latin typeface="MonoRegular"/>
              </a:rPr>
              <a:t>xmlns</a:t>
            </a:r>
            <a:r>
              <a:rPr lang="en-US" sz="1800" b="0" i="0" u="none" strike="noStrike" baseline="0" dirty="0">
                <a:latin typeface="MonoRegular"/>
              </a:rPr>
              <a:t>=”http://www.w3.org/1999/</a:t>
            </a:r>
            <a:r>
              <a:rPr lang="en-US" sz="1800" b="0" i="0" u="none" strike="noStrike" baseline="0" dirty="0" err="1">
                <a:latin typeface="MonoRegular"/>
              </a:rPr>
              <a:t>xhtml</a:t>
            </a:r>
            <a:r>
              <a:rPr lang="en-US" sz="1800" b="0" i="0" u="none" strike="noStrike" baseline="0" dirty="0">
                <a:latin typeface="MonoRegular"/>
              </a:rPr>
              <a:t>” </a:t>
            </a:r>
            <a:r>
              <a:rPr lang="en-US" sz="1800" b="0" i="0" u="none" strike="noStrike" baseline="0" dirty="0" err="1">
                <a:latin typeface="MonoRegular"/>
              </a:rPr>
              <a:t>xml:lang</a:t>
            </a:r>
            <a:r>
              <a:rPr lang="en-US" sz="1800" b="0" i="0" u="none" strike="noStrike" baseline="0" dirty="0">
                <a:latin typeface="MonoRegular"/>
              </a:rPr>
              <a:t>=”</a:t>
            </a:r>
            <a:r>
              <a:rPr lang="en-US" sz="1800" b="0" i="0" u="none" strike="noStrike" baseline="0" dirty="0" err="1">
                <a:latin typeface="MonoRegular"/>
              </a:rPr>
              <a:t>en</a:t>
            </a:r>
            <a:r>
              <a:rPr lang="en-US" sz="1800" b="0" i="0" u="none" strike="noStrike" baseline="0" dirty="0">
                <a:latin typeface="MonoRegular"/>
              </a:rPr>
              <a:t>”&gt;</a:t>
            </a:r>
          </a:p>
          <a:p>
            <a:pPr marL="0" indent="0" algn="l">
              <a:lnSpc>
                <a:spcPct val="120000"/>
              </a:lnSpc>
              <a:spcBef>
                <a:spcPts val="0"/>
              </a:spcBef>
              <a:buNone/>
            </a:pPr>
            <a:r>
              <a:rPr lang="en-US" sz="1800" b="0" i="0" u="none" strike="noStrike" baseline="0" dirty="0">
                <a:latin typeface="MonoRegular"/>
              </a:rPr>
              <a:t>&lt;head&gt;</a:t>
            </a:r>
          </a:p>
          <a:p>
            <a:pPr marL="0" indent="0" algn="l">
              <a:lnSpc>
                <a:spcPct val="120000"/>
              </a:lnSpc>
              <a:spcBef>
                <a:spcPts val="0"/>
              </a:spcBef>
              <a:buNone/>
            </a:pPr>
            <a:r>
              <a:rPr lang="en-US" sz="1800" b="0" i="0" u="none" strike="noStrike" baseline="0" dirty="0">
                <a:latin typeface="MonoRegular"/>
              </a:rPr>
              <a:t>&lt;title&gt;Sample Layout&lt;/title&gt;</a:t>
            </a:r>
          </a:p>
          <a:p>
            <a:pPr marL="0" indent="0" algn="l">
              <a:lnSpc>
                <a:spcPct val="120000"/>
              </a:lnSpc>
              <a:spcBef>
                <a:spcPts val="0"/>
              </a:spcBef>
              <a:buNone/>
            </a:pPr>
            <a:r>
              <a:rPr lang="en-US" sz="1800" b="0" i="0" u="none" strike="noStrike" baseline="0" dirty="0">
                <a:latin typeface="MonoRegular"/>
              </a:rPr>
              <a:t>&lt;link </a:t>
            </a:r>
            <a:r>
              <a:rPr lang="en-US" sz="1800" b="0" i="0" u="none" strike="noStrike" baseline="0" dirty="0" err="1">
                <a:latin typeface="MonoRegular"/>
              </a:rPr>
              <a:t>href</a:t>
            </a:r>
            <a:r>
              <a:rPr lang="en-US" sz="1800" b="0" i="0" u="none" strike="noStrike" baseline="0" dirty="0">
                <a:latin typeface="MonoRegular"/>
              </a:rPr>
              <a:t>=”layout.css” </a:t>
            </a:r>
            <a:r>
              <a:rPr lang="en-US" sz="1800" b="0" i="0" u="none" strike="noStrike" baseline="0" dirty="0" err="1">
                <a:latin typeface="MonoRegular"/>
              </a:rPr>
              <a:t>rel</a:t>
            </a:r>
            <a:r>
              <a:rPr lang="en-US" sz="1800" b="0" i="0" u="none" strike="noStrike" baseline="0" dirty="0">
                <a:latin typeface="MonoRegular"/>
              </a:rPr>
              <a:t>=”stylesheet” type=”text/</a:t>
            </a:r>
            <a:r>
              <a:rPr lang="en-US" sz="1800" b="0" i="0" u="none" strike="noStrike" baseline="0" dirty="0" err="1">
                <a:latin typeface="MonoRegular"/>
              </a:rPr>
              <a:t>css</a:t>
            </a:r>
            <a:r>
              <a:rPr lang="en-US" sz="1800" b="0" i="0" u="none" strike="noStrike" baseline="0" dirty="0">
                <a:latin typeface="MonoRegular"/>
              </a:rPr>
              <a:t>” /&gt;</a:t>
            </a:r>
          </a:p>
          <a:p>
            <a:pPr marL="0" indent="0" algn="l">
              <a:lnSpc>
                <a:spcPct val="120000"/>
              </a:lnSpc>
              <a:spcBef>
                <a:spcPts val="0"/>
              </a:spcBef>
              <a:buNone/>
            </a:pPr>
            <a:r>
              <a:rPr lang="en-US" sz="1800" b="0" i="0" u="none" strike="noStrike" baseline="0" dirty="0">
                <a:latin typeface="MonoRegular"/>
              </a:rPr>
              <a:t>&lt;/head&gt;</a:t>
            </a:r>
          </a:p>
          <a:p>
            <a:pPr marL="0" indent="0" algn="l">
              <a:lnSpc>
                <a:spcPct val="120000"/>
              </a:lnSpc>
              <a:spcBef>
                <a:spcPts val="0"/>
              </a:spcBef>
              <a:buNone/>
            </a:pPr>
            <a:r>
              <a:rPr lang="en-US" sz="1800" b="0" i="0" u="none" strike="noStrike" baseline="0" dirty="0">
                <a:latin typeface="MonoRegular"/>
              </a:rPr>
              <a:t>&lt;body&gt;</a:t>
            </a:r>
          </a:p>
          <a:p>
            <a:pPr marL="0" indent="0" algn="l">
              <a:lnSpc>
                <a:spcPct val="120000"/>
              </a:lnSpc>
              <a:spcBef>
                <a:spcPts val="0"/>
              </a:spcBef>
              <a:buNone/>
            </a:pPr>
            <a:r>
              <a:rPr lang="en-US" sz="1800" b="0" i="0" u="none" strike="noStrike" baseline="0" dirty="0">
                <a:latin typeface="MonoRegular"/>
              </a:rPr>
              <a:t>&lt;div id=”header”&gt;HEADER&lt;/div&gt;</a:t>
            </a:r>
          </a:p>
          <a:p>
            <a:pPr marL="0" indent="0" algn="l">
              <a:lnSpc>
                <a:spcPct val="120000"/>
              </a:lnSpc>
              <a:spcBef>
                <a:spcPts val="0"/>
              </a:spcBef>
              <a:buNone/>
            </a:pPr>
            <a:r>
              <a:rPr lang="en-US" sz="1800" b="0" i="0" u="none" strike="noStrike" baseline="0" dirty="0">
                <a:latin typeface="MonoRegular"/>
              </a:rPr>
              <a:t>&lt;div id=”wrapper”&gt;</a:t>
            </a:r>
          </a:p>
          <a:p>
            <a:pPr marL="0" indent="0" algn="l">
              <a:lnSpc>
                <a:spcPct val="120000"/>
              </a:lnSpc>
              <a:spcBef>
                <a:spcPts val="0"/>
              </a:spcBef>
              <a:buNone/>
            </a:pPr>
            <a:r>
              <a:rPr lang="en-US" sz="1800" b="0" i="0" u="none" strike="noStrike" baseline="0" dirty="0">
                <a:latin typeface="MonoRegular"/>
              </a:rPr>
              <a:t>&lt;div id=”</a:t>
            </a:r>
            <a:r>
              <a:rPr lang="en-US" sz="1800" b="0" i="0" u="none" strike="noStrike" baseline="0" dirty="0" err="1">
                <a:latin typeface="MonoRegular"/>
              </a:rPr>
              <a:t>content_area</a:t>
            </a:r>
            <a:r>
              <a:rPr lang="en-US" sz="1800" b="0" i="0" u="none" strike="noStrike" baseline="0" dirty="0">
                <a:latin typeface="MonoRegular"/>
              </a:rPr>
              <a:t>”&gt;CONTENT&lt;/div&gt;</a:t>
            </a:r>
          </a:p>
          <a:p>
            <a:pPr marL="0" indent="0" algn="l">
              <a:lnSpc>
                <a:spcPct val="120000"/>
              </a:lnSpc>
              <a:spcBef>
                <a:spcPts val="0"/>
              </a:spcBef>
              <a:buNone/>
            </a:pPr>
            <a:r>
              <a:rPr lang="en-US" sz="1800" b="0" i="0" u="none" strike="noStrike" baseline="0" dirty="0">
                <a:latin typeface="MonoRegular"/>
              </a:rPr>
              <a:t>&lt;div id=”</a:t>
            </a:r>
            <a:r>
              <a:rPr lang="en-US" sz="1800" b="0" i="0" u="none" strike="noStrike" baseline="0" dirty="0" err="1">
                <a:latin typeface="MonoRegular"/>
              </a:rPr>
              <a:t>left_side</a:t>
            </a:r>
            <a:r>
              <a:rPr lang="en-US" sz="1800" b="0" i="0" u="none" strike="noStrike" baseline="0" dirty="0">
                <a:latin typeface="MonoRegular"/>
              </a:rPr>
              <a:t>”&gt;LEFT SIDE&lt;/div&gt;</a:t>
            </a:r>
          </a:p>
          <a:p>
            <a:pPr marL="0" indent="0" algn="l">
              <a:lnSpc>
                <a:spcPct val="120000"/>
              </a:lnSpc>
              <a:spcBef>
                <a:spcPts val="0"/>
              </a:spcBef>
              <a:buNone/>
            </a:pPr>
            <a:r>
              <a:rPr lang="en-US" sz="1800" b="0" i="0" u="none" strike="noStrike" baseline="0" dirty="0">
                <a:latin typeface="MonoRegular"/>
              </a:rPr>
              <a:t>&lt;div id=”</a:t>
            </a:r>
            <a:r>
              <a:rPr lang="en-US" sz="1800" b="0" i="0" u="none" strike="noStrike" baseline="0" dirty="0" err="1">
                <a:latin typeface="MonoRegular"/>
              </a:rPr>
              <a:t>right_side</a:t>
            </a:r>
            <a:r>
              <a:rPr lang="en-US" sz="1800" b="0" i="0" u="none" strike="noStrike" baseline="0" dirty="0">
                <a:latin typeface="MonoRegular"/>
              </a:rPr>
              <a:t>”&gt;RIGHT SIDE&lt;/div&gt;</a:t>
            </a:r>
          </a:p>
          <a:p>
            <a:pPr marL="0" indent="0" algn="l">
              <a:lnSpc>
                <a:spcPct val="120000"/>
              </a:lnSpc>
              <a:spcBef>
                <a:spcPts val="0"/>
              </a:spcBef>
              <a:buNone/>
            </a:pPr>
            <a:r>
              <a:rPr lang="en-US" sz="1800" b="0" i="0" u="none" strike="noStrike" baseline="0" dirty="0">
                <a:latin typeface="MonoRegular"/>
              </a:rPr>
              <a:t>&lt;/div&gt;</a:t>
            </a:r>
          </a:p>
          <a:p>
            <a:pPr marL="0" indent="0" algn="l">
              <a:lnSpc>
                <a:spcPct val="120000"/>
              </a:lnSpc>
              <a:spcBef>
                <a:spcPts val="0"/>
              </a:spcBef>
              <a:buNone/>
            </a:pPr>
            <a:r>
              <a:rPr lang="en-US" sz="1800" b="0" i="0" u="none" strike="noStrike" baseline="0" dirty="0">
                <a:latin typeface="MonoRegular"/>
              </a:rPr>
              <a:t>&lt;div id=”footer”&gt;FOOTER&lt;/div&gt;</a:t>
            </a:r>
          </a:p>
          <a:p>
            <a:pPr marL="0" indent="0" algn="l">
              <a:lnSpc>
                <a:spcPct val="120000"/>
              </a:lnSpc>
              <a:spcBef>
                <a:spcPts val="0"/>
              </a:spcBef>
              <a:buNone/>
            </a:pPr>
            <a:r>
              <a:rPr lang="en-US" sz="1800" b="0" i="0" u="none" strike="noStrike" baseline="0" dirty="0">
                <a:latin typeface="MonoRegular"/>
              </a:rPr>
              <a:t>&lt;/body&gt;</a:t>
            </a:r>
          </a:p>
          <a:p>
            <a:pPr marL="0" indent="0" algn="l">
              <a:lnSpc>
                <a:spcPct val="120000"/>
              </a:lnSpc>
              <a:spcBef>
                <a:spcPts val="0"/>
              </a:spcBef>
              <a:buNone/>
            </a:pPr>
            <a:r>
              <a:rPr lang="en-US" sz="1800" b="0" i="0" u="none" strike="noStrike" baseline="0" dirty="0">
                <a:latin typeface="MonoRegular"/>
              </a:rPr>
              <a:t>&lt;/html&gt;</a:t>
            </a:r>
            <a:endParaRPr lang="en-US" dirty="0"/>
          </a:p>
        </p:txBody>
      </p:sp>
      <p:sp>
        <p:nvSpPr>
          <p:cNvPr id="5" name="Content Placeholder 4">
            <a:extLst>
              <a:ext uri="{FF2B5EF4-FFF2-40B4-BE49-F238E27FC236}">
                <a16:creationId xmlns:a16="http://schemas.microsoft.com/office/drawing/2014/main" id="{B8A0E20A-AA1C-F2F3-2340-68D829D6F325}"/>
              </a:ext>
            </a:extLst>
          </p:cNvPr>
          <p:cNvSpPr>
            <a:spLocks noGrp="1"/>
          </p:cNvSpPr>
          <p:nvPr>
            <p:ph sz="half" idx="2"/>
          </p:nvPr>
        </p:nvSpPr>
        <p:spPr>
          <a:xfrm>
            <a:off x="6172200" y="1079292"/>
            <a:ext cx="5181600" cy="5097671"/>
          </a:xfrm>
        </p:spPr>
        <p:txBody>
          <a:bodyPr>
            <a:normAutofit fontScale="85000" lnSpcReduction="10000"/>
          </a:bodyPr>
          <a:lstStyle/>
          <a:p>
            <a:pPr marL="0" indent="0" algn="l">
              <a:lnSpc>
                <a:spcPct val="110000"/>
              </a:lnSpc>
              <a:spcBef>
                <a:spcPts val="0"/>
              </a:spcBef>
              <a:buNone/>
            </a:pPr>
            <a:r>
              <a:rPr lang="en-US" sz="1800" b="0" i="0" u="none" strike="noStrike" baseline="0" dirty="0">
                <a:latin typeface="Palatino-Roman"/>
              </a:rPr>
              <a:t>At this stage, the layout.css file includes only this entry:</a:t>
            </a:r>
          </a:p>
          <a:p>
            <a:pPr marL="0" indent="0" algn="l">
              <a:lnSpc>
                <a:spcPct val="110000"/>
              </a:lnSpc>
              <a:spcBef>
                <a:spcPts val="0"/>
              </a:spcBef>
              <a:buNone/>
            </a:pPr>
            <a:r>
              <a:rPr lang="en-US" sz="1800" b="0" i="0" u="none" strike="noStrike" baseline="0" dirty="0">
                <a:latin typeface="MonoRegular"/>
              </a:rPr>
              <a:t>body {</a:t>
            </a:r>
          </a:p>
          <a:p>
            <a:pPr marL="0" indent="0" algn="l">
              <a:lnSpc>
                <a:spcPct val="110000"/>
              </a:lnSpc>
              <a:spcBef>
                <a:spcPts val="0"/>
              </a:spcBef>
              <a:buNone/>
            </a:pPr>
            <a:r>
              <a:rPr lang="en-US" sz="1800" b="0" i="0" u="none" strike="noStrike" baseline="0" dirty="0">
                <a:latin typeface="MonoRegular"/>
              </a:rPr>
              <a:t>margin:0;</a:t>
            </a:r>
          </a:p>
          <a:p>
            <a:pPr marL="0" indent="0" algn="l">
              <a:lnSpc>
                <a:spcPct val="110000"/>
              </a:lnSpc>
              <a:spcBef>
                <a:spcPts val="0"/>
              </a:spcBef>
              <a:buNone/>
            </a:pPr>
            <a:r>
              <a:rPr lang="en-US" sz="1800" b="0" i="0" u="none" strike="noStrike" baseline="0" dirty="0">
                <a:latin typeface="MonoRegular"/>
              </a:rPr>
              <a:t>padding:0;</a:t>
            </a:r>
          </a:p>
          <a:p>
            <a:pPr marL="0" indent="0" algn="l">
              <a:lnSpc>
                <a:spcPct val="110000"/>
              </a:lnSpc>
              <a:spcBef>
                <a:spcPts val="0"/>
              </a:spcBef>
              <a:buNone/>
            </a:pPr>
            <a:r>
              <a:rPr lang="en-US" sz="1800" b="0" i="0" u="none" strike="noStrike" baseline="0" dirty="0">
                <a:latin typeface="MonoRegular"/>
              </a:rPr>
              <a:t>}</a:t>
            </a:r>
          </a:p>
          <a:p>
            <a:pPr marL="0" indent="0" algn="l">
              <a:lnSpc>
                <a:spcPct val="110000"/>
              </a:lnSpc>
              <a:spcBef>
                <a:spcPts val="0"/>
              </a:spcBef>
              <a:buNone/>
            </a:pPr>
            <a:endParaRPr lang="en-US" dirty="0"/>
          </a:p>
        </p:txBody>
      </p:sp>
      <p:pic>
        <p:nvPicPr>
          <p:cNvPr id="7" name="Picture 6">
            <a:extLst>
              <a:ext uri="{FF2B5EF4-FFF2-40B4-BE49-F238E27FC236}">
                <a16:creationId xmlns:a16="http://schemas.microsoft.com/office/drawing/2014/main" id="{39C598E7-9D1D-DDED-2010-06C9E02E3E19}"/>
              </a:ext>
            </a:extLst>
          </p:cNvPr>
          <p:cNvPicPr>
            <a:picLocks noChangeAspect="1"/>
          </p:cNvPicPr>
          <p:nvPr/>
        </p:nvPicPr>
        <p:blipFill>
          <a:blip r:embed="rId2"/>
          <a:stretch>
            <a:fillRect/>
          </a:stretch>
        </p:blipFill>
        <p:spPr>
          <a:xfrm>
            <a:off x="6496719" y="2507104"/>
            <a:ext cx="4478980" cy="3271603"/>
          </a:xfrm>
          <a:prstGeom prst="rect">
            <a:avLst/>
          </a:prstGeom>
        </p:spPr>
      </p:pic>
    </p:spTree>
    <p:extLst>
      <p:ext uri="{BB962C8B-B14F-4D97-AF65-F5344CB8AC3E}">
        <p14:creationId xmlns:p14="http://schemas.microsoft.com/office/powerpoint/2010/main" val="2228606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F588B-2162-4833-B43A-B1DD341685D1}"/>
              </a:ext>
            </a:extLst>
          </p:cNvPr>
          <p:cNvSpPr>
            <a:spLocks noGrp="1"/>
          </p:cNvSpPr>
          <p:nvPr>
            <p:ph type="title"/>
          </p:nvPr>
        </p:nvSpPr>
        <p:spPr>
          <a:xfrm>
            <a:off x="838200" y="365125"/>
            <a:ext cx="10515600" cy="744147"/>
          </a:xfrm>
        </p:spPr>
        <p:txBody>
          <a:bodyPr>
            <a:noAutofit/>
          </a:bodyPr>
          <a:lstStyle/>
          <a:p>
            <a:r>
              <a:rPr lang="en-US" sz="3200" b="0" i="0" u="none" strike="noStrike" baseline="0" dirty="0">
                <a:latin typeface="FranklinGothic-Heavy"/>
              </a:rPr>
              <a:t>Defining Two Columns in a Fixed/Liquid Hybrid Layout</a:t>
            </a:r>
            <a:endParaRPr lang="en-US" sz="3200" dirty="0"/>
          </a:p>
        </p:txBody>
      </p:sp>
      <p:sp>
        <p:nvSpPr>
          <p:cNvPr id="3" name="Content Placeholder 2">
            <a:extLst>
              <a:ext uri="{FF2B5EF4-FFF2-40B4-BE49-F238E27FC236}">
                <a16:creationId xmlns:a16="http://schemas.microsoft.com/office/drawing/2014/main" id="{8CEA2DC2-4BE3-B734-1D3D-DE9CEA06718F}"/>
              </a:ext>
            </a:extLst>
          </p:cNvPr>
          <p:cNvSpPr>
            <a:spLocks noGrp="1"/>
          </p:cNvSpPr>
          <p:nvPr>
            <p:ph sz="half" idx="1"/>
          </p:nvPr>
        </p:nvSpPr>
        <p:spPr>
          <a:xfrm>
            <a:off x="838200" y="1364105"/>
            <a:ext cx="5181600" cy="4812858"/>
          </a:xfrm>
        </p:spPr>
        <p:txBody>
          <a:bodyPr>
            <a:normAutofit fontScale="92500" lnSpcReduction="10000"/>
          </a:bodyPr>
          <a:lstStyle/>
          <a:p>
            <a:pPr algn="just"/>
            <a:r>
              <a:rPr lang="en-US" sz="1600" dirty="0">
                <a:latin typeface="MonoRegular"/>
              </a:rPr>
              <a:t>We can start with the easy things first. Because this layout is supposed to be liquid, we know that whatever we put in the header and footer areas will extend the width of the browser window regardless of how narrow or wide the window might be.</a:t>
            </a:r>
          </a:p>
          <a:p>
            <a:pPr algn="just"/>
            <a:r>
              <a:rPr lang="en-US" sz="1600" dirty="0">
                <a:latin typeface="MonoRegular"/>
              </a:rPr>
              <a:t>Adding the following code to the style sheet gives the header and footer area each a width of 100% and the same background color:</a:t>
            </a:r>
          </a:p>
          <a:p>
            <a:pPr marL="0" indent="0" algn="l">
              <a:lnSpc>
                <a:spcPct val="120000"/>
              </a:lnSpc>
              <a:spcBef>
                <a:spcPts val="0"/>
              </a:spcBef>
              <a:buNone/>
            </a:pPr>
            <a:r>
              <a:rPr lang="en-US" sz="1800" b="1" i="0" u="none" strike="noStrike" baseline="0" dirty="0">
                <a:latin typeface="MonoRegular"/>
              </a:rPr>
              <a:t>#header {</a:t>
            </a:r>
          </a:p>
          <a:p>
            <a:pPr marL="0" indent="0" algn="l">
              <a:lnSpc>
                <a:spcPct val="120000"/>
              </a:lnSpc>
              <a:spcBef>
                <a:spcPts val="0"/>
              </a:spcBef>
              <a:buNone/>
            </a:pPr>
            <a:r>
              <a:rPr lang="en-US" sz="1800" b="1" i="0" u="none" strike="noStrike" baseline="0" dirty="0">
                <a:latin typeface="MonoRegular"/>
              </a:rPr>
              <a:t>float: left;</a:t>
            </a:r>
          </a:p>
          <a:p>
            <a:pPr marL="0" indent="0" algn="l">
              <a:lnSpc>
                <a:spcPct val="120000"/>
              </a:lnSpc>
              <a:spcBef>
                <a:spcPts val="0"/>
              </a:spcBef>
              <a:buNone/>
            </a:pPr>
            <a:r>
              <a:rPr lang="en-US" sz="1800" b="1" i="0" u="none" strike="noStrike" baseline="0" dirty="0">
                <a:latin typeface="MonoRegular"/>
              </a:rPr>
              <a:t>width: 100%;</a:t>
            </a:r>
          </a:p>
          <a:p>
            <a:pPr marL="0" indent="0" algn="l">
              <a:lnSpc>
                <a:spcPct val="120000"/>
              </a:lnSpc>
              <a:spcBef>
                <a:spcPts val="0"/>
              </a:spcBef>
              <a:buNone/>
            </a:pPr>
            <a:r>
              <a:rPr lang="en-US" sz="1800" b="1" i="0" u="none" strike="noStrike" baseline="0" dirty="0">
                <a:latin typeface="MonoRegular"/>
              </a:rPr>
              <a:t>background-color: #7152F4;</a:t>
            </a:r>
          </a:p>
          <a:p>
            <a:pPr marL="0" indent="0" algn="l">
              <a:lnSpc>
                <a:spcPct val="120000"/>
              </a:lnSpc>
              <a:spcBef>
                <a:spcPts val="0"/>
              </a:spcBef>
              <a:buNone/>
            </a:pPr>
            <a:r>
              <a:rPr lang="en-US" sz="1800" b="1" i="0" u="none" strike="noStrike" baseline="0" dirty="0">
                <a:latin typeface="MonoRegular"/>
              </a:rPr>
              <a:t>}</a:t>
            </a:r>
          </a:p>
          <a:p>
            <a:pPr marL="0" indent="0" algn="l">
              <a:lnSpc>
                <a:spcPct val="120000"/>
              </a:lnSpc>
              <a:spcBef>
                <a:spcPts val="0"/>
              </a:spcBef>
              <a:buNone/>
            </a:pPr>
            <a:r>
              <a:rPr lang="en-US" sz="1800" b="1" i="0" u="none" strike="noStrike" baseline="0" dirty="0">
                <a:latin typeface="MonoRegular"/>
              </a:rPr>
              <a:t>#footer {</a:t>
            </a:r>
          </a:p>
          <a:p>
            <a:pPr marL="0" indent="0" algn="l">
              <a:lnSpc>
                <a:spcPct val="120000"/>
              </a:lnSpc>
              <a:spcBef>
                <a:spcPts val="0"/>
              </a:spcBef>
              <a:buNone/>
            </a:pPr>
            <a:r>
              <a:rPr lang="en-US" sz="1800" b="1" i="0" u="none" strike="noStrike" baseline="0" dirty="0">
                <a:latin typeface="MonoRegular"/>
              </a:rPr>
              <a:t>float: left;</a:t>
            </a:r>
          </a:p>
          <a:p>
            <a:pPr marL="0" indent="0" algn="l">
              <a:lnSpc>
                <a:spcPct val="120000"/>
              </a:lnSpc>
              <a:spcBef>
                <a:spcPts val="0"/>
              </a:spcBef>
              <a:buNone/>
            </a:pPr>
            <a:r>
              <a:rPr lang="en-US" sz="1800" b="1" i="0" u="none" strike="noStrike" baseline="0" dirty="0">
                <a:latin typeface="MonoRegular"/>
              </a:rPr>
              <a:t>width: 100%;</a:t>
            </a:r>
          </a:p>
          <a:p>
            <a:pPr marL="0" indent="0" algn="l">
              <a:lnSpc>
                <a:spcPct val="120000"/>
              </a:lnSpc>
              <a:spcBef>
                <a:spcPts val="0"/>
              </a:spcBef>
              <a:buNone/>
            </a:pPr>
            <a:r>
              <a:rPr lang="en-US" sz="1800" b="1" i="0" u="none" strike="noStrike" baseline="0" dirty="0">
                <a:latin typeface="MonoRegular"/>
              </a:rPr>
              <a:t>background-color: #7152F4;</a:t>
            </a:r>
          </a:p>
          <a:p>
            <a:pPr marL="0" indent="0" algn="l">
              <a:lnSpc>
                <a:spcPct val="120000"/>
              </a:lnSpc>
              <a:spcBef>
                <a:spcPts val="0"/>
              </a:spcBef>
              <a:buNone/>
            </a:pPr>
            <a:r>
              <a:rPr lang="en-US" sz="1800" b="1" i="0" u="none" strike="noStrike" baseline="0" dirty="0">
                <a:latin typeface="MonoRegular"/>
              </a:rPr>
              <a:t>}</a:t>
            </a:r>
            <a:endParaRPr lang="en-US" b="1" dirty="0"/>
          </a:p>
        </p:txBody>
      </p:sp>
      <p:sp>
        <p:nvSpPr>
          <p:cNvPr id="4" name="Content Placeholder 3">
            <a:extLst>
              <a:ext uri="{FF2B5EF4-FFF2-40B4-BE49-F238E27FC236}">
                <a16:creationId xmlns:a16="http://schemas.microsoft.com/office/drawing/2014/main" id="{8C9016A7-7883-321B-9A45-87E62A5CB4C5}"/>
              </a:ext>
            </a:extLst>
          </p:cNvPr>
          <p:cNvSpPr>
            <a:spLocks noGrp="1"/>
          </p:cNvSpPr>
          <p:nvPr>
            <p:ph sz="half" idx="2"/>
          </p:nvPr>
        </p:nvSpPr>
        <p:spPr>
          <a:xfrm>
            <a:off x="6172200" y="1364105"/>
            <a:ext cx="5181600" cy="4812858"/>
          </a:xfrm>
        </p:spPr>
        <p:txBody>
          <a:bodyPr>
            <a:normAutofit fontScale="92500" lnSpcReduction="10000"/>
          </a:bodyPr>
          <a:lstStyle/>
          <a:p>
            <a:pPr algn="l"/>
            <a:r>
              <a:rPr lang="en-US" sz="1600" dirty="0">
                <a:latin typeface="MonoRegular"/>
              </a:rPr>
              <a:t>Now things get a little trickier. We have to define the two fixed columns on either side of the page, plus the column in the middle. </a:t>
            </a:r>
          </a:p>
          <a:p>
            <a:pPr algn="l"/>
            <a:r>
              <a:rPr lang="en-US" sz="1600" dirty="0">
                <a:latin typeface="MonoRegular"/>
              </a:rPr>
              <a:t>In the HTML, note that there is a &lt;div&gt; that surrounds all three, and it is called wrapper. </a:t>
            </a:r>
          </a:p>
          <a:p>
            <a:pPr algn="l"/>
            <a:r>
              <a:rPr lang="en-US" sz="1600" dirty="0">
                <a:latin typeface="MonoRegular"/>
              </a:rPr>
              <a:t>This element is defined as follows:</a:t>
            </a:r>
          </a:p>
          <a:p>
            <a:pPr marL="0" indent="0" algn="l">
              <a:buNone/>
            </a:pPr>
            <a:r>
              <a:rPr lang="en-US" sz="1800" b="1" i="0" u="none" strike="noStrike" baseline="0" dirty="0">
                <a:latin typeface="MonoRegular"/>
              </a:rPr>
              <a:t>#wrapper</a:t>
            </a:r>
          </a:p>
          <a:p>
            <a:pPr marL="0" indent="0" algn="l">
              <a:buNone/>
            </a:pPr>
            <a:r>
              <a:rPr lang="en-US" sz="1800" b="1" i="0" u="none" strike="noStrike" baseline="0" dirty="0">
                <a:latin typeface="MonoRegular"/>
              </a:rPr>
              <a:t> {</a:t>
            </a:r>
          </a:p>
          <a:p>
            <a:pPr marL="0" indent="0" algn="l">
              <a:buNone/>
            </a:pPr>
            <a:r>
              <a:rPr lang="en-US" sz="1800" b="1" i="0" u="none" strike="noStrike" baseline="0" dirty="0">
                <a:latin typeface="MonoRegular"/>
              </a:rPr>
              <a:t>float: left;</a:t>
            </a:r>
          </a:p>
          <a:p>
            <a:pPr marL="0" indent="0" algn="l">
              <a:buNone/>
            </a:pPr>
            <a:r>
              <a:rPr lang="en-US" sz="1800" b="1" i="0" u="none" strike="noStrike" baseline="0" dirty="0">
                <a:latin typeface="MonoRegular"/>
              </a:rPr>
              <a:t>padding-left: 200px;</a:t>
            </a:r>
          </a:p>
          <a:p>
            <a:pPr marL="0" indent="0" algn="l">
              <a:buNone/>
            </a:pPr>
            <a:r>
              <a:rPr lang="en-US" sz="1800" b="1" i="0" u="none" strike="noStrike" baseline="0" dirty="0">
                <a:latin typeface="MonoRegular"/>
              </a:rPr>
              <a:t>padding-right: 125px;</a:t>
            </a:r>
          </a:p>
          <a:p>
            <a:pPr marL="0" indent="0" algn="l">
              <a:buNone/>
            </a:pPr>
            <a:r>
              <a:rPr lang="en-US" sz="1800" b="1" i="0" u="none" strike="noStrike" baseline="0" dirty="0">
                <a:latin typeface="MonoRegular"/>
              </a:rPr>
              <a:t>}</a:t>
            </a:r>
            <a:endParaRPr lang="en-US" b="1" dirty="0"/>
          </a:p>
        </p:txBody>
      </p:sp>
    </p:spTree>
    <p:extLst>
      <p:ext uri="{BB962C8B-B14F-4D97-AF65-F5344CB8AC3E}">
        <p14:creationId xmlns:p14="http://schemas.microsoft.com/office/powerpoint/2010/main" val="601015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29BF6-0B74-DB35-CEC2-701DBF8815D8}"/>
              </a:ext>
            </a:extLst>
          </p:cNvPr>
          <p:cNvSpPr>
            <a:spLocks noGrp="1"/>
          </p:cNvSpPr>
          <p:nvPr>
            <p:ph type="title"/>
          </p:nvPr>
        </p:nvSpPr>
        <p:spPr>
          <a:xfrm>
            <a:off x="838200" y="365126"/>
            <a:ext cx="10515600" cy="654206"/>
          </a:xfrm>
        </p:spPr>
        <p:txBody>
          <a:bodyPr>
            <a:normAutofit/>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Defining Two Columns in a Fixed/Liquid Hybrid Layout Cont..</a:t>
            </a:r>
            <a:endParaRPr lang="en-US" dirty="0"/>
          </a:p>
        </p:txBody>
      </p:sp>
      <p:sp>
        <p:nvSpPr>
          <p:cNvPr id="3" name="Content Placeholder 2">
            <a:extLst>
              <a:ext uri="{FF2B5EF4-FFF2-40B4-BE49-F238E27FC236}">
                <a16:creationId xmlns:a16="http://schemas.microsoft.com/office/drawing/2014/main" id="{5CA131A3-6B7F-EF33-4478-571475B9A090}"/>
              </a:ext>
            </a:extLst>
          </p:cNvPr>
          <p:cNvSpPr>
            <a:spLocks noGrp="1"/>
          </p:cNvSpPr>
          <p:nvPr>
            <p:ph sz="half" idx="1"/>
          </p:nvPr>
        </p:nvSpPr>
        <p:spPr>
          <a:xfrm>
            <a:off x="838200" y="1439056"/>
            <a:ext cx="5181600" cy="4737907"/>
          </a:xfrm>
        </p:spPr>
        <p:txBody>
          <a:bodyPr>
            <a:normAutofit lnSpcReduction="10000"/>
          </a:bodyPr>
          <a:lstStyle/>
          <a:p>
            <a:pPr marL="0" indent="0" algn="l">
              <a:lnSpc>
                <a:spcPct val="120000"/>
              </a:lnSpc>
              <a:spcBef>
                <a:spcPts val="0"/>
              </a:spcBef>
              <a:buNone/>
            </a:pPr>
            <a:r>
              <a:rPr lang="en-US" sz="1800" b="1" i="0" u="none" strike="noStrike" baseline="0" dirty="0">
                <a:latin typeface="MonoRegular"/>
              </a:rPr>
              <a:t>#left_side {</a:t>
            </a:r>
          </a:p>
          <a:p>
            <a:pPr marL="0" indent="0" algn="l">
              <a:lnSpc>
                <a:spcPct val="120000"/>
              </a:lnSpc>
              <a:spcBef>
                <a:spcPts val="0"/>
              </a:spcBef>
              <a:buNone/>
            </a:pPr>
            <a:r>
              <a:rPr lang="en-US" sz="1800" b="1" i="0" u="none" strike="noStrike" baseline="0" dirty="0">
                <a:latin typeface="MonoRegular"/>
              </a:rPr>
              <a:t>position: relative;</a:t>
            </a:r>
          </a:p>
          <a:p>
            <a:pPr marL="0" indent="0" algn="l">
              <a:lnSpc>
                <a:spcPct val="120000"/>
              </a:lnSpc>
              <a:spcBef>
                <a:spcPts val="0"/>
              </a:spcBef>
              <a:buNone/>
            </a:pPr>
            <a:r>
              <a:rPr lang="en-US" sz="1800" b="1" i="0" u="none" strike="noStrike" baseline="0" dirty="0">
                <a:latin typeface="MonoRegular"/>
              </a:rPr>
              <a:t>float: left;</a:t>
            </a:r>
          </a:p>
          <a:p>
            <a:pPr marL="0" indent="0" algn="l">
              <a:lnSpc>
                <a:spcPct val="120000"/>
              </a:lnSpc>
              <a:spcBef>
                <a:spcPts val="0"/>
              </a:spcBef>
              <a:buNone/>
            </a:pPr>
            <a:r>
              <a:rPr lang="en-US" sz="1800" b="1" i="0" u="none" strike="noStrike" baseline="0" dirty="0">
                <a:latin typeface="MonoRegular"/>
              </a:rPr>
              <a:t>width: 200px;</a:t>
            </a:r>
          </a:p>
          <a:p>
            <a:pPr marL="0" indent="0" algn="l">
              <a:lnSpc>
                <a:spcPct val="120000"/>
              </a:lnSpc>
              <a:spcBef>
                <a:spcPts val="0"/>
              </a:spcBef>
              <a:buNone/>
            </a:pPr>
            <a:r>
              <a:rPr lang="en-US" sz="1800" b="1" i="0" u="none" strike="noStrike" baseline="0" dirty="0">
                <a:latin typeface="MonoRegular"/>
              </a:rPr>
              <a:t>background-color: #52f471;</a:t>
            </a:r>
          </a:p>
          <a:p>
            <a:pPr marL="0" indent="0" algn="l">
              <a:lnSpc>
                <a:spcPct val="120000"/>
              </a:lnSpc>
              <a:spcBef>
                <a:spcPts val="0"/>
              </a:spcBef>
              <a:buNone/>
            </a:pPr>
            <a:r>
              <a:rPr lang="en-US" sz="1800" b="1" i="0" u="none" strike="noStrike" baseline="0" dirty="0">
                <a:latin typeface="MonoRegular"/>
              </a:rPr>
              <a:t>right: 200px;</a:t>
            </a:r>
          </a:p>
          <a:p>
            <a:pPr marL="0" indent="0" algn="l">
              <a:lnSpc>
                <a:spcPct val="120000"/>
              </a:lnSpc>
              <a:spcBef>
                <a:spcPts val="0"/>
              </a:spcBef>
              <a:buNone/>
            </a:pPr>
            <a:r>
              <a:rPr lang="en-US" sz="1800" b="1" i="0" u="none" strike="noStrike" baseline="0" dirty="0">
                <a:latin typeface="MonoRegular"/>
              </a:rPr>
              <a:t>margin-left: -100%;</a:t>
            </a:r>
          </a:p>
          <a:p>
            <a:pPr marL="0" indent="0" algn="l">
              <a:lnSpc>
                <a:spcPct val="120000"/>
              </a:lnSpc>
              <a:spcBef>
                <a:spcPts val="0"/>
              </a:spcBef>
              <a:buNone/>
            </a:pPr>
            <a:r>
              <a:rPr lang="en-US" sz="1800" b="1" i="0" u="none" strike="noStrike" baseline="0" dirty="0">
                <a:latin typeface="MonoRegular"/>
              </a:rPr>
              <a:t>}</a:t>
            </a:r>
          </a:p>
          <a:p>
            <a:pPr marL="0" indent="0" algn="l">
              <a:lnSpc>
                <a:spcPct val="120000"/>
              </a:lnSpc>
              <a:spcBef>
                <a:spcPts val="0"/>
              </a:spcBef>
              <a:buNone/>
            </a:pPr>
            <a:r>
              <a:rPr lang="en-US" sz="1800" b="1" i="0" u="none" strike="noStrike" baseline="0" dirty="0">
                <a:latin typeface="MonoRegular"/>
              </a:rPr>
              <a:t>#right_side {</a:t>
            </a:r>
          </a:p>
          <a:p>
            <a:pPr marL="0" indent="0" algn="l">
              <a:lnSpc>
                <a:spcPct val="120000"/>
              </a:lnSpc>
              <a:spcBef>
                <a:spcPts val="0"/>
              </a:spcBef>
              <a:buNone/>
            </a:pPr>
            <a:r>
              <a:rPr lang="en-US" sz="1800" b="1" i="0" u="none" strike="noStrike" baseline="0" dirty="0">
                <a:latin typeface="MonoRegular"/>
              </a:rPr>
              <a:t>position: relative;</a:t>
            </a:r>
          </a:p>
          <a:p>
            <a:pPr marL="0" indent="0" algn="l">
              <a:lnSpc>
                <a:spcPct val="120000"/>
              </a:lnSpc>
              <a:spcBef>
                <a:spcPts val="0"/>
              </a:spcBef>
              <a:buNone/>
            </a:pPr>
            <a:r>
              <a:rPr lang="en-US" sz="1800" b="1" i="0" u="none" strike="noStrike" baseline="0" dirty="0">
                <a:latin typeface="MonoRegular"/>
              </a:rPr>
              <a:t>float: left;</a:t>
            </a:r>
          </a:p>
          <a:p>
            <a:pPr marL="0" indent="0" algn="l">
              <a:lnSpc>
                <a:spcPct val="120000"/>
              </a:lnSpc>
              <a:spcBef>
                <a:spcPts val="0"/>
              </a:spcBef>
              <a:buNone/>
            </a:pPr>
            <a:r>
              <a:rPr lang="en-US" sz="1800" b="1" i="0" u="none" strike="noStrike" baseline="0" dirty="0">
                <a:latin typeface="MonoRegular"/>
              </a:rPr>
              <a:t>width: 125px;</a:t>
            </a:r>
          </a:p>
          <a:p>
            <a:pPr marL="0" indent="0" algn="l">
              <a:lnSpc>
                <a:spcPct val="120000"/>
              </a:lnSpc>
              <a:spcBef>
                <a:spcPts val="0"/>
              </a:spcBef>
              <a:buNone/>
            </a:pPr>
            <a:r>
              <a:rPr lang="en-US" sz="1800" b="1" i="0" u="none" strike="noStrike" baseline="0" dirty="0">
                <a:latin typeface="MonoRegular"/>
              </a:rPr>
              <a:t>background-color: #f452d5;</a:t>
            </a:r>
          </a:p>
          <a:p>
            <a:pPr marL="0" indent="0" algn="l">
              <a:lnSpc>
                <a:spcPct val="120000"/>
              </a:lnSpc>
              <a:spcBef>
                <a:spcPts val="0"/>
              </a:spcBef>
              <a:buNone/>
            </a:pPr>
            <a:r>
              <a:rPr lang="en-US" sz="1800" b="1" i="0" u="none" strike="noStrike" baseline="0" dirty="0">
                <a:latin typeface="MonoRegular"/>
              </a:rPr>
              <a:t>margin-right: -125px;</a:t>
            </a:r>
          </a:p>
          <a:p>
            <a:pPr marL="0" indent="0" algn="l">
              <a:lnSpc>
                <a:spcPct val="120000"/>
              </a:lnSpc>
              <a:spcBef>
                <a:spcPts val="0"/>
              </a:spcBef>
              <a:buNone/>
            </a:pPr>
            <a:r>
              <a:rPr lang="en-US" sz="1800" b="1" i="0" u="none" strike="noStrike" baseline="0" dirty="0">
                <a:latin typeface="MonoRegular"/>
              </a:rPr>
              <a:t>}</a:t>
            </a:r>
            <a:endParaRPr lang="en-US" b="1" dirty="0"/>
          </a:p>
        </p:txBody>
      </p:sp>
      <p:sp>
        <p:nvSpPr>
          <p:cNvPr id="4" name="Content Placeholder 3">
            <a:extLst>
              <a:ext uri="{FF2B5EF4-FFF2-40B4-BE49-F238E27FC236}">
                <a16:creationId xmlns:a16="http://schemas.microsoft.com/office/drawing/2014/main" id="{1778C497-D8B7-C056-19F4-70E2FA254A24}"/>
              </a:ext>
            </a:extLst>
          </p:cNvPr>
          <p:cNvSpPr>
            <a:spLocks noGrp="1"/>
          </p:cNvSpPr>
          <p:nvPr>
            <p:ph sz="half" idx="2"/>
          </p:nvPr>
        </p:nvSpPr>
        <p:spPr>
          <a:xfrm>
            <a:off x="6172200" y="1439056"/>
            <a:ext cx="5181600" cy="4737907"/>
          </a:xfrm>
        </p:spPr>
        <p:txBody>
          <a:bodyPr>
            <a:normAutofit lnSpcReduction="10000"/>
          </a:bodyPr>
          <a:lstStyle/>
          <a:p>
            <a:pPr marL="0" indent="0" algn="l">
              <a:lnSpc>
                <a:spcPct val="110000"/>
              </a:lnSpc>
              <a:spcBef>
                <a:spcPts val="0"/>
              </a:spcBef>
              <a:buNone/>
            </a:pPr>
            <a:r>
              <a:rPr lang="en-US" sz="1800" b="1" i="0" u="none" strike="noStrike" baseline="0" dirty="0">
                <a:latin typeface="MonoRegular"/>
              </a:rPr>
              <a:t>#content_area {</a:t>
            </a:r>
          </a:p>
          <a:p>
            <a:pPr marL="0" indent="0" algn="l">
              <a:lnSpc>
                <a:spcPct val="110000"/>
              </a:lnSpc>
              <a:spcBef>
                <a:spcPts val="0"/>
              </a:spcBef>
              <a:buNone/>
            </a:pPr>
            <a:r>
              <a:rPr lang="en-US" sz="1800" b="1" i="0" u="none" strike="noStrike" baseline="0" dirty="0">
                <a:latin typeface="MonoRegular"/>
              </a:rPr>
              <a:t>position: relative;</a:t>
            </a:r>
          </a:p>
          <a:p>
            <a:pPr marL="0" indent="0" algn="l">
              <a:lnSpc>
                <a:spcPct val="110000"/>
              </a:lnSpc>
              <a:spcBef>
                <a:spcPts val="0"/>
              </a:spcBef>
              <a:buNone/>
            </a:pPr>
            <a:r>
              <a:rPr lang="en-US" sz="1800" b="1" i="0" u="none" strike="noStrike" baseline="0" dirty="0">
                <a:latin typeface="MonoRegular"/>
              </a:rPr>
              <a:t>float: left;</a:t>
            </a:r>
          </a:p>
          <a:p>
            <a:pPr marL="0" indent="0" algn="l">
              <a:lnSpc>
                <a:spcPct val="110000"/>
              </a:lnSpc>
              <a:spcBef>
                <a:spcPts val="0"/>
              </a:spcBef>
              <a:buNone/>
            </a:pPr>
            <a:r>
              <a:rPr lang="en-US" sz="1800" b="1" i="0" u="none" strike="noStrike" baseline="0" dirty="0">
                <a:latin typeface="MonoRegular"/>
              </a:rPr>
              <a:t>background-color: #ffffff;</a:t>
            </a:r>
          </a:p>
          <a:p>
            <a:pPr marL="0" indent="0" algn="l">
              <a:lnSpc>
                <a:spcPct val="110000"/>
              </a:lnSpc>
              <a:spcBef>
                <a:spcPts val="0"/>
              </a:spcBef>
              <a:buNone/>
            </a:pPr>
            <a:r>
              <a:rPr lang="en-US" sz="1800" b="1" i="0" u="none" strike="noStrike" baseline="0" dirty="0">
                <a:latin typeface="MonoRegular"/>
              </a:rPr>
              <a:t>width: 100%;</a:t>
            </a:r>
          </a:p>
          <a:p>
            <a:pPr marL="0" indent="0" algn="l">
              <a:lnSpc>
                <a:spcPct val="110000"/>
              </a:lnSpc>
              <a:spcBef>
                <a:spcPts val="0"/>
              </a:spcBef>
              <a:buNone/>
            </a:pPr>
            <a:r>
              <a:rPr lang="en-US" sz="1800" b="1" i="0" u="none" strike="noStrike" baseline="0" dirty="0">
                <a:latin typeface="MonoRegular"/>
              </a:rPr>
              <a:t>}</a:t>
            </a:r>
            <a:endParaRPr lang="en-US" b="1" dirty="0"/>
          </a:p>
        </p:txBody>
      </p:sp>
    </p:spTree>
    <p:extLst>
      <p:ext uri="{BB962C8B-B14F-4D97-AF65-F5344CB8AC3E}">
        <p14:creationId xmlns:p14="http://schemas.microsoft.com/office/powerpoint/2010/main" val="3692042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1B1A8F-39A6-B61B-E11D-54B0F8C539D8}"/>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Defining Two Columns in a Fixed/Liquid Hybrid Layout Cont..</a:t>
            </a:r>
            <a:endParaRPr lang="en-US" dirty="0"/>
          </a:p>
        </p:txBody>
      </p:sp>
      <p:pic>
        <p:nvPicPr>
          <p:cNvPr id="8" name="Content Placeholder 7">
            <a:extLst>
              <a:ext uri="{FF2B5EF4-FFF2-40B4-BE49-F238E27FC236}">
                <a16:creationId xmlns:a16="http://schemas.microsoft.com/office/drawing/2014/main" id="{7B21A716-1D2E-8C19-914A-3EE206F40B3C}"/>
              </a:ext>
            </a:extLst>
          </p:cNvPr>
          <p:cNvPicPr>
            <a:picLocks noGrp="1" noChangeAspect="1"/>
          </p:cNvPicPr>
          <p:nvPr>
            <p:ph idx="1"/>
          </p:nvPr>
        </p:nvPicPr>
        <p:blipFill>
          <a:blip r:embed="rId2"/>
          <a:stretch>
            <a:fillRect/>
          </a:stretch>
        </p:blipFill>
        <p:spPr>
          <a:xfrm>
            <a:off x="3197545" y="1690688"/>
            <a:ext cx="5481760" cy="3920042"/>
          </a:xfrm>
        </p:spPr>
      </p:pic>
      <p:sp>
        <p:nvSpPr>
          <p:cNvPr id="10" name="TextBox 9">
            <a:extLst>
              <a:ext uri="{FF2B5EF4-FFF2-40B4-BE49-F238E27FC236}">
                <a16:creationId xmlns:a16="http://schemas.microsoft.com/office/drawing/2014/main" id="{177413BC-68EA-DDA6-D4BF-FFB4453662EF}"/>
              </a:ext>
            </a:extLst>
          </p:cNvPr>
          <p:cNvSpPr txBox="1"/>
          <p:nvPr/>
        </p:nvSpPr>
        <p:spPr>
          <a:xfrm>
            <a:off x="3049249" y="5744841"/>
            <a:ext cx="6379563" cy="369332"/>
          </a:xfrm>
          <a:prstGeom prst="rect">
            <a:avLst/>
          </a:prstGeom>
          <a:noFill/>
        </p:spPr>
        <p:txBody>
          <a:bodyPr wrap="square">
            <a:spAutoFit/>
          </a:bodyPr>
          <a:lstStyle/>
          <a:p>
            <a:pPr algn="l"/>
            <a:r>
              <a:rPr lang="en-US" sz="1800" b="0" i="0" u="none" strike="noStrike" baseline="0" dirty="0">
                <a:latin typeface="FranklinGothic-Book"/>
              </a:rPr>
              <a:t>A basic HTML template after some styles have been put in place.</a:t>
            </a:r>
            <a:endParaRPr lang="en-US" dirty="0"/>
          </a:p>
        </p:txBody>
      </p:sp>
    </p:spTree>
    <p:extLst>
      <p:ext uri="{BB962C8B-B14F-4D97-AF65-F5344CB8AC3E}">
        <p14:creationId xmlns:p14="http://schemas.microsoft.com/office/powerpoint/2010/main" val="95782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38D59-8170-E650-1712-53E15F980C97}"/>
              </a:ext>
            </a:extLst>
          </p:cNvPr>
          <p:cNvSpPr>
            <a:spLocks noGrp="1"/>
          </p:cNvSpPr>
          <p:nvPr>
            <p:ph type="title"/>
          </p:nvPr>
        </p:nvSpPr>
        <p:spPr>
          <a:xfrm>
            <a:off x="838200" y="365125"/>
            <a:ext cx="10515600" cy="759137"/>
          </a:xfrm>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Defining Two Columns in a Fixed/Liquid Hybrid Layout Cont..</a:t>
            </a:r>
            <a:endParaRPr lang="en-US" dirty="0"/>
          </a:p>
        </p:txBody>
      </p:sp>
      <p:pic>
        <p:nvPicPr>
          <p:cNvPr id="5" name="Content Placeholder 4">
            <a:extLst>
              <a:ext uri="{FF2B5EF4-FFF2-40B4-BE49-F238E27FC236}">
                <a16:creationId xmlns:a16="http://schemas.microsoft.com/office/drawing/2014/main" id="{EAC0724F-7A9E-D56B-E9F8-C55B05B679B2}"/>
              </a:ext>
            </a:extLst>
          </p:cNvPr>
          <p:cNvPicPr>
            <a:picLocks noGrp="1" noChangeAspect="1"/>
          </p:cNvPicPr>
          <p:nvPr>
            <p:ph idx="1"/>
          </p:nvPr>
        </p:nvPicPr>
        <p:blipFill>
          <a:blip r:embed="rId2"/>
          <a:stretch>
            <a:fillRect/>
          </a:stretch>
        </p:blipFill>
        <p:spPr>
          <a:xfrm>
            <a:off x="3145347" y="1124262"/>
            <a:ext cx="4454667" cy="4326049"/>
          </a:xfrm>
        </p:spPr>
      </p:pic>
      <p:sp>
        <p:nvSpPr>
          <p:cNvPr id="7" name="TextBox 6">
            <a:extLst>
              <a:ext uri="{FF2B5EF4-FFF2-40B4-BE49-F238E27FC236}">
                <a16:creationId xmlns:a16="http://schemas.microsoft.com/office/drawing/2014/main" id="{782EF68D-9211-3AD7-1D76-070EACEE2254}"/>
              </a:ext>
            </a:extLst>
          </p:cNvPr>
          <p:cNvSpPr txBox="1"/>
          <p:nvPr/>
        </p:nvSpPr>
        <p:spPr>
          <a:xfrm>
            <a:off x="2612036" y="5410572"/>
            <a:ext cx="6093500" cy="369332"/>
          </a:xfrm>
          <a:prstGeom prst="rect">
            <a:avLst/>
          </a:prstGeom>
          <a:noFill/>
        </p:spPr>
        <p:txBody>
          <a:bodyPr wrap="square">
            <a:spAutoFit/>
          </a:bodyPr>
          <a:lstStyle/>
          <a:p>
            <a:pPr algn="l"/>
            <a:r>
              <a:rPr lang="en-US" sz="1800" b="0" i="0" u="none" strike="noStrike" baseline="0" dirty="0">
                <a:latin typeface="FranklinGothic-Book"/>
              </a:rPr>
              <a:t>A basic HTML template resized under 400 pixels: bad!</a:t>
            </a:r>
            <a:endParaRPr lang="en-US" dirty="0"/>
          </a:p>
        </p:txBody>
      </p:sp>
    </p:spTree>
    <p:extLst>
      <p:ext uri="{BB962C8B-B14F-4D97-AF65-F5344CB8AC3E}">
        <p14:creationId xmlns:p14="http://schemas.microsoft.com/office/powerpoint/2010/main" val="4069835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ED96B-2431-A995-6915-D3E2A43ECCC2}"/>
              </a:ext>
            </a:extLst>
          </p:cNvPr>
          <p:cNvSpPr>
            <a:spLocks noGrp="1"/>
          </p:cNvSpPr>
          <p:nvPr>
            <p:ph type="title"/>
          </p:nvPr>
        </p:nvSpPr>
        <p:spPr>
          <a:xfrm>
            <a:off x="838200" y="365126"/>
            <a:ext cx="10515600" cy="654206"/>
          </a:xfrm>
        </p:spPr>
        <p:txBody>
          <a:bodyPr>
            <a:normAutofit/>
          </a:bodyPr>
          <a:lstStyle/>
          <a:p>
            <a:r>
              <a:rPr lang="en-US" sz="3200" b="0" i="0" u="none" strike="noStrike" baseline="0" dirty="0">
                <a:latin typeface="FranklinGothic-Heavy"/>
              </a:rPr>
              <a:t>Setting the Minimum Width of a Layout</a:t>
            </a:r>
            <a:endParaRPr lang="en-US" sz="3200" dirty="0"/>
          </a:p>
        </p:txBody>
      </p:sp>
      <p:sp>
        <p:nvSpPr>
          <p:cNvPr id="3" name="Content Placeholder 2">
            <a:extLst>
              <a:ext uri="{FF2B5EF4-FFF2-40B4-BE49-F238E27FC236}">
                <a16:creationId xmlns:a16="http://schemas.microsoft.com/office/drawing/2014/main" id="{42764DF2-851D-9C92-1D93-F7DB9200085B}"/>
              </a:ext>
            </a:extLst>
          </p:cNvPr>
          <p:cNvSpPr>
            <a:spLocks noGrp="1"/>
          </p:cNvSpPr>
          <p:nvPr>
            <p:ph idx="1"/>
          </p:nvPr>
        </p:nvSpPr>
        <p:spPr>
          <a:xfrm>
            <a:off x="838200" y="1139252"/>
            <a:ext cx="10515600" cy="5037711"/>
          </a:xfrm>
        </p:spPr>
        <p:txBody>
          <a:bodyPr/>
          <a:lstStyle/>
          <a:p>
            <a:pPr marL="0" indent="0" algn="l">
              <a:buNone/>
            </a:pPr>
            <a:r>
              <a:rPr lang="en-US" sz="1800" b="1" i="0" u="none" strike="noStrike" baseline="0" dirty="0">
                <a:latin typeface="MonoRegular"/>
              </a:rPr>
              <a:t>body {</a:t>
            </a:r>
          </a:p>
          <a:p>
            <a:pPr marL="0" indent="0" algn="l">
              <a:buNone/>
            </a:pPr>
            <a:r>
              <a:rPr lang="en-US" sz="1800" b="1" i="0" u="none" strike="noStrike" baseline="0" dirty="0">
                <a:latin typeface="MonoRegular"/>
              </a:rPr>
              <a:t>margin: 0;</a:t>
            </a:r>
          </a:p>
          <a:p>
            <a:pPr marL="0" indent="0" algn="l">
              <a:buNone/>
            </a:pPr>
            <a:r>
              <a:rPr lang="en-US" sz="1800" b="1" i="0" u="none" strike="noStrike" baseline="0" dirty="0">
                <a:latin typeface="MonoRegular"/>
              </a:rPr>
              <a:t>padding: 0;</a:t>
            </a:r>
          </a:p>
          <a:p>
            <a:pPr marL="0" indent="0" algn="l">
              <a:buNone/>
            </a:pPr>
            <a:r>
              <a:rPr lang="en-US" sz="1800" b="1" i="0" u="none" strike="noStrike" baseline="0" dirty="0">
                <a:latin typeface="MonoRegular"/>
              </a:rPr>
              <a:t>min-width: 525px;</a:t>
            </a:r>
          </a:p>
          <a:p>
            <a:pPr marL="0" indent="0" algn="l">
              <a:buNone/>
            </a:pPr>
            <a:r>
              <a:rPr lang="en-US" sz="1800" b="1" i="0" u="none" strike="noStrike" baseline="0" dirty="0">
                <a:latin typeface="MonoRegular"/>
              </a:rPr>
              <a:t>}</a:t>
            </a:r>
            <a:endParaRPr lang="en-US" b="1" dirty="0"/>
          </a:p>
        </p:txBody>
      </p:sp>
      <p:pic>
        <p:nvPicPr>
          <p:cNvPr id="5" name="Picture 4">
            <a:extLst>
              <a:ext uri="{FF2B5EF4-FFF2-40B4-BE49-F238E27FC236}">
                <a16:creationId xmlns:a16="http://schemas.microsoft.com/office/drawing/2014/main" id="{1FC58CD6-5867-0CAF-921F-4D297F81F55D}"/>
              </a:ext>
            </a:extLst>
          </p:cNvPr>
          <p:cNvPicPr>
            <a:picLocks noChangeAspect="1"/>
          </p:cNvPicPr>
          <p:nvPr/>
        </p:nvPicPr>
        <p:blipFill>
          <a:blip r:embed="rId2"/>
          <a:stretch>
            <a:fillRect/>
          </a:stretch>
        </p:blipFill>
        <p:spPr>
          <a:xfrm>
            <a:off x="3978104" y="963306"/>
            <a:ext cx="5690552" cy="4931388"/>
          </a:xfrm>
          <a:prstGeom prst="rect">
            <a:avLst/>
          </a:prstGeom>
        </p:spPr>
      </p:pic>
      <p:sp>
        <p:nvSpPr>
          <p:cNvPr id="7" name="TextBox 6">
            <a:extLst>
              <a:ext uri="{FF2B5EF4-FFF2-40B4-BE49-F238E27FC236}">
                <a16:creationId xmlns:a16="http://schemas.microsoft.com/office/drawing/2014/main" id="{9C3A5D7B-7176-A12B-0395-94F08481BD32}"/>
              </a:ext>
            </a:extLst>
          </p:cNvPr>
          <p:cNvSpPr txBox="1"/>
          <p:nvPr/>
        </p:nvSpPr>
        <p:spPr>
          <a:xfrm>
            <a:off x="4417728" y="5691448"/>
            <a:ext cx="6093500" cy="369332"/>
          </a:xfrm>
          <a:prstGeom prst="rect">
            <a:avLst/>
          </a:prstGeom>
          <a:noFill/>
        </p:spPr>
        <p:txBody>
          <a:bodyPr wrap="square">
            <a:spAutoFit/>
          </a:bodyPr>
          <a:lstStyle/>
          <a:p>
            <a:pPr algn="l"/>
            <a:r>
              <a:rPr lang="en-US" sz="1800" b="0" i="0" u="none" strike="noStrike" baseline="0" dirty="0">
                <a:latin typeface="FranklinGothic-Book"/>
              </a:rPr>
              <a:t>A basic HTML template resized under 400 pixels: better!</a:t>
            </a:r>
            <a:endParaRPr lang="en-US" dirty="0"/>
          </a:p>
        </p:txBody>
      </p:sp>
    </p:spTree>
    <p:extLst>
      <p:ext uri="{BB962C8B-B14F-4D97-AF65-F5344CB8AC3E}">
        <p14:creationId xmlns:p14="http://schemas.microsoft.com/office/powerpoint/2010/main" val="3848135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D882C-6BF6-561C-6F32-897B2B695886}"/>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Setting the Minimum Width of a Layout Cont..</a:t>
            </a:r>
            <a:endParaRPr lang="en-US" dirty="0"/>
          </a:p>
        </p:txBody>
      </p:sp>
      <p:pic>
        <p:nvPicPr>
          <p:cNvPr id="5" name="Content Placeholder 4">
            <a:extLst>
              <a:ext uri="{FF2B5EF4-FFF2-40B4-BE49-F238E27FC236}">
                <a16:creationId xmlns:a16="http://schemas.microsoft.com/office/drawing/2014/main" id="{9C0E6C50-BE6C-EFC4-D869-6B89B405A9E4}"/>
              </a:ext>
            </a:extLst>
          </p:cNvPr>
          <p:cNvPicPr>
            <a:picLocks noGrp="1" noChangeAspect="1"/>
          </p:cNvPicPr>
          <p:nvPr>
            <p:ph idx="1"/>
          </p:nvPr>
        </p:nvPicPr>
        <p:blipFill>
          <a:blip r:embed="rId2"/>
          <a:stretch>
            <a:fillRect/>
          </a:stretch>
        </p:blipFill>
        <p:spPr>
          <a:xfrm>
            <a:off x="2477481" y="1875328"/>
            <a:ext cx="5976250" cy="3790953"/>
          </a:xfrm>
        </p:spPr>
      </p:pic>
      <p:sp>
        <p:nvSpPr>
          <p:cNvPr id="7" name="TextBox 6">
            <a:extLst>
              <a:ext uri="{FF2B5EF4-FFF2-40B4-BE49-F238E27FC236}">
                <a16:creationId xmlns:a16="http://schemas.microsoft.com/office/drawing/2014/main" id="{CD8DCF87-21BA-01C5-0CF5-3B738F376AFA}"/>
              </a:ext>
            </a:extLst>
          </p:cNvPr>
          <p:cNvSpPr txBox="1"/>
          <p:nvPr/>
        </p:nvSpPr>
        <p:spPr>
          <a:xfrm>
            <a:off x="1700221" y="5771211"/>
            <a:ext cx="8014298" cy="369332"/>
          </a:xfrm>
          <a:prstGeom prst="rect">
            <a:avLst/>
          </a:prstGeom>
          <a:noFill/>
        </p:spPr>
        <p:txBody>
          <a:bodyPr wrap="square">
            <a:spAutoFit/>
          </a:bodyPr>
          <a:lstStyle/>
          <a:p>
            <a:pPr algn="l"/>
            <a:r>
              <a:rPr lang="en-US" sz="1800" b="0" i="0" u="none" strike="noStrike" baseline="0" dirty="0">
                <a:latin typeface="FranklinGothic-Book"/>
              </a:rPr>
              <a:t>A basic HTML template when viewed in a browser window wider than 800 pixels.</a:t>
            </a:r>
            <a:endParaRPr lang="en-US" dirty="0"/>
          </a:p>
        </p:txBody>
      </p:sp>
    </p:spTree>
    <p:extLst>
      <p:ext uri="{BB962C8B-B14F-4D97-AF65-F5344CB8AC3E}">
        <p14:creationId xmlns:p14="http://schemas.microsoft.com/office/powerpoint/2010/main" val="2152661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BCF47-26AB-C31E-965E-8E1446132207}"/>
              </a:ext>
            </a:extLst>
          </p:cNvPr>
          <p:cNvSpPr>
            <a:spLocks noGrp="1"/>
          </p:cNvSpPr>
          <p:nvPr>
            <p:ph type="title"/>
          </p:nvPr>
        </p:nvSpPr>
        <p:spPr>
          <a:xfrm>
            <a:off x="838200" y="365125"/>
            <a:ext cx="10515600" cy="714167"/>
          </a:xfrm>
        </p:spPr>
        <p:txBody>
          <a:bodyPr>
            <a:normAutofit/>
          </a:bodyPr>
          <a:lstStyle/>
          <a:p>
            <a:r>
              <a:rPr lang="en-US" sz="3200" b="0" i="0" u="none" strike="noStrike" baseline="0" dirty="0">
                <a:latin typeface="FranklinGothic-Heavy"/>
              </a:rPr>
              <a:t>Handling Column Height in a Fixed/Liquid Hybrid Layout</a:t>
            </a:r>
            <a:endParaRPr lang="en-US" sz="3200" dirty="0"/>
          </a:p>
        </p:txBody>
      </p:sp>
      <p:pic>
        <p:nvPicPr>
          <p:cNvPr id="5" name="Content Placeholder 4">
            <a:extLst>
              <a:ext uri="{FF2B5EF4-FFF2-40B4-BE49-F238E27FC236}">
                <a16:creationId xmlns:a16="http://schemas.microsoft.com/office/drawing/2014/main" id="{199DF009-3A41-E07A-B7A3-472D540040E3}"/>
              </a:ext>
            </a:extLst>
          </p:cNvPr>
          <p:cNvPicPr>
            <a:picLocks noGrp="1" noChangeAspect="1"/>
          </p:cNvPicPr>
          <p:nvPr>
            <p:ph idx="1"/>
          </p:nvPr>
        </p:nvPicPr>
        <p:blipFill>
          <a:blip r:embed="rId2"/>
          <a:stretch>
            <a:fillRect/>
          </a:stretch>
        </p:blipFill>
        <p:spPr>
          <a:xfrm>
            <a:off x="2807265" y="1079292"/>
            <a:ext cx="5857050" cy="4431316"/>
          </a:xfrm>
        </p:spPr>
      </p:pic>
      <p:sp>
        <p:nvSpPr>
          <p:cNvPr id="7" name="TextBox 6">
            <a:extLst>
              <a:ext uri="{FF2B5EF4-FFF2-40B4-BE49-F238E27FC236}">
                <a16:creationId xmlns:a16="http://schemas.microsoft.com/office/drawing/2014/main" id="{5095F8A7-4669-0F1C-31BD-FF42F6AE52F6}"/>
              </a:ext>
            </a:extLst>
          </p:cNvPr>
          <p:cNvSpPr txBox="1"/>
          <p:nvPr/>
        </p:nvSpPr>
        <p:spPr>
          <a:xfrm>
            <a:off x="2807265" y="5455542"/>
            <a:ext cx="6093500" cy="369332"/>
          </a:xfrm>
          <a:prstGeom prst="rect">
            <a:avLst/>
          </a:prstGeom>
          <a:noFill/>
        </p:spPr>
        <p:txBody>
          <a:bodyPr wrap="square">
            <a:spAutoFit/>
          </a:bodyPr>
          <a:lstStyle/>
          <a:p>
            <a:pPr algn="ctr"/>
            <a:r>
              <a:rPr lang="en-US" sz="1800" b="0" i="0" u="none" strike="noStrike" baseline="0" dirty="0">
                <a:latin typeface="FranklinGothic-Book"/>
              </a:rPr>
              <a:t>Columns are only as tall as </a:t>
            </a:r>
            <a:r>
              <a:rPr lang="en-US" sz="1800" b="0" i="0" u="none" strike="noStrike" baseline="0" dirty="0" err="1">
                <a:latin typeface="FranklinGothic-Book"/>
              </a:rPr>
              <a:t>theircontents</a:t>
            </a:r>
            <a:endParaRPr lang="en-US" dirty="0"/>
          </a:p>
        </p:txBody>
      </p:sp>
    </p:spTree>
    <p:extLst>
      <p:ext uri="{BB962C8B-B14F-4D97-AF65-F5344CB8AC3E}">
        <p14:creationId xmlns:p14="http://schemas.microsoft.com/office/powerpoint/2010/main" val="3975871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8FEB1-1AED-7DAD-7FE4-5282458C7E6C}"/>
              </a:ext>
            </a:extLst>
          </p:cNvPr>
          <p:cNvSpPr>
            <a:spLocks noGrp="1"/>
          </p:cNvSpPr>
          <p:nvPr>
            <p:ph type="title"/>
          </p:nvPr>
        </p:nvSpPr>
        <p:spPr>
          <a:xfrm>
            <a:off x="838200" y="365126"/>
            <a:ext cx="10515600" cy="864068"/>
          </a:xfrm>
        </p:spPr>
        <p:txBody>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Handling Column Height in a Fixed/Liquid Hybrid Layout Cont..</a:t>
            </a:r>
            <a:endParaRPr lang="en-US" dirty="0"/>
          </a:p>
        </p:txBody>
      </p:sp>
      <p:pic>
        <p:nvPicPr>
          <p:cNvPr id="5" name="Content Placeholder 4">
            <a:extLst>
              <a:ext uri="{FF2B5EF4-FFF2-40B4-BE49-F238E27FC236}">
                <a16:creationId xmlns:a16="http://schemas.microsoft.com/office/drawing/2014/main" id="{3B892E2D-8CF8-F25D-8327-FF0B38A99E41}"/>
              </a:ext>
            </a:extLst>
          </p:cNvPr>
          <p:cNvPicPr>
            <a:picLocks noGrp="1" noChangeAspect="1"/>
          </p:cNvPicPr>
          <p:nvPr>
            <p:ph idx="1"/>
          </p:nvPr>
        </p:nvPicPr>
        <p:blipFill>
          <a:blip r:embed="rId2"/>
          <a:stretch>
            <a:fillRect/>
          </a:stretch>
        </p:blipFill>
        <p:spPr>
          <a:xfrm>
            <a:off x="2867225" y="1405327"/>
            <a:ext cx="5991961" cy="4533387"/>
          </a:xfrm>
        </p:spPr>
      </p:pic>
      <p:sp>
        <p:nvSpPr>
          <p:cNvPr id="7" name="TextBox 6">
            <a:extLst>
              <a:ext uri="{FF2B5EF4-FFF2-40B4-BE49-F238E27FC236}">
                <a16:creationId xmlns:a16="http://schemas.microsoft.com/office/drawing/2014/main" id="{F9F328D3-76C0-D67B-B573-8F8CDA0B5B0B}"/>
              </a:ext>
            </a:extLst>
          </p:cNvPr>
          <p:cNvSpPr txBox="1"/>
          <p:nvPr/>
        </p:nvSpPr>
        <p:spPr>
          <a:xfrm>
            <a:off x="2321778" y="5938714"/>
            <a:ext cx="7082853" cy="369332"/>
          </a:xfrm>
          <a:prstGeom prst="rect">
            <a:avLst/>
          </a:prstGeom>
          <a:noFill/>
        </p:spPr>
        <p:txBody>
          <a:bodyPr wrap="square">
            <a:spAutoFit/>
          </a:bodyPr>
          <a:lstStyle/>
          <a:p>
            <a:pPr algn="l"/>
            <a:r>
              <a:rPr lang="en-US" sz="1800" b="0" i="0" u="none" strike="noStrike" baseline="0" dirty="0">
                <a:latin typeface="FranklinGothic-Book"/>
              </a:rPr>
              <a:t>Color fields are now visible </a:t>
            </a:r>
            <a:r>
              <a:rPr lang="en-US" sz="1800" b="0" i="0" u="none" strike="noStrike" baseline="0" dirty="0" err="1">
                <a:latin typeface="FranklinGothic-Book"/>
              </a:rPr>
              <a:t>despitethe</a:t>
            </a:r>
            <a:r>
              <a:rPr lang="en-US" sz="1800" b="0" i="0" u="none" strike="noStrike" baseline="0" dirty="0">
                <a:latin typeface="FranklinGothic-Book"/>
              </a:rPr>
              <a:t> amount of content in the columns.</a:t>
            </a:r>
            <a:endParaRPr lang="en-US" dirty="0"/>
          </a:p>
        </p:txBody>
      </p:sp>
    </p:spTree>
    <p:extLst>
      <p:ext uri="{BB962C8B-B14F-4D97-AF65-F5344CB8AC3E}">
        <p14:creationId xmlns:p14="http://schemas.microsoft.com/office/powerpoint/2010/main" val="4083674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EEC0C-3563-7032-DB19-C12A772A1940}"/>
              </a:ext>
            </a:extLst>
          </p:cNvPr>
          <p:cNvSpPr>
            <a:spLocks noGrp="1"/>
          </p:cNvSpPr>
          <p:nvPr>
            <p:ph type="title"/>
          </p:nvPr>
        </p:nvSpPr>
        <p:spPr>
          <a:xfrm>
            <a:off x="838200" y="365125"/>
            <a:ext cx="10515600" cy="909039"/>
          </a:xfrm>
        </p:spPr>
        <p:txBody>
          <a:bodyPr>
            <a:normAutofit fontScale="90000"/>
          </a:bodyPr>
          <a:lstStyle/>
          <a:p>
            <a:r>
              <a:rPr kumimoji="0" lang="en-US" sz="3200" b="0" i="0" u="none" strike="noStrike" kern="1200" cap="none" spc="0" normalizeH="0" baseline="0" noProof="0" dirty="0">
                <a:ln>
                  <a:noFill/>
                </a:ln>
                <a:solidFill>
                  <a:prstClr val="black"/>
                </a:solidFill>
                <a:effectLst/>
                <a:uLnTx/>
                <a:uFillTx/>
                <a:latin typeface="FranklinGothic-Heavy"/>
                <a:ea typeface="+mj-ea"/>
                <a:cs typeface="+mj-cs"/>
              </a:rPr>
              <a:t>Handling Column Height in a Fixed/Liquid Hybrid Layout Cont..</a:t>
            </a:r>
            <a:br>
              <a:rPr kumimoji="0" lang="en-US" sz="3200" b="0" i="0" u="none" strike="noStrike" kern="1200" cap="none" spc="0" normalizeH="0" baseline="0" noProof="0" dirty="0">
                <a:ln>
                  <a:noFill/>
                </a:ln>
                <a:solidFill>
                  <a:prstClr val="black"/>
                </a:solidFill>
                <a:effectLst/>
                <a:uLnTx/>
                <a:uFillTx/>
                <a:latin typeface="FranklinGothic-Heavy"/>
                <a:ea typeface="+mj-ea"/>
                <a:cs typeface="+mj-cs"/>
              </a:rPr>
            </a:br>
            <a:endParaRPr lang="en-US" dirty="0"/>
          </a:p>
        </p:txBody>
      </p:sp>
      <p:pic>
        <p:nvPicPr>
          <p:cNvPr id="5" name="Content Placeholder 4">
            <a:extLst>
              <a:ext uri="{FF2B5EF4-FFF2-40B4-BE49-F238E27FC236}">
                <a16:creationId xmlns:a16="http://schemas.microsoft.com/office/drawing/2014/main" id="{3EC3C4F1-8F7B-268B-A08A-5B7E40407E8A}"/>
              </a:ext>
            </a:extLst>
          </p:cNvPr>
          <p:cNvPicPr>
            <a:picLocks noGrp="1" noChangeAspect="1"/>
          </p:cNvPicPr>
          <p:nvPr>
            <p:ph idx="1"/>
          </p:nvPr>
        </p:nvPicPr>
        <p:blipFill>
          <a:blip r:embed="rId2"/>
          <a:stretch>
            <a:fillRect/>
          </a:stretch>
        </p:blipFill>
        <p:spPr>
          <a:xfrm>
            <a:off x="2762294" y="1407288"/>
            <a:ext cx="5932001" cy="4380232"/>
          </a:xfrm>
        </p:spPr>
      </p:pic>
      <p:sp>
        <p:nvSpPr>
          <p:cNvPr id="7" name="TextBox 6">
            <a:extLst>
              <a:ext uri="{FF2B5EF4-FFF2-40B4-BE49-F238E27FC236}">
                <a16:creationId xmlns:a16="http://schemas.microsoft.com/office/drawing/2014/main" id="{C0D07EA9-5FDE-E954-EB71-355E62FF72A8}"/>
              </a:ext>
            </a:extLst>
          </p:cNvPr>
          <p:cNvSpPr txBox="1"/>
          <p:nvPr/>
        </p:nvSpPr>
        <p:spPr>
          <a:xfrm>
            <a:off x="2762294" y="5787520"/>
            <a:ext cx="6093500" cy="369332"/>
          </a:xfrm>
          <a:prstGeom prst="rect">
            <a:avLst/>
          </a:prstGeom>
          <a:noFill/>
        </p:spPr>
        <p:txBody>
          <a:bodyPr wrap="square">
            <a:spAutoFit/>
          </a:bodyPr>
          <a:lstStyle/>
          <a:p>
            <a:pPr algn="ctr"/>
            <a:r>
              <a:rPr lang="en-US" sz="1800" b="0" i="0" u="none" strike="noStrike" baseline="0" dirty="0">
                <a:latin typeface="FranklinGothic-Book"/>
              </a:rPr>
              <a:t>Congratulations! It’s a fixed width/liquid hybrid layout.</a:t>
            </a:r>
            <a:endParaRPr lang="en-US" dirty="0"/>
          </a:p>
        </p:txBody>
      </p:sp>
    </p:spTree>
    <p:extLst>
      <p:ext uri="{BB962C8B-B14F-4D97-AF65-F5344CB8AC3E}">
        <p14:creationId xmlns:p14="http://schemas.microsoft.com/office/powerpoint/2010/main" val="2093471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1524</Words>
  <Application>Microsoft Office PowerPoint</Application>
  <PresentationFormat>Widescreen</PresentationFormat>
  <Paragraphs>134</Paragraphs>
  <Slides>23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Calibri</vt:lpstr>
      <vt:lpstr>Calibri Light</vt:lpstr>
      <vt:lpstr>FranklinGothic-Book</vt:lpstr>
      <vt:lpstr>FranklinGothic-Heavy</vt:lpstr>
      <vt:lpstr>MonoRegular</vt:lpstr>
      <vt:lpstr>Palatino-Italic</vt:lpstr>
      <vt:lpstr>Palatino-Roman</vt:lpstr>
      <vt:lpstr>Symbol</vt:lpstr>
      <vt:lpstr>Times New Roman</vt:lpstr>
      <vt:lpstr>Office Theme</vt:lpstr>
      <vt:lpstr>Creating Fixed or Liquid Layouts</vt:lpstr>
      <vt:lpstr>Understanding Fixed Layouts</vt:lpstr>
      <vt:lpstr>Understanding Fixed Layouts Cont..</vt:lpstr>
      <vt:lpstr>Understanding Fixed Layouts Cont..</vt:lpstr>
      <vt:lpstr>Understanding Fixed Layouts Cont..</vt:lpstr>
      <vt:lpstr>Understanding Liquid Layouts</vt:lpstr>
      <vt:lpstr>Understanding Liquid Layouts Cont..</vt:lpstr>
      <vt:lpstr>Understanding Liquid Layouts Cont..</vt:lpstr>
      <vt:lpstr>Understanding Liquid Layouts Cont..</vt:lpstr>
      <vt:lpstr>Understanding Liquid Layouts Cont..</vt:lpstr>
      <vt:lpstr>Understanding Liquid Layouts Cont..</vt:lpstr>
      <vt:lpstr>Understanding Liquid Layouts Cont..</vt:lpstr>
      <vt:lpstr>Creating a Fixed/Liquid Hybrid Layout</vt:lpstr>
      <vt:lpstr>Starting with a Basic Layout Structure</vt:lpstr>
      <vt:lpstr>Defining Two Columns in a Fixed/Liquid Hybrid Layout</vt:lpstr>
      <vt:lpstr>Defining Two Columns in a Fixed/Liquid Hybrid Layout Cont..</vt:lpstr>
      <vt:lpstr>Defining Two Columns in a Fixed/Liquid Hybrid Layout Cont..</vt:lpstr>
      <vt:lpstr>Defining Two Columns in a Fixed/Liquid Hybrid Layout Cont..</vt:lpstr>
      <vt:lpstr>Setting the Minimum Width of a Layout</vt:lpstr>
      <vt:lpstr>Setting the Minimum Width of a Layout Cont..</vt:lpstr>
      <vt:lpstr>Handling Column Height in a Fixed/Liquid Hybrid Layout</vt:lpstr>
      <vt:lpstr>Handling Column Height in a Fixed/Liquid Hybrid Layout Cont..</vt:lpstr>
      <vt:lpstr>Handling Column Height in a Fixed/Liquid Hybrid Layout Cont..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thangam sivnantham</dc:creator>
  <cp:lastModifiedBy>Thangam S</cp:lastModifiedBy>
  <cp:revision>1</cp:revision>
  <dcterms:created xsi:type="dcterms:W3CDTF">2025-02-27T22:44:25Z</dcterms:created>
  <dcterms:modified xsi:type="dcterms:W3CDTF">2025-03-03T03:16:06Z</dcterms:modified>
</cp:coreProperties>
</file>