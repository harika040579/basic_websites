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7"/>
  </p:notesMasterIdLst>
  <p:sldIdLst>
    <p:sldId id="256" r:id="rId2"/>
    <p:sldId id="257" r:id="rId3"/>
    <p:sldId id="258" r:id="rId4"/>
    <p:sldId id="323" r:id="rId5"/>
    <p:sldId id="324" r:id="rId6"/>
    <p:sldId id="325" r:id="rId7"/>
    <p:sldId id="326" r:id="rId8"/>
    <p:sldId id="327" r:id="rId9"/>
    <p:sldId id="328" r:id="rId10"/>
    <p:sldId id="329" r:id="rId11"/>
    <p:sldId id="330" r:id="rId12"/>
    <p:sldId id="331" r:id="rId13"/>
    <p:sldId id="332" r:id="rId14"/>
    <p:sldId id="333" r:id="rId15"/>
    <p:sldId id="334" r:id="rId16"/>
    <p:sldId id="335" r:id="rId17"/>
    <p:sldId id="336" r:id="rId18"/>
    <p:sldId id="339" r:id="rId19"/>
    <p:sldId id="340" r:id="rId20"/>
    <p:sldId id="341" r:id="rId21"/>
    <p:sldId id="342" r:id="rId22"/>
    <p:sldId id="343" r:id="rId23"/>
    <p:sldId id="318" r:id="rId24"/>
    <p:sldId id="356" r:id="rId25"/>
    <p:sldId id="346" r:id="rId26"/>
    <p:sldId id="344" r:id="rId27"/>
    <p:sldId id="345" r:id="rId28"/>
    <p:sldId id="319" r:id="rId29"/>
    <p:sldId id="320" r:id="rId30"/>
    <p:sldId id="321" r:id="rId31"/>
    <p:sldId id="322" r:id="rId32"/>
    <p:sldId id="305" r:id="rId33"/>
    <p:sldId id="347" r:id="rId34"/>
    <p:sldId id="348" r:id="rId35"/>
    <p:sldId id="349" r:id="rId36"/>
    <p:sldId id="350" r:id="rId37"/>
    <p:sldId id="351" r:id="rId38"/>
    <p:sldId id="359" r:id="rId39"/>
    <p:sldId id="353" r:id="rId40"/>
    <p:sldId id="357" r:id="rId41"/>
    <p:sldId id="358" r:id="rId42"/>
    <p:sldId id="354" r:id="rId43"/>
    <p:sldId id="360" r:id="rId44"/>
    <p:sldId id="377" r:id="rId45"/>
    <p:sldId id="378" r:id="rId46"/>
    <p:sldId id="379" r:id="rId47"/>
    <p:sldId id="380" r:id="rId48"/>
    <p:sldId id="381" r:id="rId49"/>
    <p:sldId id="361" r:id="rId50"/>
    <p:sldId id="362" r:id="rId51"/>
    <p:sldId id="363" r:id="rId52"/>
    <p:sldId id="364" r:id="rId53"/>
    <p:sldId id="365" r:id="rId54"/>
    <p:sldId id="366" r:id="rId55"/>
    <p:sldId id="367" r:id="rId56"/>
    <p:sldId id="368" r:id="rId57"/>
    <p:sldId id="369" r:id="rId58"/>
    <p:sldId id="370" r:id="rId59"/>
    <p:sldId id="371" r:id="rId60"/>
    <p:sldId id="372" r:id="rId61"/>
    <p:sldId id="373" r:id="rId62"/>
    <p:sldId id="374" r:id="rId63"/>
    <p:sldId id="375" r:id="rId64"/>
    <p:sldId id="376" r:id="rId65"/>
    <p:sldId id="382" r:id="rId66"/>
    <p:sldId id="383" r:id="rId67"/>
    <p:sldId id="384" r:id="rId68"/>
    <p:sldId id="385" r:id="rId69"/>
    <p:sldId id="386" r:id="rId70"/>
    <p:sldId id="387" r:id="rId71"/>
    <p:sldId id="388" r:id="rId72"/>
    <p:sldId id="389" r:id="rId73"/>
    <p:sldId id="390" r:id="rId74"/>
    <p:sldId id="391" r:id="rId75"/>
    <p:sldId id="394" r:id="rId76"/>
    <p:sldId id="355" r:id="rId77"/>
    <p:sldId id="392" r:id="rId78"/>
    <p:sldId id="393" r:id="rId79"/>
    <p:sldId id="395" r:id="rId80"/>
    <p:sldId id="396" r:id="rId81"/>
    <p:sldId id="397" r:id="rId82"/>
    <p:sldId id="398" r:id="rId83"/>
    <p:sldId id="399" r:id="rId84"/>
    <p:sldId id="400" r:id="rId85"/>
    <p:sldId id="443" r:id="rId86"/>
    <p:sldId id="444" r:id="rId87"/>
    <p:sldId id="445" r:id="rId88"/>
    <p:sldId id="446" r:id="rId89"/>
    <p:sldId id="401" r:id="rId90"/>
    <p:sldId id="402" r:id="rId91"/>
    <p:sldId id="403" r:id="rId92"/>
    <p:sldId id="404" r:id="rId93"/>
    <p:sldId id="405" r:id="rId94"/>
    <p:sldId id="406" r:id="rId95"/>
    <p:sldId id="407" r:id="rId96"/>
    <p:sldId id="408" r:id="rId97"/>
    <p:sldId id="418" r:id="rId98"/>
    <p:sldId id="410" r:id="rId99"/>
    <p:sldId id="411" r:id="rId100"/>
    <p:sldId id="412" r:id="rId101"/>
    <p:sldId id="413" r:id="rId102"/>
    <p:sldId id="414" r:id="rId103"/>
    <p:sldId id="415" r:id="rId104"/>
    <p:sldId id="416" r:id="rId105"/>
    <p:sldId id="419" r:id="rId106"/>
    <p:sldId id="420" r:id="rId107"/>
    <p:sldId id="421" r:id="rId108"/>
    <p:sldId id="422" r:id="rId109"/>
    <p:sldId id="423" r:id="rId110"/>
    <p:sldId id="424" r:id="rId111"/>
    <p:sldId id="426" r:id="rId112"/>
    <p:sldId id="425" r:id="rId113"/>
    <p:sldId id="427" r:id="rId114"/>
    <p:sldId id="438" r:id="rId115"/>
    <p:sldId id="439" r:id="rId116"/>
    <p:sldId id="441" r:id="rId117"/>
    <p:sldId id="442" r:id="rId118"/>
    <p:sldId id="428" r:id="rId119"/>
    <p:sldId id="429" r:id="rId120"/>
    <p:sldId id="430" r:id="rId121"/>
    <p:sldId id="431" r:id="rId122"/>
    <p:sldId id="432" r:id="rId123"/>
    <p:sldId id="433" r:id="rId124"/>
    <p:sldId id="434" r:id="rId125"/>
    <p:sldId id="435" r:id="rId126"/>
    <p:sldId id="447" r:id="rId127"/>
    <p:sldId id="448" r:id="rId128"/>
    <p:sldId id="449" r:id="rId129"/>
    <p:sldId id="450" r:id="rId130"/>
    <p:sldId id="451" r:id="rId131"/>
    <p:sldId id="452" r:id="rId132"/>
    <p:sldId id="453" r:id="rId133"/>
    <p:sldId id="454" r:id="rId134"/>
    <p:sldId id="460" r:id="rId135"/>
    <p:sldId id="455" r:id="rId136"/>
    <p:sldId id="456" r:id="rId137"/>
    <p:sldId id="457" r:id="rId138"/>
    <p:sldId id="458" r:id="rId139"/>
    <p:sldId id="461" r:id="rId140"/>
    <p:sldId id="463" r:id="rId141"/>
    <p:sldId id="464" r:id="rId142"/>
    <p:sldId id="462" r:id="rId143"/>
    <p:sldId id="465" r:id="rId144"/>
    <p:sldId id="466" r:id="rId145"/>
    <p:sldId id="467" r:id="rId146"/>
    <p:sldId id="468" r:id="rId147"/>
    <p:sldId id="474" r:id="rId148"/>
    <p:sldId id="469" r:id="rId149"/>
    <p:sldId id="470" r:id="rId150"/>
    <p:sldId id="471" r:id="rId151"/>
    <p:sldId id="472" r:id="rId152"/>
    <p:sldId id="476" r:id="rId153"/>
    <p:sldId id="475" r:id="rId154"/>
    <p:sldId id="477" r:id="rId155"/>
    <p:sldId id="478" r:id="rId156"/>
    <p:sldId id="479" r:id="rId157"/>
    <p:sldId id="480" r:id="rId158"/>
    <p:sldId id="481" r:id="rId159"/>
    <p:sldId id="482" r:id="rId160"/>
    <p:sldId id="483" r:id="rId161"/>
    <p:sldId id="484" r:id="rId162"/>
    <p:sldId id="485" r:id="rId163"/>
    <p:sldId id="486" r:id="rId164"/>
    <p:sldId id="487" r:id="rId165"/>
    <p:sldId id="488" r:id="rId166"/>
    <p:sldId id="490" r:id="rId167"/>
    <p:sldId id="489" r:id="rId168"/>
    <p:sldId id="491" r:id="rId169"/>
    <p:sldId id="492" r:id="rId170"/>
    <p:sldId id="493" r:id="rId171"/>
    <p:sldId id="494" r:id="rId172"/>
    <p:sldId id="496" r:id="rId173"/>
    <p:sldId id="497" r:id="rId174"/>
    <p:sldId id="498" r:id="rId175"/>
    <p:sldId id="495" r:id="rId1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tableStyles" Target="tableStyles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slide" Target="slides/slide155.xml"/><Relationship Id="rId177" Type="http://schemas.openxmlformats.org/officeDocument/2006/relationships/notesMaster" Target="notesMasters/notesMaster1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theme" Target="theme/theme1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DF5E1-B376-455C-94D9-44EA78DDA144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6B20D-ED06-42BA-AC10-F43905DC2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64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Google Shape;1902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3" name="Google Shape;1903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71732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2" name="Google Shape;1932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7871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5FD8626C-8B8C-D80B-E803-D0F7DE907F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CB2ED0B1-3A24-7C81-4673-874A63525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D6B20D-ED06-42BA-AC10-F43905DC2295}" type="slidenum">
              <a:rPr lang="en-US" smtClean="0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018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C9A3F-C7AC-49DB-9071-484774A2CD4C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A3A2-DB84-4018-8D56-B52D59821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301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C9A3F-C7AC-49DB-9071-484774A2CD4C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A3A2-DB84-4018-8D56-B52D59821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036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C9A3F-C7AC-49DB-9071-484774A2CD4C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A3A2-DB84-4018-8D56-B52D59821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194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C9A3F-C7AC-49DB-9071-484774A2CD4C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A3A2-DB84-4018-8D56-B52D59821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670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C9A3F-C7AC-49DB-9071-484774A2CD4C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A3A2-DB84-4018-8D56-B52D59821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6829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C9A3F-C7AC-49DB-9071-484774A2CD4C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A3A2-DB84-4018-8D56-B52D59821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667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C9A3F-C7AC-49DB-9071-484774A2CD4C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A3A2-DB84-4018-8D56-B52D59821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627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C9A3F-C7AC-49DB-9071-484774A2CD4C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A3A2-DB84-4018-8D56-B52D59821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482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C9A3F-C7AC-49DB-9071-484774A2CD4C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A3A2-DB84-4018-8D56-B52D59821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040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C9A3F-C7AC-49DB-9071-484774A2CD4C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A3A2-DB84-4018-8D56-B52D59821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249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7C9A3F-C7AC-49DB-9071-484774A2CD4C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9A3A2-DB84-4018-8D56-B52D59821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9748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lor">
  <p:cSld name="Blank color">
    <p:bg>
      <p:bgPr>
        <a:solidFill>
          <a:schemeClr val="accent1"/>
        </a:solidFill>
        <a:effectLst/>
      </p:bgPr>
    </p:bg>
    <p:spTree>
      <p:nvGrpSpPr>
        <p:cNvPr id="1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6" name="Google Shape;1776;p12"/>
          <p:cNvGrpSpPr/>
          <p:nvPr/>
        </p:nvGrpSpPr>
        <p:grpSpPr>
          <a:xfrm>
            <a:off x="4" y="1817138"/>
            <a:ext cx="1107989" cy="2463916"/>
            <a:chOff x="3" y="1439053"/>
            <a:chExt cx="830992" cy="1847937"/>
          </a:xfrm>
        </p:grpSpPr>
        <p:sp>
          <p:nvSpPr>
            <p:cNvPr id="1777" name="Google Shape;1777;p12"/>
            <p:cNvSpPr/>
            <p:nvPr/>
          </p:nvSpPr>
          <p:spPr>
            <a:xfrm>
              <a:off x="3" y="1598235"/>
              <a:ext cx="698630" cy="1537982"/>
            </a:xfrm>
            <a:custGeom>
              <a:avLst/>
              <a:gdLst/>
              <a:ahLst/>
              <a:cxnLst/>
              <a:rect l="l" t="t" r="r" b="b"/>
              <a:pathLst>
                <a:path w="14040" h="30908" extrusionOk="0">
                  <a:moveTo>
                    <a:pt x="0" y="0"/>
                  </a:moveTo>
                  <a:lnTo>
                    <a:pt x="0" y="135"/>
                  </a:lnTo>
                  <a:lnTo>
                    <a:pt x="303" y="236"/>
                  </a:lnTo>
                  <a:lnTo>
                    <a:pt x="606" y="371"/>
                  </a:lnTo>
                  <a:lnTo>
                    <a:pt x="1178" y="674"/>
                  </a:lnTo>
                  <a:lnTo>
                    <a:pt x="1549" y="842"/>
                  </a:lnTo>
                  <a:lnTo>
                    <a:pt x="1953" y="977"/>
                  </a:lnTo>
                  <a:lnTo>
                    <a:pt x="2761" y="1179"/>
                  </a:lnTo>
                  <a:lnTo>
                    <a:pt x="3703" y="1448"/>
                  </a:lnTo>
                  <a:lnTo>
                    <a:pt x="4613" y="1717"/>
                  </a:lnTo>
                  <a:lnTo>
                    <a:pt x="5522" y="2020"/>
                  </a:lnTo>
                  <a:lnTo>
                    <a:pt x="6397" y="2357"/>
                  </a:lnTo>
                  <a:lnTo>
                    <a:pt x="8215" y="3064"/>
                  </a:lnTo>
                  <a:lnTo>
                    <a:pt x="10067" y="3670"/>
                  </a:lnTo>
                  <a:lnTo>
                    <a:pt x="10976" y="3939"/>
                  </a:lnTo>
                  <a:lnTo>
                    <a:pt x="11885" y="4209"/>
                  </a:lnTo>
                  <a:lnTo>
                    <a:pt x="12794" y="4478"/>
                  </a:lnTo>
                  <a:lnTo>
                    <a:pt x="13703" y="4748"/>
                  </a:lnTo>
                  <a:lnTo>
                    <a:pt x="13703" y="4815"/>
                  </a:lnTo>
                  <a:lnTo>
                    <a:pt x="13737" y="4849"/>
                  </a:lnTo>
                  <a:lnTo>
                    <a:pt x="13770" y="4882"/>
                  </a:lnTo>
                  <a:lnTo>
                    <a:pt x="13669" y="5017"/>
                  </a:lnTo>
                  <a:lnTo>
                    <a:pt x="13568" y="5522"/>
                  </a:lnTo>
                  <a:lnTo>
                    <a:pt x="13400" y="6364"/>
                  </a:lnTo>
                  <a:lnTo>
                    <a:pt x="13164" y="7239"/>
                  </a:lnTo>
                  <a:lnTo>
                    <a:pt x="12895" y="8081"/>
                  </a:lnTo>
                  <a:lnTo>
                    <a:pt x="12626" y="8922"/>
                  </a:lnTo>
                  <a:lnTo>
                    <a:pt x="12053" y="10639"/>
                  </a:lnTo>
                  <a:lnTo>
                    <a:pt x="10841" y="14141"/>
                  </a:lnTo>
                  <a:lnTo>
                    <a:pt x="10235" y="15858"/>
                  </a:lnTo>
                  <a:lnTo>
                    <a:pt x="9562" y="17609"/>
                  </a:lnTo>
                  <a:lnTo>
                    <a:pt x="8989" y="19225"/>
                  </a:lnTo>
                  <a:lnTo>
                    <a:pt x="8383" y="20841"/>
                  </a:lnTo>
                  <a:lnTo>
                    <a:pt x="7272" y="24107"/>
                  </a:lnTo>
                  <a:lnTo>
                    <a:pt x="6161" y="27339"/>
                  </a:lnTo>
                  <a:lnTo>
                    <a:pt x="5017" y="30605"/>
                  </a:lnTo>
                  <a:lnTo>
                    <a:pt x="4680" y="30571"/>
                  </a:lnTo>
                  <a:lnTo>
                    <a:pt x="4411" y="30504"/>
                  </a:lnTo>
                  <a:lnTo>
                    <a:pt x="4175" y="30436"/>
                  </a:lnTo>
                  <a:lnTo>
                    <a:pt x="3703" y="30268"/>
                  </a:lnTo>
                  <a:lnTo>
                    <a:pt x="2693" y="29830"/>
                  </a:lnTo>
                  <a:lnTo>
                    <a:pt x="2222" y="29628"/>
                  </a:lnTo>
                  <a:lnTo>
                    <a:pt x="1717" y="29460"/>
                  </a:lnTo>
                  <a:lnTo>
                    <a:pt x="842" y="29191"/>
                  </a:lnTo>
                  <a:lnTo>
                    <a:pt x="0" y="28888"/>
                  </a:lnTo>
                  <a:lnTo>
                    <a:pt x="0" y="29224"/>
                  </a:lnTo>
                  <a:lnTo>
                    <a:pt x="505" y="29393"/>
                  </a:lnTo>
                  <a:lnTo>
                    <a:pt x="1044" y="29561"/>
                  </a:lnTo>
                  <a:lnTo>
                    <a:pt x="2087" y="29864"/>
                  </a:lnTo>
                  <a:lnTo>
                    <a:pt x="2559" y="30032"/>
                  </a:lnTo>
                  <a:lnTo>
                    <a:pt x="3030" y="30234"/>
                  </a:lnTo>
                  <a:lnTo>
                    <a:pt x="3501" y="30436"/>
                  </a:lnTo>
                  <a:lnTo>
                    <a:pt x="3973" y="30638"/>
                  </a:lnTo>
                  <a:lnTo>
                    <a:pt x="4444" y="30773"/>
                  </a:lnTo>
                  <a:lnTo>
                    <a:pt x="4714" y="30840"/>
                  </a:lnTo>
                  <a:lnTo>
                    <a:pt x="4848" y="30840"/>
                  </a:lnTo>
                  <a:lnTo>
                    <a:pt x="4983" y="30807"/>
                  </a:lnTo>
                  <a:lnTo>
                    <a:pt x="5017" y="30874"/>
                  </a:lnTo>
                  <a:lnTo>
                    <a:pt x="5118" y="30908"/>
                  </a:lnTo>
                  <a:lnTo>
                    <a:pt x="5185" y="30874"/>
                  </a:lnTo>
                  <a:lnTo>
                    <a:pt x="5252" y="30807"/>
                  </a:lnTo>
                  <a:lnTo>
                    <a:pt x="6330" y="27642"/>
                  </a:lnTo>
                  <a:lnTo>
                    <a:pt x="7407" y="24477"/>
                  </a:lnTo>
                  <a:lnTo>
                    <a:pt x="8484" y="21312"/>
                  </a:lnTo>
                  <a:lnTo>
                    <a:pt x="9057" y="19730"/>
                  </a:lnTo>
                  <a:lnTo>
                    <a:pt x="9663" y="18181"/>
                  </a:lnTo>
                  <a:lnTo>
                    <a:pt x="10302" y="16498"/>
                  </a:lnTo>
                  <a:lnTo>
                    <a:pt x="10908" y="14814"/>
                  </a:lnTo>
                  <a:lnTo>
                    <a:pt x="12053" y="11447"/>
                  </a:lnTo>
                  <a:lnTo>
                    <a:pt x="12626" y="9831"/>
                  </a:lnTo>
                  <a:lnTo>
                    <a:pt x="13198" y="8182"/>
                  </a:lnTo>
                  <a:lnTo>
                    <a:pt x="13434" y="7340"/>
                  </a:lnTo>
                  <a:lnTo>
                    <a:pt x="13669" y="6498"/>
                  </a:lnTo>
                  <a:lnTo>
                    <a:pt x="13838" y="5657"/>
                  </a:lnTo>
                  <a:lnTo>
                    <a:pt x="13905" y="4815"/>
                  </a:lnTo>
                  <a:lnTo>
                    <a:pt x="14006" y="4781"/>
                  </a:lnTo>
                  <a:lnTo>
                    <a:pt x="14040" y="4714"/>
                  </a:lnTo>
                  <a:lnTo>
                    <a:pt x="14006" y="4647"/>
                  </a:lnTo>
                  <a:lnTo>
                    <a:pt x="13939" y="4579"/>
                  </a:lnTo>
                  <a:lnTo>
                    <a:pt x="13063" y="4276"/>
                  </a:lnTo>
                  <a:lnTo>
                    <a:pt x="12154" y="4040"/>
                  </a:lnTo>
                  <a:lnTo>
                    <a:pt x="11279" y="3771"/>
                  </a:lnTo>
                  <a:lnTo>
                    <a:pt x="10370" y="3535"/>
                  </a:lnTo>
                  <a:lnTo>
                    <a:pt x="9393" y="3199"/>
                  </a:lnTo>
                  <a:lnTo>
                    <a:pt x="8417" y="2862"/>
                  </a:lnTo>
                  <a:lnTo>
                    <a:pt x="6464" y="2121"/>
                  </a:lnTo>
                  <a:lnTo>
                    <a:pt x="5555" y="1785"/>
                  </a:lnTo>
                  <a:lnTo>
                    <a:pt x="4680" y="1482"/>
                  </a:lnTo>
                  <a:lnTo>
                    <a:pt x="3771" y="1212"/>
                  </a:lnTo>
                  <a:lnTo>
                    <a:pt x="2828" y="977"/>
                  </a:lnTo>
                  <a:lnTo>
                    <a:pt x="2323" y="842"/>
                  </a:lnTo>
                  <a:lnTo>
                    <a:pt x="1818" y="707"/>
                  </a:lnTo>
                  <a:lnTo>
                    <a:pt x="1347" y="539"/>
                  </a:lnTo>
                  <a:lnTo>
                    <a:pt x="875" y="337"/>
                  </a:lnTo>
                  <a:lnTo>
                    <a:pt x="438" y="135"/>
                  </a:lnTo>
                  <a:lnTo>
                    <a:pt x="236" y="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8" name="Google Shape;1778;p12"/>
            <p:cNvSpPr/>
            <p:nvPr/>
          </p:nvSpPr>
          <p:spPr>
            <a:xfrm>
              <a:off x="211084" y="1586492"/>
              <a:ext cx="20153" cy="23536"/>
            </a:xfrm>
            <a:custGeom>
              <a:avLst/>
              <a:gdLst/>
              <a:ahLst/>
              <a:cxnLst/>
              <a:rect l="l" t="t" r="r" b="b"/>
              <a:pathLst>
                <a:path w="405" h="473" extrusionOk="0">
                  <a:moveTo>
                    <a:pt x="202" y="1"/>
                  </a:moveTo>
                  <a:lnTo>
                    <a:pt x="101" y="68"/>
                  </a:lnTo>
                  <a:lnTo>
                    <a:pt x="68" y="102"/>
                  </a:lnTo>
                  <a:lnTo>
                    <a:pt x="34" y="135"/>
                  </a:lnTo>
                  <a:lnTo>
                    <a:pt x="0" y="270"/>
                  </a:lnTo>
                  <a:lnTo>
                    <a:pt x="0" y="371"/>
                  </a:lnTo>
                  <a:lnTo>
                    <a:pt x="68" y="438"/>
                  </a:lnTo>
                  <a:lnTo>
                    <a:pt x="135" y="472"/>
                  </a:lnTo>
                  <a:lnTo>
                    <a:pt x="236" y="438"/>
                  </a:lnTo>
                  <a:lnTo>
                    <a:pt x="303" y="405"/>
                  </a:lnTo>
                  <a:lnTo>
                    <a:pt x="371" y="304"/>
                  </a:lnTo>
                  <a:lnTo>
                    <a:pt x="371" y="270"/>
                  </a:lnTo>
                  <a:lnTo>
                    <a:pt x="404" y="270"/>
                  </a:lnTo>
                  <a:lnTo>
                    <a:pt x="404" y="203"/>
                  </a:lnTo>
                  <a:lnTo>
                    <a:pt x="404" y="169"/>
                  </a:lnTo>
                  <a:lnTo>
                    <a:pt x="404" y="102"/>
                  </a:lnTo>
                  <a:lnTo>
                    <a:pt x="371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79" name="Google Shape;1779;p12"/>
            <p:cNvSpPr/>
            <p:nvPr/>
          </p:nvSpPr>
          <p:spPr>
            <a:xfrm>
              <a:off x="3" y="1439053"/>
              <a:ext cx="830992" cy="1847937"/>
            </a:xfrm>
            <a:custGeom>
              <a:avLst/>
              <a:gdLst/>
              <a:ahLst/>
              <a:cxnLst/>
              <a:rect l="l" t="t" r="r" b="b"/>
              <a:pathLst>
                <a:path w="16700" h="37137" extrusionOk="0">
                  <a:moveTo>
                    <a:pt x="0" y="1"/>
                  </a:moveTo>
                  <a:lnTo>
                    <a:pt x="0" y="169"/>
                  </a:lnTo>
                  <a:lnTo>
                    <a:pt x="505" y="270"/>
                  </a:lnTo>
                  <a:lnTo>
                    <a:pt x="976" y="439"/>
                  </a:lnTo>
                  <a:lnTo>
                    <a:pt x="1953" y="809"/>
                  </a:lnTo>
                  <a:lnTo>
                    <a:pt x="2592" y="1011"/>
                  </a:lnTo>
                  <a:lnTo>
                    <a:pt x="3232" y="1179"/>
                  </a:lnTo>
                  <a:lnTo>
                    <a:pt x="3872" y="1348"/>
                  </a:lnTo>
                  <a:lnTo>
                    <a:pt x="4512" y="1550"/>
                  </a:lnTo>
                  <a:lnTo>
                    <a:pt x="7171" y="2358"/>
                  </a:lnTo>
                  <a:lnTo>
                    <a:pt x="8484" y="2795"/>
                  </a:lnTo>
                  <a:lnTo>
                    <a:pt x="9831" y="3233"/>
                  </a:lnTo>
                  <a:lnTo>
                    <a:pt x="12019" y="4007"/>
                  </a:lnTo>
                  <a:lnTo>
                    <a:pt x="14242" y="4815"/>
                  </a:lnTo>
                  <a:lnTo>
                    <a:pt x="14747" y="4984"/>
                  </a:lnTo>
                  <a:lnTo>
                    <a:pt x="15252" y="5186"/>
                  </a:lnTo>
                  <a:lnTo>
                    <a:pt x="15757" y="5455"/>
                  </a:lnTo>
                  <a:lnTo>
                    <a:pt x="15959" y="5623"/>
                  </a:lnTo>
                  <a:lnTo>
                    <a:pt x="16194" y="5792"/>
                  </a:lnTo>
                  <a:lnTo>
                    <a:pt x="16329" y="5960"/>
                  </a:lnTo>
                  <a:lnTo>
                    <a:pt x="16396" y="6162"/>
                  </a:lnTo>
                  <a:lnTo>
                    <a:pt x="16430" y="6431"/>
                  </a:lnTo>
                  <a:lnTo>
                    <a:pt x="16430" y="6768"/>
                  </a:lnTo>
                  <a:lnTo>
                    <a:pt x="16430" y="7105"/>
                  </a:lnTo>
                  <a:lnTo>
                    <a:pt x="16363" y="7475"/>
                  </a:lnTo>
                  <a:lnTo>
                    <a:pt x="16228" y="8283"/>
                  </a:lnTo>
                  <a:lnTo>
                    <a:pt x="16026" y="9091"/>
                  </a:lnTo>
                  <a:lnTo>
                    <a:pt x="15790" y="9798"/>
                  </a:lnTo>
                  <a:lnTo>
                    <a:pt x="15487" y="10808"/>
                  </a:lnTo>
                  <a:lnTo>
                    <a:pt x="15285" y="11448"/>
                  </a:lnTo>
                  <a:lnTo>
                    <a:pt x="15083" y="12054"/>
                  </a:lnTo>
                  <a:lnTo>
                    <a:pt x="14612" y="13333"/>
                  </a:lnTo>
                  <a:lnTo>
                    <a:pt x="14141" y="14613"/>
                  </a:lnTo>
                  <a:lnTo>
                    <a:pt x="13703" y="15892"/>
                  </a:lnTo>
                  <a:lnTo>
                    <a:pt x="13299" y="17172"/>
                  </a:lnTo>
                  <a:lnTo>
                    <a:pt x="12929" y="18485"/>
                  </a:lnTo>
                  <a:lnTo>
                    <a:pt x="12525" y="19831"/>
                  </a:lnTo>
                  <a:lnTo>
                    <a:pt x="12120" y="21144"/>
                  </a:lnTo>
                  <a:lnTo>
                    <a:pt x="11211" y="23838"/>
                  </a:lnTo>
                  <a:lnTo>
                    <a:pt x="9326" y="29124"/>
                  </a:lnTo>
                  <a:lnTo>
                    <a:pt x="7508" y="34376"/>
                  </a:lnTo>
                  <a:lnTo>
                    <a:pt x="7340" y="34982"/>
                  </a:lnTo>
                  <a:lnTo>
                    <a:pt x="7138" y="35655"/>
                  </a:lnTo>
                  <a:lnTo>
                    <a:pt x="7003" y="35992"/>
                  </a:lnTo>
                  <a:lnTo>
                    <a:pt x="6835" y="36261"/>
                  </a:lnTo>
                  <a:lnTo>
                    <a:pt x="6599" y="36497"/>
                  </a:lnTo>
                  <a:lnTo>
                    <a:pt x="6498" y="36598"/>
                  </a:lnTo>
                  <a:lnTo>
                    <a:pt x="6363" y="36699"/>
                  </a:lnTo>
                  <a:lnTo>
                    <a:pt x="6161" y="36800"/>
                  </a:lnTo>
                  <a:lnTo>
                    <a:pt x="5926" y="36834"/>
                  </a:lnTo>
                  <a:lnTo>
                    <a:pt x="5690" y="36867"/>
                  </a:lnTo>
                  <a:lnTo>
                    <a:pt x="5454" y="36834"/>
                  </a:lnTo>
                  <a:lnTo>
                    <a:pt x="4983" y="36733"/>
                  </a:lnTo>
                  <a:lnTo>
                    <a:pt x="4512" y="36598"/>
                  </a:lnTo>
                  <a:lnTo>
                    <a:pt x="4074" y="36430"/>
                  </a:lnTo>
                  <a:lnTo>
                    <a:pt x="3670" y="36228"/>
                  </a:lnTo>
                  <a:lnTo>
                    <a:pt x="2794" y="35824"/>
                  </a:lnTo>
                  <a:lnTo>
                    <a:pt x="2525" y="35689"/>
                  </a:lnTo>
                  <a:lnTo>
                    <a:pt x="2222" y="35588"/>
                  </a:lnTo>
                  <a:lnTo>
                    <a:pt x="1616" y="35386"/>
                  </a:lnTo>
                  <a:lnTo>
                    <a:pt x="1010" y="35218"/>
                  </a:lnTo>
                  <a:lnTo>
                    <a:pt x="404" y="35049"/>
                  </a:lnTo>
                  <a:lnTo>
                    <a:pt x="202" y="34948"/>
                  </a:lnTo>
                  <a:lnTo>
                    <a:pt x="0" y="34847"/>
                  </a:lnTo>
                  <a:lnTo>
                    <a:pt x="0" y="35184"/>
                  </a:lnTo>
                  <a:lnTo>
                    <a:pt x="505" y="35386"/>
                  </a:lnTo>
                  <a:lnTo>
                    <a:pt x="1044" y="35554"/>
                  </a:lnTo>
                  <a:lnTo>
                    <a:pt x="1650" y="35756"/>
                  </a:lnTo>
                  <a:lnTo>
                    <a:pt x="2222" y="35992"/>
                  </a:lnTo>
                  <a:lnTo>
                    <a:pt x="2828" y="36228"/>
                  </a:lnTo>
                  <a:lnTo>
                    <a:pt x="3400" y="36497"/>
                  </a:lnTo>
                  <a:lnTo>
                    <a:pt x="3804" y="36665"/>
                  </a:lnTo>
                  <a:lnTo>
                    <a:pt x="4209" y="36834"/>
                  </a:lnTo>
                  <a:lnTo>
                    <a:pt x="4613" y="36968"/>
                  </a:lnTo>
                  <a:lnTo>
                    <a:pt x="5050" y="37103"/>
                  </a:lnTo>
                  <a:lnTo>
                    <a:pt x="5387" y="37137"/>
                  </a:lnTo>
                  <a:lnTo>
                    <a:pt x="5690" y="37137"/>
                  </a:lnTo>
                  <a:lnTo>
                    <a:pt x="6027" y="37103"/>
                  </a:lnTo>
                  <a:lnTo>
                    <a:pt x="6330" y="37002"/>
                  </a:lnTo>
                  <a:lnTo>
                    <a:pt x="6599" y="36867"/>
                  </a:lnTo>
                  <a:lnTo>
                    <a:pt x="6835" y="36665"/>
                  </a:lnTo>
                  <a:lnTo>
                    <a:pt x="7037" y="36430"/>
                  </a:lnTo>
                  <a:lnTo>
                    <a:pt x="7205" y="36093"/>
                  </a:lnTo>
                  <a:lnTo>
                    <a:pt x="7710" y="34679"/>
                  </a:lnTo>
                  <a:lnTo>
                    <a:pt x="8181" y="33265"/>
                  </a:lnTo>
                  <a:lnTo>
                    <a:pt x="9158" y="30437"/>
                  </a:lnTo>
                  <a:lnTo>
                    <a:pt x="11178" y="24747"/>
                  </a:lnTo>
                  <a:lnTo>
                    <a:pt x="12154" y="21885"/>
                  </a:lnTo>
                  <a:lnTo>
                    <a:pt x="12592" y="20471"/>
                  </a:lnTo>
                  <a:lnTo>
                    <a:pt x="13030" y="19023"/>
                  </a:lnTo>
                  <a:lnTo>
                    <a:pt x="13838" y="16296"/>
                  </a:lnTo>
                  <a:lnTo>
                    <a:pt x="14275" y="14949"/>
                  </a:lnTo>
                  <a:lnTo>
                    <a:pt x="14747" y="13636"/>
                  </a:lnTo>
                  <a:lnTo>
                    <a:pt x="15252" y="12256"/>
                  </a:lnTo>
                  <a:lnTo>
                    <a:pt x="15723" y="10842"/>
                  </a:lnTo>
                  <a:lnTo>
                    <a:pt x="16060" y="9765"/>
                  </a:lnTo>
                  <a:lnTo>
                    <a:pt x="16329" y="8957"/>
                  </a:lnTo>
                  <a:lnTo>
                    <a:pt x="16531" y="8048"/>
                  </a:lnTo>
                  <a:lnTo>
                    <a:pt x="16632" y="7610"/>
                  </a:lnTo>
                  <a:lnTo>
                    <a:pt x="16666" y="7172"/>
                  </a:lnTo>
                  <a:lnTo>
                    <a:pt x="16699" y="6734"/>
                  </a:lnTo>
                  <a:lnTo>
                    <a:pt x="16666" y="6364"/>
                  </a:lnTo>
                  <a:lnTo>
                    <a:pt x="16598" y="5994"/>
                  </a:lnTo>
                  <a:lnTo>
                    <a:pt x="16464" y="5691"/>
                  </a:lnTo>
                  <a:lnTo>
                    <a:pt x="16363" y="5556"/>
                  </a:lnTo>
                  <a:lnTo>
                    <a:pt x="16262" y="5455"/>
                  </a:lnTo>
                  <a:lnTo>
                    <a:pt x="16127" y="5354"/>
                  </a:lnTo>
                  <a:lnTo>
                    <a:pt x="15992" y="5287"/>
                  </a:lnTo>
                  <a:lnTo>
                    <a:pt x="14982" y="4815"/>
                  </a:lnTo>
                  <a:lnTo>
                    <a:pt x="14477" y="4613"/>
                  </a:lnTo>
                  <a:lnTo>
                    <a:pt x="13972" y="4445"/>
                  </a:lnTo>
                  <a:lnTo>
                    <a:pt x="12659" y="3974"/>
                  </a:lnTo>
                  <a:lnTo>
                    <a:pt x="11346" y="3502"/>
                  </a:lnTo>
                  <a:lnTo>
                    <a:pt x="9831" y="2964"/>
                  </a:lnTo>
                  <a:lnTo>
                    <a:pt x="8316" y="2492"/>
                  </a:lnTo>
                  <a:lnTo>
                    <a:pt x="5286" y="1516"/>
                  </a:lnTo>
                  <a:lnTo>
                    <a:pt x="3737" y="1078"/>
                  </a:lnTo>
                  <a:lnTo>
                    <a:pt x="2188" y="641"/>
                  </a:lnTo>
                  <a:lnTo>
                    <a:pt x="1650" y="439"/>
                  </a:lnTo>
                  <a:lnTo>
                    <a:pt x="1111" y="237"/>
                  </a:lnTo>
                  <a:lnTo>
                    <a:pt x="842" y="136"/>
                  </a:lnTo>
                  <a:lnTo>
                    <a:pt x="572" y="68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780" name="Google Shape;1780;p12"/>
          <p:cNvSpPr/>
          <p:nvPr/>
        </p:nvSpPr>
        <p:spPr>
          <a:xfrm>
            <a:off x="10093666" y="250119"/>
            <a:ext cx="1107989" cy="1130348"/>
          </a:xfrm>
          <a:custGeom>
            <a:avLst/>
            <a:gdLst/>
            <a:ahLst/>
            <a:cxnLst/>
            <a:rect l="l" t="t" r="r" b="b"/>
            <a:pathLst>
              <a:path w="16700" h="17037" extrusionOk="0">
                <a:moveTo>
                  <a:pt x="10471" y="169"/>
                </a:moveTo>
                <a:lnTo>
                  <a:pt x="10471" y="338"/>
                </a:lnTo>
                <a:lnTo>
                  <a:pt x="10538" y="472"/>
                </a:lnTo>
                <a:lnTo>
                  <a:pt x="10606" y="674"/>
                </a:lnTo>
                <a:lnTo>
                  <a:pt x="10336" y="775"/>
                </a:lnTo>
                <a:lnTo>
                  <a:pt x="10303" y="809"/>
                </a:lnTo>
                <a:lnTo>
                  <a:pt x="10202" y="641"/>
                </a:lnTo>
                <a:lnTo>
                  <a:pt x="10101" y="472"/>
                </a:lnTo>
                <a:lnTo>
                  <a:pt x="10269" y="338"/>
                </a:lnTo>
                <a:lnTo>
                  <a:pt x="10404" y="236"/>
                </a:lnTo>
                <a:lnTo>
                  <a:pt x="10471" y="169"/>
                </a:lnTo>
                <a:close/>
                <a:moveTo>
                  <a:pt x="10673" y="944"/>
                </a:moveTo>
                <a:lnTo>
                  <a:pt x="10673" y="1011"/>
                </a:lnTo>
                <a:lnTo>
                  <a:pt x="10707" y="1112"/>
                </a:lnTo>
                <a:lnTo>
                  <a:pt x="10774" y="1314"/>
                </a:lnTo>
                <a:lnTo>
                  <a:pt x="10673" y="1314"/>
                </a:lnTo>
                <a:lnTo>
                  <a:pt x="10336" y="1381"/>
                </a:lnTo>
                <a:lnTo>
                  <a:pt x="10303" y="1213"/>
                </a:lnTo>
                <a:lnTo>
                  <a:pt x="10269" y="1078"/>
                </a:lnTo>
                <a:lnTo>
                  <a:pt x="10404" y="1045"/>
                </a:lnTo>
                <a:lnTo>
                  <a:pt x="10673" y="944"/>
                </a:lnTo>
                <a:close/>
                <a:moveTo>
                  <a:pt x="10942" y="1516"/>
                </a:moveTo>
                <a:lnTo>
                  <a:pt x="11043" y="1617"/>
                </a:lnTo>
                <a:lnTo>
                  <a:pt x="11481" y="2055"/>
                </a:lnTo>
                <a:lnTo>
                  <a:pt x="11717" y="2290"/>
                </a:lnTo>
                <a:lnTo>
                  <a:pt x="11919" y="2526"/>
                </a:lnTo>
                <a:lnTo>
                  <a:pt x="11649" y="2627"/>
                </a:lnTo>
                <a:lnTo>
                  <a:pt x="11346" y="2694"/>
                </a:lnTo>
                <a:lnTo>
                  <a:pt x="10740" y="2829"/>
                </a:lnTo>
                <a:lnTo>
                  <a:pt x="10404" y="2896"/>
                </a:lnTo>
                <a:lnTo>
                  <a:pt x="10235" y="2930"/>
                </a:lnTo>
                <a:lnTo>
                  <a:pt x="10101" y="3031"/>
                </a:lnTo>
                <a:lnTo>
                  <a:pt x="10168" y="2425"/>
                </a:lnTo>
                <a:lnTo>
                  <a:pt x="10303" y="1819"/>
                </a:lnTo>
                <a:lnTo>
                  <a:pt x="10336" y="1583"/>
                </a:lnTo>
                <a:lnTo>
                  <a:pt x="10505" y="1550"/>
                </a:lnTo>
                <a:lnTo>
                  <a:pt x="10808" y="1516"/>
                </a:lnTo>
                <a:close/>
                <a:moveTo>
                  <a:pt x="12087" y="2728"/>
                </a:moveTo>
                <a:lnTo>
                  <a:pt x="12255" y="2964"/>
                </a:lnTo>
                <a:lnTo>
                  <a:pt x="11582" y="3199"/>
                </a:lnTo>
                <a:lnTo>
                  <a:pt x="10942" y="3368"/>
                </a:lnTo>
                <a:lnTo>
                  <a:pt x="10505" y="3502"/>
                </a:lnTo>
                <a:lnTo>
                  <a:pt x="10067" y="3637"/>
                </a:lnTo>
                <a:lnTo>
                  <a:pt x="10101" y="3199"/>
                </a:lnTo>
                <a:lnTo>
                  <a:pt x="10303" y="3166"/>
                </a:lnTo>
                <a:lnTo>
                  <a:pt x="10505" y="3132"/>
                </a:lnTo>
                <a:lnTo>
                  <a:pt x="10942" y="3031"/>
                </a:lnTo>
                <a:lnTo>
                  <a:pt x="11515" y="2896"/>
                </a:lnTo>
                <a:lnTo>
                  <a:pt x="11818" y="2829"/>
                </a:lnTo>
                <a:lnTo>
                  <a:pt x="12087" y="2728"/>
                </a:lnTo>
                <a:close/>
                <a:moveTo>
                  <a:pt x="12525" y="3098"/>
                </a:moveTo>
                <a:lnTo>
                  <a:pt x="12626" y="3671"/>
                </a:lnTo>
                <a:lnTo>
                  <a:pt x="12760" y="4243"/>
                </a:lnTo>
                <a:lnTo>
                  <a:pt x="13063" y="5320"/>
                </a:lnTo>
                <a:lnTo>
                  <a:pt x="13265" y="5994"/>
                </a:lnTo>
                <a:lnTo>
                  <a:pt x="13535" y="6633"/>
                </a:lnTo>
                <a:lnTo>
                  <a:pt x="13804" y="7273"/>
                </a:lnTo>
                <a:lnTo>
                  <a:pt x="14040" y="7913"/>
                </a:lnTo>
                <a:lnTo>
                  <a:pt x="14242" y="8519"/>
                </a:lnTo>
                <a:lnTo>
                  <a:pt x="14410" y="9159"/>
                </a:lnTo>
                <a:lnTo>
                  <a:pt x="14679" y="10404"/>
                </a:lnTo>
                <a:lnTo>
                  <a:pt x="14780" y="10876"/>
                </a:lnTo>
                <a:lnTo>
                  <a:pt x="14881" y="11347"/>
                </a:lnTo>
                <a:lnTo>
                  <a:pt x="15016" y="11818"/>
                </a:lnTo>
                <a:lnTo>
                  <a:pt x="15117" y="12020"/>
                </a:lnTo>
                <a:lnTo>
                  <a:pt x="15252" y="12222"/>
                </a:lnTo>
                <a:lnTo>
                  <a:pt x="14612" y="12458"/>
                </a:lnTo>
                <a:lnTo>
                  <a:pt x="13939" y="12660"/>
                </a:lnTo>
                <a:lnTo>
                  <a:pt x="13333" y="12828"/>
                </a:lnTo>
                <a:lnTo>
                  <a:pt x="12996" y="12929"/>
                </a:lnTo>
                <a:lnTo>
                  <a:pt x="12727" y="13030"/>
                </a:lnTo>
                <a:lnTo>
                  <a:pt x="12592" y="12458"/>
                </a:lnTo>
                <a:lnTo>
                  <a:pt x="12457" y="11919"/>
                </a:lnTo>
                <a:lnTo>
                  <a:pt x="12154" y="10808"/>
                </a:lnTo>
                <a:lnTo>
                  <a:pt x="11818" y="9563"/>
                </a:lnTo>
                <a:lnTo>
                  <a:pt x="11616" y="8923"/>
                </a:lnTo>
                <a:lnTo>
                  <a:pt x="11414" y="8317"/>
                </a:lnTo>
                <a:lnTo>
                  <a:pt x="11010" y="7239"/>
                </a:lnTo>
                <a:lnTo>
                  <a:pt x="10808" y="6667"/>
                </a:lnTo>
                <a:lnTo>
                  <a:pt x="10639" y="6128"/>
                </a:lnTo>
                <a:lnTo>
                  <a:pt x="10471" y="5590"/>
                </a:lnTo>
                <a:lnTo>
                  <a:pt x="10269" y="5051"/>
                </a:lnTo>
                <a:lnTo>
                  <a:pt x="10101" y="4479"/>
                </a:lnTo>
                <a:lnTo>
                  <a:pt x="9932" y="3940"/>
                </a:lnTo>
                <a:lnTo>
                  <a:pt x="9966" y="3906"/>
                </a:lnTo>
                <a:lnTo>
                  <a:pt x="10572" y="3704"/>
                </a:lnTo>
                <a:lnTo>
                  <a:pt x="11178" y="3536"/>
                </a:lnTo>
                <a:lnTo>
                  <a:pt x="11885" y="3368"/>
                </a:lnTo>
                <a:lnTo>
                  <a:pt x="12222" y="3233"/>
                </a:lnTo>
                <a:lnTo>
                  <a:pt x="12525" y="3098"/>
                </a:lnTo>
                <a:close/>
                <a:moveTo>
                  <a:pt x="15353" y="12492"/>
                </a:moveTo>
                <a:lnTo>
                  <a:pt x="15386" y="12761"/>
                </a:lnTo>
                <a:lnTo>
                  <a:pt x="15454" y="12997"/>
                </a:lnTo>
                <a:lnTo>
                  <a:pt x="15622" y="13535"/>
                </a:lnTo>
                <a:lnTo>
                  <a:pt x="15521" y="13502"/>
                </a:lnTo>
                <a:lnTo>
                  <a:pt x="15420" y="13502"/>
                </a:lnTo>
                <a:lnTo>
                  <a:pt x="15117" y="13535"/>
                </a:lnTo>
                <a:lnTo>
                  <a:pt x="14646" y="13670"/>
                </a:lnTo>
                <a:lnTo>
                  <a:pt x="13972" y="13872"/>
                </a:lnTo>
                <a:lnTo>
                  <a:pt x="13535" y="13973"/>
                </a:lnTo>
                <a:lnTo>
                  <a:pt x="13265" y="14040"/>
                </a:lnTo>
                <a:lnTo>
                  <a:pt x="13164" y="13805"/>
                </a:lnTo>
                <a:lnTo>
                  <a:pt x="13097" y="13569"/>
                </a:lnTo>
                <a:lnTo>
                  <a:pt x="12996" y="13367"/>
                </a:lnTo>
                <a:lnTo>
                  <a:pt x="12861" y="13199"/>
                </a:lnTo>
                <a:lnTo>
                  <a:pt x="13097" y="13165"/>
                </a:lnTo>
                <a:lnTo>
                  <a:pt x="13366" y="13098"/>
                </a:lnTo>
                <a:lnTo>
                  <a:pt x="13838" y="12963"/>
                </a:lnTo>
                <a:lnTo>
                  <a:pt x="14612" y="12727"/>
                </a:lnTo>
                <a:lnTo>
                  <a:pt x="15353" y="12492"/>
                </a:lnTo>
                <a:close/>
                <a:moveTo>
                  <a:pt x="337" y="11886"/>
                </a:moveTo>
                <a:lnTo>
                  <a:pt x="472" y="12155"/>
                </a:lnTo>
                <a:lnTo>
                  <a:pt x="674" y="12357"/>
                </a:lnTo>
                <a:lnTo>
                  <a:pt x="909" y="12593"/>
                </a:lnTo>
                <a:lnTo>
                  <a:pt x="1145" y="12727"/>
                </a:lnTo>
                <a:lnTo>
                  <a:pt x="1381" y="12828"/>
                </a:lnTo>
                <a:lnTo>
                  <a:pt x="1650" y="12896"/>
                </a:lnTo>
                <a:lnTo>
                  <a:pt x="1919" y="12929"/>
                </a:lnTo>
                <a:lnTo>
                  <a:pt x="2020" y="13333"/>
                </a:lnTo>
                <a:lnTo>
                  <a:pt x="2121" y="13805"/>
                </a:lnTo>
                <a:lnTo>
                  <a:pt x="2222" y="13939"/>
                </a:lnTo>
                <a:lnTo>
                  <a:pt x="2290" y="14074"/>
                </a:lnTo>
                <a:lnTo>
                  <a:pt x="2525" y="14276"/>
                </a:lnTo>
                <a:lnTo>
                  <a:pt x="2189" y="14175"/>
                </a:lnTo>
                <a:lnTo>
                  <a:pt x="1886" y="14040"/>
                </a:lnTo>
                <a:lnTo>
                  <a:pt x="1583" y="13906"/>
                </a:lnTo>
                <a:lnTo>
                  <a:pt x="1313" y="13704"/>
                </a:lnTo>
                <a:lnTo>
                  <a:pt x="1078" y="13468"/>
                </a:lnTo>
                <a:lnTo>
                  <a:pt x="876" y="13199"/>
                </a:lnTo>
                <a:lnTo>
                  <a:pt x="674" y="12929"/>
                </a:lnTo>
                <a:lnTo>
                  <a:pt x="539" y="12593"/>
                </a:lnTo>
                <a:lnTo>
                  <a:pt x="404" y="12256"/>
                </a:lnTo>
                <a:lnTo>
                  <a:pt x="337" y="11886"/>
                </a:lnTo>
                <a:close/>
                <a:moveTo>
                  <a:pt x="15285" y="13838"/>
                </a:moveTo>
                <a:lnTo>
                  <a:pt x="14545" y="14074"/>
                </a:lnTo>
                <a:lnTo>
                  <a:pt x="13972" y="14276"/>
                </a:lnTo>
                <a:lnTo>
                  <a:pt x="13669" y="14377"/>
                </a:lnTo>
                <a:lnTo>
                  <a:pt x="13400" y="14512"/>
                </a:lnTo>
                <a:lnTo>
                  <a:pt x="13400" y="14545"/>
                </a:lnTo>
                <a:lnTo>
                  <a:pt x="13400" y="14579"/>
                </a:lnTo>
                <a:lnTo>
                  <a:pt x="13669" y="14579"/>
                </a:lnTo>
                <a:lnTo>
                  <a:pt x="13939" y="14512"/>
                </a:lnTo>
                <a:lnTo>
                  <a:pt x="14444" y="14377"/>
                </a:lnTo>
                <a:lnTo>
                  <a:pt x="15117" y="14175"/>
                </a:lnTo>
                <a:lnTo>
                  <a:pt x="15757" y="13973"/>
                </a:lnTo>
                <a:lnTo>
                  <a:pt x="15790" y="14108"/>
                </a:lnTo>
                <a:lnTo>
                  <a:pt x="15184" y="14209"/>
                </a:lnTo>
                <a:lnTo>
                  <a:pt x="14578" y="14377"/>
                </a:lnTo>
                <a:lnTo>
                  <a:pt x="13972" y="14646"/>
                </a:lnTo>
                <a:lnTo>
                  <a:pt x="13703" y="14781"/>
                </a:lnTo>
                <a:lnTo>
                  <a:pt x="13467" y="14949"/>
                </a:lnTo>
                <a:lnTo>
                  <a:pt x="13400" y="14747"/>
                </a:lnTo>
                <a:lnTo>
                  <a:pt x="13299" y="14242"/>
                </a:lnTo>
                <a:lnTo>
                  <a:pt x="13669" y="14175"/>
                </a:lnTo>
                <a:lnTo>
                  <a:pt x="14073" y="14108"/>
                </a:lnTo>
                <a:lnTo>
                  <a:pt x="14814" y="13906"/>
                </a:lnTo>
                <a:lnTo>
                  <a:pt x="15285" y="13838"/>
                </a:lnTo>
                <a:close/>
                <a:moveTo>
                  <a:pt x="1145" y="3098"/>
                </a:moveTo>
                <a:lnTo>
                  <a:pt x="1684" y="3199"/>
                </a:lnTo>
                <a:lnTo>
                  <a:pt x="2189" y="3267"/>
                </a:lnTo>
                <a:lnTo>
                  <a:pt x="3232" y="3368"/>
                </a:lnTo>
                <a:lnTo>
                  <a:pt x="4276" y="3435"/>
                </a:lnTo>
                <a:lnTo>
                  <a:pt x="5320" y="3502"/>
                </a:lnTo>
                <a:lnTo>
                  <a:pt x="6397" y="3637"/>
                </a:lnTo>
                <a:lnTo>
                  <a:pt x="7508" y="3772"/>
                </a:lnTo>
                <a:lnTo>
                  <a:pt x="8619" y="3906"/>
                </a:lnTo>
                <a:lnTo>
                  <a:pt x="9730" y="3974"/>
                </a:lnTo>
                <a:lnTo>
                  <a:pt x="9831" y="4411"/>
                </a:lnTo>
                <a:lnTo>
                  <a:pt x="9932" y="4883"/>
                </a:lnTo>
                <a:lnTo>
                  <a:pt x="10269" y="5758"/>
                </a:lnTo>
                <a:lnTo>
                  <a:pt x="10639" y="6970"/>
                </a:lnTo>
                <a:lnTo>
                  <a:pt x="11077" y="8148"/>
                </a:lnTo>
                <a:lnTo>
                  <a:pt x="11346" y="8990"/>
                </a:lnTo>
                <a:lnTo>
                  <a:pt x="11616" y="9866"/>
                </a:lnTo>
                <a:lnTo>
                  <a:pt x="11582" y="9899"/>
                </a:lnTo>
                <a:lnTo>
                  <a:pt x="11649" y="10573"/>
                </a:lnTo>
                <a:lnTo>
                  <a:pt x="11616" y="11246"/>
                </a:lnTo>
                <a:lnTo>
                  <a:pt x="11548" y="11919"/>
                </a:lnTo>
                <a:lnTo>
                  <a:pt x="11447" y="12593"/>
                </a:lnTo>
                <a:lnTo>
                  <a:pt x="11178" y="13771"/>
                </a:lnTo>
                <a:lnTo>
                  <a:pt x="11111" y="14377"/>
                </a:lnTo>
                <a:lnTo>
                  <a:pt x="11077" y="14983"/>
                </a:lnTo>
                <a:lnTo>
                  <a:pt x="10538" y="15050"/>
                </a:lnTo>
                <a:lnTo>
                  <a:pt x="9495" y="15050"/>
                </a:lnTo>
                <a:lnTo>
                  <a:pt x="8956" y="14983"/>
                </a:lnTo>
                <a:lnTo>
                  <a:pt x="7878" y="14848"/>
                </a:lnTo>
                <a:lnTo>
                  <a:pt x="6835" y="14714"/>
                </a:lnTo>
                <a:lnTo>
                  <a:pt x="5892" y="14613"/>
                </a:lnTo>
                <a:lnTo>
                  <a:pt x="4949" y="14545"/>
                </a:lnTo>
                <a:lnTo>
                  <a:pt x="3064" y="14444"/>
                </a:lnTo>
                <a:lnTo>
                  <a:pt x="3064" y="14411"/>
                </a:lnTo>
                <a:lnTo>
                  <a:pt x="3064" y="14343"/>
                </a:lnTo>
                <a:lnTo>
                  <a:pt x="3030" y="14310"/>
                </a:lnTo>
                <a:lnTo>
                  <a:pt x="2997" y="14276"/>
                </a:lnTo>
                <a:lnTo>
                  <a:pt x="2795" y="14175"/>
                </a:lnTo>
                <a:lnTo>
                  <a:pt x="2593" y="14040"/>
                </a:lnTo>
                <a:lnTo>
                  <a:pt x="2458" y="13872"/>
                </a:lnTo>
                <a:lnTo>
                  <a:pt x="2323" y="13704"/>
                </a:lnTo>
                <a:lnTo>
                  <a:pt x="2256" y="13502"/>
                </a:lnTo>
                <a:lnTo>
                  <a:pt x="2189" y="13300"/>
                </a:lnTo>
                <a:lnTo>
                  <a:pt x="2189" y="13064"/>
                </a:lnTo>
                <a:lnTo>
                  <a:pt x="2189" y="12828"/>
                </a:lnTo>
                <a:lnTo>
                  <a:pt x="2155" y="12761"/>
                </a:lnTo>
                <a:lnTo>
                  <a:pt x="2088" y="12727"/>
                </a:lnTo>
                <a:lnTo>
                  <a:pt x="1852" y="12727"/>
                </a:lnTo>
                <a:lnTo>
                  <a:pt x="1650" y="12694"/>
                </a:lnTo>
                <a:lnTo>
                  <a:pt x="1448" y="12626"/>
                </a:lnTo>
                <a:lnTo>
                  <a:pt x="1246" y="12559"/>
                </a:lnTo>
                <a:lnTo>
                  <a:pt x="1078" y="12458"/>
                </a:lnTo>
                <a:lnTo>
                  <a:pt x="909" y="12357"/>
                </a:lnTo>
                <a:lnTo>
                  <a:pt x="573" y="12054"/>
                </a:lnTo>
                <a:lnTo>
                  <a:pt x="472" y="11886"/>
                </a:lnTo>
                <a:lnTo>
                  <a:pt x="303" y="11717"/>
                </a:lnTo>
                <a:lnTo>
                  <a:pt x="236" y="11111"/>
                </a:lnTo>
                <a:lnTo>
                  <a:pt x="269" y="10505"/>
                </a:lnTo>
                <a:lnTo>
                  <a:pt x="303" y="9899"/>
                </a:lnTo>
                <a:lnTo>
                  <a:pt x="370" y="9327"/>
                </a:lnTo>
                <a:lnTo>
                  <a:pt x="505" y="7778"/>
                </a:lnTo>
                <a:lnTo>
                  <a:pt x="674" y="6196"/>
                </a:lnTo>
                <a:lnTo>
                  <a:pt x="741" y="5421"/>
                </a:lnTo>
                <a:lnTo>
                  <a:pt x="842" y="4647"/>
                </a:lnTo>
                <a:lnTo>
                  <a:pt x="977" y="3873"/>
                </a:lnTo>
                <a:lnTo>
                  <a:pt x="1145" y="3098"/>
                </a:lnTo>
                <a:close/>
                <a:moveTo>
                  <a:pt x="15858" y="14377"/>
                </a:moveTo>
                <a:lnTo>
                  <a:pt x="15858" y="14444"/>
                </a:lnTo>
                <a:lnTo>
                  <a:pt x="15656" y="14478"/>
                </a:lnTo>
                <a:lnTo>
                  <a:pt x="15420" y="14545"/>
                </a:lnTo>
                <a:lnTo>
                  <a:pt x="15083" y="14646"/>
                </a:lnTo>
                <a:lnTo>
                  <a:pt x="14679" y="14747"/>
                </a:lnTo>
                <a:lnTo>
                  <a:pt x="14275" y="14916"/>
                </a:lnTo>
                <a:lnTo>
                  <a:pt x="13871" y="15084"/>
                </a:lnTo>
                <a:lnTo>
                  <a:pt x="13703" y="15185"/>
                </a:lnTo>
                <a:lnTo>
                  <a:pt x="13535" y="15320"/>
                </a:lnTo>
                <a:lnTo>
                  <a:pt x="13467" y="15017"/>
                </a:lnTo>
                <a:lnTo>
                  <a:pt x="13905" y="14916"/>
                </a:lnTo>
                <a:lnTo>
                  <a:pt x="14376" y="14781"/>
                </a:lnTo>
                <a:lnTo>
                  <a:pt x="14814" y="14646"/>
                </a:lnTo>
                <a:lnTo>
                  <a:pt x="15285" y="14512"/>
                </a:lnTo>
                <a:lnTo>
                  <a:pt x="15521" y="14444"/>
                </a:lnTo>
                <a:lnTo>
                  <a:pt x="15689" y="14411"/>
                </a:lnTo>
                <a:lnTo>
                  <a:pt x="15858" y="14377"/>
                </a:lnTo>
                <a:close/>
                <a:moveTo>
                  <a:pt x="15925" y="14747"/>
                </a:moveTo>
                <a:lnTo>
                  <a:pt x="15925" y="14815"/>
                </a:lnTo>
                <a:lnTo>
                  <a:pt x="14747" y="15151"/>
                </a:lnTo>
                <a:lnTo>
                  <a:pt x="14141" y="15387"/>
                </a:lnTo>
                <a:lnTo>
                  <a:pt x="13871" y="15522"/>
                </a:lnTo>
                <a:lnTo>
                  <a:pt x="13602" y="15656"/>
                </a:lnTo>
                <a:lnTo>
                  <a:pt x="13535" y="15421"/>
                </a:lnTo>
                <a:lnTo>
                  <a:pt x="13905" y="15320"/>
                </a:lnTo>
                <a:lnTo>
                  <a:pt x="14275" y="15219"/>
                </a:lnTo>
                <a:lnTo>
                  <a:pt x="14612" y="15084"/>
                </a:lnTo>
                <a:lnTo>
                  <a:pt x="14982" y="14949"/>
                </a:lnTo>
                <a:lnTo>
                  <a:pt x="15420" y="14882"/>
                </a:lnTo>
                <a:lnTo>
                  <a:pt x="15689" y="14815"/>
                </a:lnTo>
                <a:lnTo>
                  <a:pt x="15925" y="14747"/>
                </a:lnTo>
                <a:close/>
                <a:moveTo>
                  <a:pt x="15959" y="15050"/>
                </a:moveTo>
                <a:lnTo>
                  <a:pt x="15992" y="15185"/>
                </a:lnTo>
                <a:lnTo>
                  <a:pt x="15790" y="15219"/>
                </a:lnTo>
                <a:lnTo>
                  <a:pt x="15588" y="15252"/>
                </a:lnTo>
                <a:lnTo>
                  <a:pt x="15218" y="15387"/>
                </a:lnTo>
                <a:lnTo>
                  <a:pt x="14444" y="15690"/>
                </a:lnTo>
                <a:lnTo>
                  <a:pt x="14073" y="15858"/>
                </a:lnTo>
                <a:lnTo>
                  <a:pt x="13703" y="16060"/>
                </a:lnTo>
                <a:lnTo>
                  <a:pt x="13636" y="15791"/>
                </a:lnTo>
                <a:lnTo>
                  <a:pt x="13804" y="15757"/>
                </a:lnTo>
                <a:lnTo>
                  <a:pt x="13972" y="15724"/>
                </a:lnTo>
                <a:lnTo>
                  <a:pt x="14275" y="15623"/>
                </a:lnTo>
                <a:lnTo>
                  <a:pt x="14612" y="15488"/>
                </a:lnTo>
                <a:lnTo>
                  <a:pt x="14915" y="15387"/>
                </a:lnTo>
                <a:lnTo>
                  <a:pt x="15454" y="15252"/>
                </a:lnTo>
                <a:lnTo>
                  <a:pt x="15723" y="15151"/>
                </a:lnTo>
                <a:lnTo>
                  <a:pt x="15959" y="15050"/>
                </a:lnTo>
                <a:close/>
                <a:moveTo>
                  <a:pt x="16026" y="15421"/>
                </a:moveTo>
                <a:lnTo>
                  <a:pt x="16093" y="15623"/>
                </a:lnTo>
                <a:lnTo>
                  <a:pt x="15420" y="15858"/>
                </a:lnTo>
                <a:lnTo>
                  <a:pt x="14747" y="16027"/>
                </a:lnTo>
                <a:lnTo>
                  <a:pt x="14275" y="16195"/>
                </a:lnTo>
                <a:lnTo>
                  <a:pt x="14040" y="16262"/>
                </a:lnTo>
                <a:lnTo>
                  <a:pt x="13838" y="16397"/>
                </a:lnTo>
                <a:lnTo>
                  <a:pt x="13737" y="16128"/>
                </a:lnTo>
                <a:lnTo>
                  <a:pt x="14073" y="16060"/>
                </a:lnTo>
                <a:lnTo>
                  <a:pt x="14410" y="15959"/>
                </a:lnTo>
                <a:lnTo>
                  <a:pt x="14713" y="15825"/>
                </a:lnTo>
                <a:lnTo>
                  <a:pt x="15050" y="15690"/>
                </a:lnTo>
                <a:lnTo>
                  <a:pt x="16026" y="15421"/>
                </a:lnTo>
                <a:close/>
                <a:moveTo>
                  <a:pt x="16161" y="15825"/>
                </a:moveTo>
                <a:lnTo>
                  <a:pt x="16228" y="15993"/>
                </a:lnTo>
                <a:lnTo>
                  <a:pt x="15151" y="16330"/>
                </a:lnTo>
                <a:lnTo>
                  <a:pt x="14578" y="16532"/>
                </a:lnTo>
                <a:lnTo>
                  <a:pt x="14309" y="16667"/>
                </a:lnTo>
                <a:lnTo>
                  <a:pt x="14040" y="16835"/>
                </a:lnTo>
                <a:lnTo>
                  <a:pt x="13871" y="16532"/>
                </a:lnTo>
                <a:lnTo>
                  <a:pt x="14174" y="16465"/>
                </a:lnTo>
                <a:lnTo>
                  <a:pt x="14444" y="16397"/>
                </a:lnTo>
                <a:lnTo>
                  <a:pt x="14982" y="16229"/>
                </a:lnTo>
                <a:lnTo>
                  <a:pt x="15588" y="16060"/>
                </a:lnTo>
                <a:lnTo>
                  <a:pt x="16161" y="15825"/>
                </a:lnTo>
                <a:close/>
                <a:moveTo>
                  <a:pt x="10370" y="1"/>
                </a:moveTo>
                <a:lnTo>
                  <a:pt x="10303" y="68"/>
                </a:lnTo>
                <a:lnTo>
                  <a:pt x="10168" y="169"/>
                </a:lnTo>
                <a:lnTo>
                  <a:pt x="10033" y="304"/>
                </a:lnTo>
                <a:lnTo>
                  <a:pt x="10000" y="371"/>
                </a:lnTo>
                <a:lnTo>
                  <a:pt x="9966" y="472"/>
                </a:lnTo>
                <a:lnTo>
                  <a:pt x="10000" y="506"/>
                </a:lnTo>
                <a:lnTo>
                  <a:pt x="10033" y="607"/>
                </a:lnTo>
                <a:lnTo>
                  <a:pt x="10067" y="674"/>
                </a:lnTo>
                <a:lnTo>
                  <a:pt x="10134" y="876"/>
                </a:lnTo>
                <a:lnTo>
                  <a:pt x="10067" y="910"/>
                </a:lnTo>
                <a:lnTo>
                  <a:pt x="10033" y="977"/>
                </a:lnTo>
                <a:lnTo>
                  <a:pt x="10033" y="1045"/>
                </a:lnTo>
                <a:lnTo>
                  <a:pt x="10067" y="1078"/>
                </a:lnTo>
                <a:lnTo>
                  <a:pt x="10033" y="1449"/>
                </a:lnTo>
                <a:lnTo>
                  <a:pt x="10033" y="1651"/>
                </a:lnTo>
                <a:lnTo>
                  <a:pt x="10000" y="1886"/>
                </a:lnTo>
                <a:lnTo>
                  <a:pt x="9899" y="2324"/>
                </a:lnTo>
                <a:lnTo>
                  <a:pt x="9831" y="2661"/>
                </a:lnTo>
                <a:lnTo>
                  <a:pt x="9798" y="2997"/>
                </a:lnTo>
                <a:lnTo>
                  <a:pt x="9764" y="3334"/>
                </a:lnTo>
                <a:lnTo>
                  <a:pt x="9798" y="3671"/>
                </a:lnTo>
                <a:lnTo>
                  <a:pt x="9831" y="3772"/>
                </a:lnTo>
                <a:lnTo>
                  <a:pt x="9798" y="3772"/>
                </a:lnTo>
                <a:lnTo>
                  <a:pt x="7643" y="3536"/>
                </a:lnTo>
                <a:lnTo>
                  <a:pt x="5488" y="3368"/>
                </a:lnTo>
                <a:lnTo>
                  <a:pt x="3333" y="3166"/>
                </a:lnTo>
                <a:lnTo>
                  <a:pt x="1179" y="2964"/>
                </a:lnTo>
                <a:lnTo>
                  <a:pt x="1145" y="2930"/>
                </a:lnTo>
                <a:lnTo>
                  <a:pt x="1078" y="2930"/>
                </a:lnTo>
                <a:lnTo>
                  <a:pt x="1044" y="2964"/>
                </a:lnTo>
                <a:lnTo>
                  <a:pt x="1010" y="2997"/>
                </a:lnTo>
                <a:lnTo>
                  <a:pt x="1010" y="3031"/>
                </a:lnTo>
                <a:lnTo>
                  <a:pt x="876" y="3469"/>
                </a:lnTo>
                <a:lnTo>
                  <a:pt x="775" y="3906"/>
                </a:lnTo>
                <a:lnTo>
                  <a:pt x="674" y="4344"/>
                </a:lnTo>
                <a:lnTo>
                  <a:pt x="606" y="4782"/>
                </a:lnTo>
                <a:lnTo>
                  <a:pt x="539" y="5691"/>
                </a:lnTo>
                <a:lnTo>
                  <a:pt x="472" y="6566"/>
                </a:lnTo>
                <a:lnTo>
                  <a:pt x="370" y="7542"/>
                </a:lnTo>
                <a:lnTo>
                  <a:pt x="236" y="8519"/>
                </a:lnTo>
                <a:lnTo>
                  <a:pt x="101" y="9495"/>
                </a:lnTo>
                <a:lnTo>
                  <a:pt x="34" y="10472"/>
                </a:lnTo>
                <a:lnTo>
                  <a:pt x="0" y="10842"/>
                </a:lnTo>
                <a:lnTo>
                  <a:pt x="0" y="11246"/>
                </a:lnTo>
                <a:lnTo>
                  <a:pt x="34" y="11650"/>
                </a:lnTo>
                <a:lnTo>
                  <a:pt x="101" y="12054"/>
                </a:lnTo>
                <a:lnTo>
                  <a:pt x="168" y="12424"/>
                </a:lnTo>
                <a:lnTo>
                  <a:pt x="303" y="12795"/>
                </a:lnTo>
                <a:lnTo>
                  <a:pt x="505" y="13165"/>
                </a:lnTo>
                <a:lnTo>
                  <a:pt x="741" y="13468"/>
                </a:lnTo>
                <a:lnTo>
                  <a:pt x="909" y="13704"/>
                </a:lnTo>
                <a:lnTo>
                  <a:pt x="1145" y="13906"/>
                </a:lnTo>
                <a:lnTo>
                  <a:pt x="1381" y="14108"/>
                </a:lnTo>
                <a:lnTo>
                  <a:pt x="1650" y="14310"/>
                </a:lnTo>
                <a:lnTo>
                  <a:pt x="1953" y="14444"/>
                </a:lnTo>
                <a:lnTo>
                  <a:pt x="2256" y="14579"/>
                </a:lnTo>
                <a:lnTo>
                  <a:pt x="2559" y="14613"/>
                </a:lnTo>
                <a:lnTo>
                  <a:pt x="2828" y="14579"/>
                </a:lnTo>
                <a:lnTo>
                  <a:pt x="3333" y="14714"/>
                </a:lnTo>
                <a:lnTo>
                  <a:pt x="3838" y="14781"/>
                </a:lnTo>
                <a:lnTo>
                  <a:pt x="4310" y="14815"/>
                </a:lnTo>
                <a:lnTo>
                  <a:pt x="4848" y="14848"/>
                </a:lnTo>
                <a:lnTo>
                  <a:pt x="5858" y="14882"/>
                </a:lnTo>
                <a:lnTo>
                  <a:pt x="6835" y="14949"/>
                </a:lnTo>
                <a:lnTo>
                  <a:pt x="7912" y="15084"/>
                </a:lnTo>
                <a:lnTo>
                  <a:pt x="8956" y="15252"/>
                </a:lnTo>
                <a:lnTo>
                  <a:pt x="9495" y="15286"/>
                </a:lnTo>
                <a:lnTo>
                  <a:pt x="10033" y="15320"/>
                </a:lnTo>
                <a:lnTo>
                  <a:pt x="10572" y="15286"/>
                </a:lnTo>
                <a:lnTo>
                  <a:pt x="11111" y="15252"/>
                </a:lnTo>
                <a:lnTo>
                  <a:pt x="11245" y="15252"/>
                </a:lnTo>
                <a:lnTo>
                  <a:pt x="11279" y="15219"/>
                </a:lnTo>
                <a:lnTo>
                  <a:pt x="11313" y="15151"/>
                </a:lnTo>
                <a:lnTo>
                  <a:pt x="11313" y="14680"/>
                </a:lnTo>
                <a:lnTo>
                  <a:pt x="11380" y="14175"/>
                </a:lnTo>
                <a:lnTo>
                  <a:pt x="11616" y="13165"/>
                </a:lnTo>
                <a:lnTo>
                  <a:pt x="11818" y="12155"/>
                </a:lnTo>
                <a:lnTo>
                  <a:pt x="11919" y="11616"/>
                </a:lnTo>
                <a:lnTo>
                  <a:pt x="11919" y="11145"/>
                </a:lnTo>
                <a:lnTo>
                  <a:pt x="12222" y="12155"/>
                </a:lnTo>
                <a:lnTo>
                  <a:pt x="12356" y="12660"/>
                </a:lnTo>
                <a:lnTo>
                  <a:pt x="12491" y="13199"/>
                </a:lnTo>
                <a:lnTo>
                  <a:pt x="12525" y="13266"/>
                </a:lnTo>
                <a:lnTo>
                  <a:pt x="12626" y="13266"/>
                </a:lnTo>
                <a:lnTo>
                  <a:pt x="12693" y="13232"/>
                </a:lnTo>
                <a:lnTo>
                  <a:pt x="12727" y="13468"/>
                </a:lnTo>
                <a:lnTo>
                  <a:pt x="12828" y="13704"/>
                </a:lnTo>
                <a:lnTo>
                  <a:pt x="12996" y="14108"/>
                </a:lnTo>
                <a:lnTo>
                  <a:pt x="13131" y="14613"/>
                </a:lnTo>
                <a:lnTo>
                  <a:pt x="13265" y="15151"/>
                </a:lnTo>
                <a:lnTo>
                  <a:pt x="13333" y="15589"/>
                </a:lnTo>
                <a:lnTo>
                  <a:pt x="13467" y="16229"/>
                </a:lnTo>
                <a:lnTo>
                  <a:pt x="13568" y="16532"/>
                </a:lnTo>
                <a:lnTo>
                  <a:pt x="13669" y="16801"/>
                </a:lnTo>
                <a:lnTo>
                  <a:pt x="13737" y="16902"/>
                </a:lnTo>
                <a:lnTo>
                  <a:pt x="13804" y="16970"/>
                </a:lnTo>
                <a:lnTo>
                  <a:pt x="13905" y="17037"/>
                </a:lnTo>
                <a:lnTo>
                  <a:pt x="14040" y="17037"/>
                </a:lnTo>
                <a:lnTo>
                  <a:pt x="14107" y="16970"/>
                </a:lnTo>
                <a:lnTo>
                  <a:pt x="14376" y="16902"/>
                </a:lnTo>
                <a:lnTo>
                  <a:pt x="14679" y="16801"/>
                </a:lnTo>
                <a:lnTo>
                  <a:pt x="15218" y="16566"/>
                </a:lnTo>
                <a:lnTo>
                  <a:pt x="16262" y="16229"/>
                </a:lnTo>
                <a:lnTo>
                  <a:pt x="16295" y="16296"/>
                </a:lnTo>
                <a:lnTo>
                  <a:pt x="16329" y="16330"/>
                </a:lnTo>
                <a:lnTo>
                  <a:pt x="16430" y="16330"/>
                </a:lnTo>
                <a:lnTo>
                  <a:pt x="16497" y="16262"/>
                </a:lnTo>
                <a:lnTo>
                  <a:pt x="16497" y="16229"/>
                </a:lnTo>
                <a:lnTo>
                  <a:pt x="16531" y="16161"/>
                </a:lnTo>
                <a:lnTo>
                  <a:pt x="16497" y="16161"/>
                </a:lnTo>
                <a:lnTo>
                  <a:pt x="16598" y="16128"/>
                </a:lnTo>
                <a:lnTo>
                  <a:pt x="16666" y="16094"/>
                </a:lnTo>
                <a:lnTo>
                  <a:pt x="16666" y="16060"/>
                </a:lnTo>
                <a:lnTo>
                  <a:pt x="16699" y="15959"/>
                </a:lnTo>
                <a:lnTo>
                  <a:pt x="16632" y="15892"/>
                </a:lnTo>
                <a:lnTo>
                  <a:pt x="16531" y="15892"/>
                </a:lnTo>
                <a:lnTo>
                  <a:pt x="16464" y="15926"/>
                </a:lnTo>
                <a:lnTo>
                  <a:pt x="16396" y="15724"/>
                </a:lnTo>
                <a:lnTo>
                  <a:pt x="16464" y="15690"/>
                </a:lnTo>
                <a:lnTo>
                  <a:pt x="16430" y="15623"/>
                </a:lnTo>
                <a:lnTo>
                  <a:pt x="16396" y="15555"/>
                </a:lnTo>
                <a:lnTo>
                  <a:pt x="16363" y="15522"/>
                </a:lnTo>
                <a:lnTo>
                  <a:pt x="16262" y="15219"/>
                </a:lnTo>
                <a:lnTo>
                  <a:pt x="16161" y="14949"/>
                </a:lnTo>
                <a:lnTo>
                  <a:pt x="16127" y="14646"/>
                </a:lnTo>
                <a:lnTo>
                  <a:pt x="16026" y="14074"/>
                </a:lnTo>
                <a:lnTo>
                  <a:pt x="15959" y="13670"/>
                </a:lnTo>
                <a:lnTo>
                  <a:pt x="15824" y="13232"/>
                </a:lnTo>
                <a:lnTo>
                  <a:pt x="15656" y="12828"/>
                </a:lnTo>
                <a:lnTo>
                  <a:pt x="15454" y="12424"/>
                </a:lnTo>
                <a:lnTo>
                  <a:pt x="15521" y="12424"/>
                </a:lnTo>
                <a:lnTo>
                  <a:pt x="15588" y="12357"/>
                </a:lnTo>
                <a:lnTo>
                  <a:pt x="15588" y="12290"/>
                </a:lnTo>
                <a:lnTo>
                  <a:pt x="15555" y="12222"/>
                </a:lnTo>
                <a:lnTo>
                  <a:pt x="15487" y="12155"/>
                </a:lnTo>
                <a:lnTo>
                  <a:pt x="15487" y="12088"/>
                </a:lnTo>
                <a:lnTo>
                  <a:pt x="15353" y="11886"/>
                </a:lnTo>
                <a:lnTo>
                  <a:pt x="15218" y="11650"/>
                </a:lnTo>
                <a:lnTo>
                  <a:pt x="15151" y="11414"/>
                </a:lnTo>
                <a:lnTo>
                  <a:pt x="15083" y="11179"/>
                </a:lnTo>
                <a:lnTo>
                  <a:pt x="14982" y="10674"/>
                </a:lnTo>
                <a:lnTo>
                  <a:pt x="14881" y="10169"/>
                </a:lnTo>
                <a:lnTo>
                  <a:pt x="14612" y="8990"/>
                </a:lnTo>
                <a:lnTo>
                  <a:pt x="14477" y="8418"/>
                </a:lnTo>
                <a:lnTo>
                  <a:pt x="14309" y="7845"/>
                </a:lnTo>
                <a:lnTo>
                  <a:pt x="14073" y="7239"/>
                </a:lnTo>
                <a:lnTo>
                  <a:pt x="13838" y="6667"/>
                </a:lnTo>
                <a:lnTo>
                  <a:pt x="13568" y="6095"/>
                </a:lnTo>
                <a:lnTo>
                  <a:pt x="13366" y="5489"/>
                </a:lnTo>
                <a:lnTo>
                  <a:pt x="13164" y="4883"/>
                </a:lnTo>
                <a:lnTo>
                  <a:pt x="13030" y="4243"/>
                </a:lnTo>
                <a:lnTo>
                  <a:pt x="12861" y="3603"/>
                </a:lnTo>
                <a:lnTo>
                  <a:pt x="12693" y="2997"/>
                </a:lnTo>
                <a:lnTo>
                  <a:pt x="12693" y="2930"/>
                </a:lnTo>
                <a:lnTo>
                  <a:pt x="12693" y="2896"/>
                </a:lnTo>
                <a:lnTo>
                  <a:pt x="12659" y="2863"/>
                </a:lnTo>
                <a:lnTo>
                  <a:pt x="12626" y="2829"/>
                </a:lnTo>
                <a:lnTo>
                  <a:pt x="12558" y="2829"/>
                </a:lnTo>
                <a:lnTo>
                  <a:pt x="12525" y="2863"/>
                </a:lnTo>
                <a:lnTo>
                  <a:pt x="12457" y="2896"/>
                </a:lnTo>
                <a:lnTo>
                  <a:pt x="12323" y="2627"/>
                </a:lnTo>
                <a:lnTo>
                  <a:pt x="12154" y="2358"/>
                </a:lnTo>
                <a:lnTo>
                  <a:pt x="11952" y="2122"/>
                </a:lnTo>
                <a:lnTo>
                  <a:pt x="11717" y="1920"/>
                </a:lnTo>
                <a:lnTo>
                  <a:pt x="11447" y="1651"/>
                </a:lnTo>
                <a:lnTo>
                  <a:pt x="11212" y="1415"/>
                </a:lnTo>
                <a:lnTo>
                  <a:pt x="11010" y="1146"/>
                </a:lnTo>
                <a:lnTo>
                  <a:pt x="10909" y="977"/>
                </a:lnTo>
                <a:lnTo>
                  <a:pt x="10841" y="809"/>
                </a:lnTo>
                <a:lnTo>
                  <a:pt x="10841" y="742"/>
                </a:lnTo>
                <a:lnTo>
                  <a:pt x="10808" y="641"/>
                </a:lnTo>
                <a:lnTo>
                  <a:pt x="10707" y="439"/>
                </a:lnTo>
                <a:lnTo>
                  <a:pt x="10639" y="203"/>
                </a:lnTo>
                <a:lnTo>
                  <a:pt x="10606" y="102"/>
                </a:lnTo>
                <a:lnTo>
                  <a:pt x="10538" y="34"/>
                </a:lnTo>
                <a:lnTo>
                  <a:pt x="10505" y="1"/>
                </a:lnTo>
                <a:lnTo>
                  <a:pt x="10471" y="34"/>
                </a:lnTo>
                <a:lnTo>
                  <a:pt x="1043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156033" tIns="156033" rIns="156033" bIns="156033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srgbClr val="000000"/>
              </a:solidFill>
              <a:cs typeface="Arial"/>
              <a:sym typeface="Arial"/>
            </a:endParaRPr>
          </a:p>
        </p:txBody>
      </p:sp>
      <p:grpSp>
        <p:nvGrpSpPr>
          <p:cNvPr id="1781" name="Google Shape;1781;p12"/>
          <p:cNvGrpSpPr/>
          <p:nvPr/>
        </p:nvGrpSpPr>
        <p:grpSpPr>
          <a:xfrm>
            <a:off x="1853917" y="-8"/>
            <a:ext cx="2137756" cy="540592"/>
            <a:chOff x="448987" y="-6"/>
            <a:chExt cx="1603317" cy="405444"/>
          </a:xfrm>
        </p:grpSpPr>
        <p:sp>
          <p:nvSpPr>
            <p:cNvPr id="1782" name="Google Shape;1782;p12"/>
            <p:cNvSpPr/>
            <p:nvPr/>
          </p:nvSpPr>
          <p:spPr>
            <a:xfrm>
              <a:off x="495861" y="65329"/>
              <a:ext cx="387083" cy="314981"/>
            </a:xfrm>
            <a:custGeom>
              <a:avLst/>
              <a:gdLst/>
              <a:ahLst/>
              <a:cxnLst/>
              <a:rect l="l" t="t" r="r" b="b"/>
              <a:pathLst>
                <a:path w="7779" h="6330" extrusionOk="0">
                  <a:moveTo>
                    <a:pt x="5893" y="168"/>
                  </a:moveTo>
                  <a:lnTo>
                    <a:pt x="6196" y="202"/>
                  </a:lnTo>
                  <a:lnTo>
                    <a:pt x="6532" y="269"/>
                  </a:lnTo>
                  <a:lnTo>
                    <a:pt x="6835" y="337"/>
                  </a:lnTo>
                  <a:lnTo>
                    <a:pt x="7105" y="438"/>
                  </a:lnTo>
                  <a:lnTo>
                    <a:pt x="7239" y="673"/>
                  </a:lnTo>
                  <a:lnTo>
                    <a:pt x="7340" y="909"/>
                  </a:lnTo>
                  <a:lnTo>
                    <a:pt x="5960" y="943"/>
                  </a:lnTo>
                  <a:lnTo>
                    <a:pt x="4613" y="976"/>
                  </a:lnTo>
                  <a:lnTo>
                    <a:pt x="2795" y="976"/>
                  </a:lnTo>
                  <a:lnTo>
                    <a:pt x="2189" y="1010"/>
                  </a:lnTo>
                  <a:lnTo>
                    <a:pt x="2189" y="1010"/>
                  </a:lnTo>
                  <a:lnTo>
                    <a:pt x="3368" y="606"/>
                  </a:lnTo>
                  <a:lnTo>
                    <a:pt x="4007" y="438"/>
                  </a:lnTo>
                  <a:lnTo>
                    <a:pt x="4647" y="303"/>
                  </a:lnTo>
                  <a:lnTo>
                    <a:pt x="5287" y="202"/>
                  </a:lnTo>
                  <a:lnTo>
                    <a:pt x="5590" y="168"/>
                  </a:lnTo>
                  <a:close/>
                  <a:moveTo>
                    <a:pt x="6768" y="1111"/>
                  </a:moveTo>
                  <a:lnTo>
                    <a:pt x="6027" y="1347"/>
                  </a:lnTo>
                  <a:lnTo>
                    <a:pt x="4984" y="1717"/>
                  </a:lnTo>
                  <a:lnTo>
                    <a:pt x="4445" y="1919"/>
                  </a:lnTo>
                  <a:lnTo>
                    <a:pt x="3940" y="2155"/>
                  </a:lnTo>
                  <a:lnTo>
                    <a:pt x="3637" y="2323"/>
                  </a:lnTo>
                  <a:lnTo>
                    <a:pt x="3334" y="2525"/>
                  </a:lnTo>
                  <a:lnTo>
                    <a:pt x="3065" y="2761"/>
                  </a:lnTo>
                  <a:lnTo>
                    <a:pt x="2795" y="2997"/>
                  </a:lnTo>
                  <a:lnTo>
                    <a:pt x="2762" y="2997"/>
                  </a:lnTo>
                  <a:lnTo>
                    <a:pt x="2459" y="3030"/>
                  </a:lnTo>
                  <a:lnTo>
                    <a:pt x="2155" y="3064"/>
                  </a:lnTo>
                  <a:lnTo>
                    <a:pt x="1516" y="3030"/>
                  </a:lnTo>
                  <a:lnTo>
                    <a:pt x="876" y="2997"/>
                  </a:lnTo>
                  <a:lnTo>
                    <a:pt x="539" y="3030"/>
                  </a:lnTo>
                  <a:lnTo>
                    <a:pt x="236" y="3098"/>
                  </a:lnTo>
                  <a:lnTo>
                    <a:pt x="236" y="2795"/>
                  </a:lnTo>
                  <a:lnTo>
                    <a:pt x="270" y="2424"/>
                  </a:lnTo>
                  <a:lnTo>
                    <a:pt x="337" y="2155"/>
                  </a:lnTo>
                  <a:lnTo>
                    <a:pt x="472" y="1885"/>
                  </a:lnTo>
                  <a:lnTo>
                    <a:pt x="640" y="1683"/>
                  </a:lnTo>
                  <a:lnTo>
                    <a:pt x="842" y="1515"/>
                  </a:lnTo>
                  <a:lnTo>
                    <a:pt x="1078" y="1380"/>
                  </a:lnTo>
                  <a:lnTo>
                    <a:pt x="1347" y="1246"/>
                  </a:lnTo>
                  <a:lnTo>
                    <a:pt x="1617" y="1145"/>
                  </a:lnTo>
                  <a:lnTo>
                    <a:pt x="2256" y="1212"/>
                  </a:lnTo>
                  <a:lnTo>
                    <a:pt x="4176" y="1212"/>
                  </a:lnTo>
                  <a:lnTo>
                    <a:pt x="5489" y="1145"/>
                  </a:lnTo>
                  <a:lnTo>
                    <a:pt x="6768" y="1111"/>
                  </a:lnTo>
                  <a:close/>
                  <a:moveTo>
                    <a:pt x="7441" y="1212"/>
                  </a:moveTo>
                  <a:lnTo>
                    <a:pt x="7509" y="1616"/>
                  </a:lnTo>
                  <a:lnTo>
                    <a:pt x="7509" y="2054"/>
                  </a:lnTo>
                  <a:lnTo>
                    <a:pt x="7475" y="2087"/>
                  </a:lnTo>
                  <a:lnTo>
                    <a:pt x="7307" y="2222"/>
                  </a:lnTo>
                  <a:lnTo>
                    <a:pt x="7105" y="2357"/>
                  </a:lnTo>
                  <a:lnTo>
                    <a:pt x="6869" y="2458"/>
                  </a:lnTo>
                  <a:lnTo>
                    <a:pt x="6600" y="2525"/>
                  </a:lnTo>
                  <a:lnTo>
                    <a:pt x="6061" y="2693"/>
                  </a:lnTo>
                  <a:lnTo>
                    <a:pt x="5623" y="2828"/>
                  </a:lnTo>
                  <a:lnTo>
                    <a:pt x="4748" y="3131"/>
                  </a:lnTo>
                  <a:lnTo>
                    <a:pt x="3906" y="3502"/>
                  </a:lnTo>
                  <a:lnTo>
                    <a:pt x="3570" y="3670"/>
                  </a:lnTo>
                  <a:lnTo>
                    <a:pt x="3300" y="3872"/>
                  </a:lnTo>
                  <a:lnTo>
                    <a:pt x="3031" y="4108"/>
                  </a:lnTo>
                  <a:lnTo>
                    <a:pt x="2829" y="4377"/>
                  </a:lnTo>
                  <a:lnTo>
                    <a:pt x="2694" y="4579"/>
                  </a:lnTo>
                  <a:lnTo>
                    <a:pt x="2627" y="4781"/>
                  </a:lnTo>
                  <a:lnTo>
                    <a:pt x="2492" y="5185"/>
                  </a:lnTo>
                  <a:lnTo>
                    <a:pt x="2425" y="5387"/>
                  </a:lnTo>
                  <a:lnTo>
                    <a:pt x="2358" y="5589"/>
                  </a:lnTo>
                  <a:lnTo>
                    <a:pt x="2223" y="5791"/>
                  </a:lnTo>
                  <a:lnTo>
                    <a:pt x="2088" y="5959"/>
                  </a:lnTo>
                  <a:lnTo>
                    <a:pt x="2054" y="6027"/>
                  </a:lnTo>
                  <a:lnTo>
                    <a:pt x="1751" y="5892"/>
                  </a:lnTo>
                  <a:lnTo>
                    <a:pt x="1415" y="5724"/>
                  </a:lnTo>
                  <a:lnTo>
                    <a:pt x="1145" y="5488"/>
                  </a:lnTo>
                  <a:lnTo>
                    <a:pt x="876" y="5185"/>
                  </a:lnTo>
                  <a:lnTo>
                    <a:pt x="741" y="4983"/>
                  </a:lnTo>
                  <a:lnTo>
                    <a:pt x="640" y="4747"/>
                  </a:lnTo>
                  <a:lnTo>
                    <a:pt x="438" y="4242"/>
                  </a:lnTo>
                  <a:lnTo>
                    <a:pt x="304" y="3737"/>
                  </a:lnTo>
                  <a:lnTo>
                    <a:pt x="270" y="3199"/>
                  </a:lnTo>
                  <a:lnTo>
                    <a:pt x="270" y="3199"/>
                  </a:lnTo>
                  <a:lnTo>
                    <a:pt x="573" y="3266"/>
                  </a:lnTo>
                  <a:lnTo>
                    <a:pt x="2021" y="3266"/>
                  </a:lnTo>
                  <a:lnTo>
                    <a:pt x="2560" y="3232"/>
                  </a:lnTo>
                  <a:lnTo>
                    <a:pt x="2155" y="3737"/>
                  </a:lnTo>
                  <a:lnTo>
                    <a:pt x="1751" y="4242"/>
                  </a:lnTo>
                  <a:lnTo>
                    <a:pt x="1011" y="5286"/>
                  </a:lnTo>
                  <a:lnTo>
                    <a:pt x="1011" y="5320"/>
                  </a:lnTo>
                  <a:lnTo>
                    <a:pt x="1044" y="5353"/>
                  </a:lnTo>
                  <a:lnTo>
                    <a:pt x="1112" y="5353"/>
                  </a:lnTo>
                  <a:lnTo>
                    <a:pt x="1280" y="5185"/>
                  </a:lnTo>
                  <a:lnTo>
                    <a:pt x="1448" y="5017"/>
                  </a:lnTo>
                  <a:lnTo>
                    <a:pt x="1751" y="4646"/>
                  </a:lnTo>
                  <a:lnTo>
                    <a:pt x="2324" y="3872"/>
                  </a:lnTo>
                  <a:lnTo>
                    <a:pt x="2694" y="3401"/>
                  </a:lnTo>
                  <a:lnTo>
                    <a:pt x="3098" y="2997"/>
                  </a:lnTo>
                  <a:lnTo>
                    <a:pt x="3536" y="2626"/>
                  </a:lnTo>
                  <a:lnTo>
                    <a:pt x="4041" y="2323"/>
                  </a:lnTo>
                  <a:lnTo>
                    <a:pt x="4445" y="2121"/>
                  </a:lnTo>
                  <a:lnTo>
                    <a:pt x="4849" y="1953"/>
                  </a:lnTo>
                  <a:lnTo>
                    <a:pt x="5724" y="1683"/>
                  </a:lnTo>
                  <a:lnTo>
                    <a:pt x="7441" y="1212"/>
                  </a:lnTo>
                  <a:close/>
                  <a:moveTo>
                    <a:pt x="7509" y="2390"/>
                  </a:moveTo>
                  <a:lnTo>
                    <a:pt x="7441" y="2795"/>
                  </a:lnTo>
                  <a:lnTo>
                    <a:pt x="7307" y="3199"/>
                  </a:lnTo>
                  <a:lnTo>
                    <a:pt x="7172" y="3603"/>
                  </a:lnTo>
                  <a:lnTo>
                    <a:pt x="6970" y="3973"/>
                  </a:lnTo>
                  <a:lnTo>
                    <a:pt x="6768" y="4310"/>
                  </a:lnTo>
                  <a:lnTo>
                    <a:pt x="6532" y="4646"/>
                  </a:lnTo>
                  <a:lnTo>
                    <a:pt x="6263" y="4916"/>
                  </a:lnTo>
                  <a:lnTo>
                    <a:pt x="5960" y="5151"/>
                  </a:lnTo>
                  <a:lnTo>
                    <a:pt x="5691" y="5320"/>
                  </a:lnTo>
                  <a:lnTo>
                    <a:pt x="5421" y="5454"/>
                  </a:lnTo>
                  <a:lnTo>
                    <a:pt x="4849" y="5656"/>
                  </a:lnTo>
                  <a:lnTo>
                    <a:pt x="4277" y="5825"/>
                  </a:lnTo>
                  <a:lnTo>
                    <a:pt x="3671" y="5959"/>
                  </a:lnTo>
                  <a:lnTo>
                    <a:pt x="3300" y="6027"/>
                  </a:lnTo>
                  <a:lnTo>
                    <a:pt x="2930" y="6060"/>
                  </a:lnTo>
                  <a:lnTo>
                    <a:pt x="2223" y="6060"/>
                  </a:lnTo>
                  <a:lnTo>
                    <a:pt x="2425" y="5825"/>
                  </a:lnTo>
                  <a:lnTo>
                    <a:pt x="2560" y="5589"/>
                  </a:lnTo>
                  <a:lnTo>
                    <a:pt x="2661" y="5320"/>
                  </a:lnTo>
                  <a:lnTo>
                    <a:pt x="2762" y="5050"/>
                  </a:lnTo>
                  <a:lnTo>
                    <a:pt x="2863" y="4781"/>
                  </a:lnTo>
                  <a:lnTo>
                    <a:pt x="2964" y="4545"/>
                  </a:lnTo>
                  <a:lnTo>
                    <a:pt x="3132" y="4343"/>
                  </a:lnTo>
                  <a:lnTo>
                    <a:pt x="3267" y="4141"/>
                  </a:lnTo>
                  <a:lnTo>
                    <a:pt x="3469" y="3973"/>
                  </a:lnTo>
                  <a:lnTo>
                    <a:pt x="3671" y="3838"/>
                  </a:lnTo>
                  <a:lnTo>
                    <a:pt x="4142" y="3569"/>
                  </a:lnTo>
                  <a:lnTo>
                    <a:pt x="4681" y="3333"/>
                  </a:lnTo>
                  <a:lnTo>
                    <a:pt x="5219" y="3165"/>
                  </a:lnTo>
                  <a:lnTo>
                    <a:pt x="6297" y="2828"/>
                  </a:lnTo>
                  <a:lnTo>
                    <a:pt x="6903" y="2660"/>
                  </a:lnTo>
                  <a:lnTo>
                    <a:pt x="7206" y="2525"/>
                  </a:lnTo>
                  <a:lnTo>
                    <a:pt x="7509" y="2390"/>
                  </a:lnTo>
                  <a:close/>
                  <a:moveTo>
                    <a:pt x="5219" y="0"/>
                  </a:moveTo>
                  <a:lnTo>
                    <a:pt x="4613" y="67"/>
                  </a:lnTo>
                  <a:lnTo>
                    <a:pt x="3738" y="269"/>
                  </a:lnTo>
                  <a:lnTo>
                    <a:pt x="2896" y="505"/>
                  </a:lnTo>
                  <a:lnTo>
                    <a:pt x="2054" y="774"/>
                  </a:lnTo>
                  <a:lnTo>
                    <a:pt x="1213" y="1077"/>
                  </a:lnTo>
                  <a:lnTo>
                    <a:pt x="910" y="1212"/>
                  </a:lnTo>
                  <a:lnTo>
                    <a:pt x="640" y="1380"/>
                  </a:lnTo>
                  <a:lnTo>
                    <a:pt x="438" y="1616"/>
                  </a:lnTo>
                  <a:lnTo>
                    <a:pt x="270" y="1852"/>
                  </a:lnTo>
                  <a:lnTo>
                    <a:pt x="135" y="2121"/>
                  </a:lnTo>
                  <a:lnTo>
                    <a:pt x="68" y="2424"/>
                  </a:lnTo>
                  <a:lnTo>
                    <a:pt x="1" y="2727"/>
                  </a:lnTo>
                  <a:lnTo>
                    <a:pt x="1" y="3030"/>
                  </a:lnTo>
                  <a:lnTo>
                    <a:pt x="34" y="3367"/>
                  </a:lnTo>
                  <a:lnTo>
                    <a:pt x="68" y="3704"/>
                  </a:lnTo>
                  <a:lnTo>
                    <a:pt x="135" y="4007"/>
                  </a:lnTo>
                  <a:lnTo>
                    <a:pt x="236" y="4343"/>
                  </a:lnTo>
                  <a:lnTo>
                    <a:pt x="371" y="4646"/>
                  </a:lnTo>
                  <a:lnTo>
                    <a:pt x="506" y="4949"/>
                  </a:lnTo>
                  <a:lnTo>
                    <a:pt x="640" y="5219"/>
                  </a:lnTo>
                  <a:lnTo>
                    <a:pt x="809" y="5454"/>
                  </a:lnTo>
                  <a:lnTo>
                    <a:pt x="1011" y="5724"/>
                  </a:lnTo>
                  <a:lnTo>
                    <a:pt x="1280" y="5926"/>
                  </a:lnTo>
                  <a:lnTo>
                    <a:pt x="1549" y="6094"/>
                  </a:lnTo>
                  <a:lnTo>
                    <a:pt x="1819" y="6229"/>
                  </a:lnTo>
                  <a:lnTo>
                    <a:pt x="2155" y="6296"/>
                  </a:lnTo>
                  <a:lnTo>
                    <a:pt x="2459" y="6330"/>
                  </a:lnTo>
                  <a:lnTo>
                    <a:pt x="2795" y="6330"/>
                  </a:lnTo>
                  <a:lnTo>
                    <a:pt x="3132" y="6296"/>
                  </a:lnTo>
                  <a:lnTo>
                    <a:pt x="3906" y="6195"/>
                  </a:lnTo>
                  <a:lnTo>
                    <a:pt x="4647" y="5993"/>
                  </a:lnTo>
                  <a:lnTo>
                    <a:pt x="5017" y="5892"/>
                  </a:lnTo>
                  <a:lnTo>
                    <a:pt x="5388" y="5724"/>
                  </a:lnTo>
                  <a:lnTo>
                    <a:pt x="5758" y="5555"/>
                  </a:lnTo>
                  <a:lnTo>
                    <a:pt x="6095" y="5387"/>
                  </a:lnTo>
                  <a:lnTo>
                    <a:pt x="6364" y="5185"/>
                  </a:lnTo>
                  <a:lnTo>
                    <a:pt x="6600" y="4949"/>
                  </a:lnTo>
                  <a:lnTo>
                    <a:pt x="6835" y="4680"/>
                  </a:lnTo>
                  <a:lnTo>
                    <a:pt x="7037" y="4411"/>
                  </a:lnTo>
                  <a:lnTo>
                    <a:pt x="7239" y="4074"/>
                  </a:lnTo>
                  <a:lnTo>
                    <a:pt x="7408" y="3771"/>
                  </a:lnTo>
                  <a:lnTo>
                    <a:pt x="7542" y="3401"/>
                  </a:lnTo>
                  <a:lnTo>
                    <a:pt x="7643" y="3064"/>
                  </a:lnTo>
                  <a:lnTo>
                    <a:pt x="7711" y="2693"/>
                  </a:lnTo>
                  <a:lnTo>
                    <a:pt x="7744" y="2323"/>
                  </a:lnTo>
                  <a:lnTo>
                    <a:pt x="7778" y="1953"/>
                  </a:lnTo>
                  <a:lnTo>
                    <a:pt x="7744" y="1582"/>
                  </a:lnTo>
                  <a:lnTo>
                    <a:pt x="7677" y="1246"/>
                  </a:lnTo>
                  <a:lnTo>
                    <a:pt x="7610" y="909"/>
                  </a:lnTo>
                  <a:lnTo>
                    <a:pt x="7475" y="572"/>
                  </a:lnTo>
                  <a:lnTo>
                    <a:pt x="7307" y="303"/>
                  </a:lnTo>
                  <a:lnTo>
                    <a:pt x="7273" y="236"/>
                  </a:lnTo>
                  <a:lnTo>
                    <a:pt x="7172" y="236"/>
                  </a:lnTo>
                  <a:lnTo>
                    <a:pt x="7105" y="269"/>
                  </a:lnTo>
                  <a:lnTo>
                    <a:pt x="6835" y="168"/>
                  </a:lnTo>
                  <a:lnTo>
                    <a:pt x="6499" y="67"/>
                  </a:lnTo>
                  <a:lnTo>
                    <a:pt x="6196" y="34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3" name="Google Shape;1783;p12"/>
            <p:cNvSpPr/>
            <p:nvPr/>
          </p:nvSpPr>
          <p:spPr>
            <a:xfrm>
              <a:off x="448987" y="-6"/>
              <a:ext cx="954944" cy="405444"/>
            </a:xfrm>
            <a:custGeom>
              <a:avLst/>
              <a:gdLst/>
              <a:ahLst/>
              <a:cxnLst/>
              <a:rect l="l" t="t" r="r" b="b"/>
              <a:pathLst>
                <a:path w="19191" h="8148" extrusionOk="0">
                  <a:moveTo>
                    <a:pt x="9528" y="2761"/>
                  </a:moveTo>
                  <a:lnTo>
                    <a:pt x="9663" y="2794"/>
                  </a:lnTo>
                  <a:lnTo>
                    <a:pt x="9932" y="2895"/>
                  </a:lnTo>
                  <a:lnTo>
                    <a:pt x="10100" y="3030"/>
                  </a:lnTo>
                  <a:lnTo>
                    <a:pt x="10235" y="3165"/>
                  </a:lnTo>
                  <a:lnTo>
                    <a:pt x="10336" y="3333"/>
                  </a:lnTo>
                  <a:lnTo>
                    <a:pt x="9730" y="3367"/>
                  </a:lnTo>
                  <a:lnTo>
                    <a:pt x="9461" y="3367"/>
                  </a:lnTo>
                  <a:lnTo>
                    <a:pt x="9158" y="3434"/>
                  </a:lnTo>
                  <a:lnTo>
                    <a:pt x="9191" y="3400"/>
                  </a:lnTo>
                  <a:lnTo>
                    <a:pt x="9259" y="2963"/>
                  </a:lnTo>
                  <a:lnTo>
                    <a:pt x="9292" y="2828"/>
                  </a:lnTo>
                  <a:lnTo>
                    <a:pt x="9393" y="2761"/>
                  </a:lnTo>
                  <a:close/>
                  <a:moveTo>
                    <a:pt x="18618" y="3973"/>
                  </a:moveTo>
                  <a:lnTo>
                    <a:pt x="18719" y="4006"/>
                  </a:lnTo>
                  <a:lnTo>
                    <a:pt x="18820" y="4074"/>
                  </a:lnTo>
                  <a:lnTo>
                    <a:pt x="18888" y="4141"/>
                  </a:lnTo>
                  <a:lnTo>
                    <a:pt x="18955" y="4209"/>
                  </a:lnTo>
                  <a:lnTo>
                    <a:pt x="18989" y="4310"/>
                  </a:lnTo>
                  <a:lnTo>
                    <a:pt x="18989" y="4444"/>
                  </a:lnTo>
                  <a:lnTo>
                    <a:pt x="18989" y="4545"/>
                  </a:lnTo>
                  <a:lnTo>
                    <a:pt x="18955" y="4646"/>
                  </a:lnTo>
                  <a:lnTo>
                    <a:pt x="18854" y="4781"/>
                  </a:lnTo>
                  <a:lnTo>
                    <a:pt x="18719" y="4848"/>
                  </a:lnTo>
                  <a:lnTo>
                    <a:pt x="18585" y="4916"/>
                  </a:lnTo>
                  <a:lnTo>
                    <a:pt x="18450" y="4949"/>
                  </a:lnTo>
                  <a:lnTo>
                    <a:pt x="18214" y="4916"/>
                  </a:lnTo>
                  <a:lnTo>
                    <a:pt x="18012" y="4916"/>
                  </a:lnTo>
                  <a:lnTo>
                    <a:pt x="18181" y="4680"/>
                  </a:lnTo>
                  <a:lnTo>
                    <a:pt x="18349" y="4478"/>
                  </a:lnTo>
                  <a:lnTo>
                    <a:pt x="18484" y="4209"/>
                  </a:lnTo>
                  <a:lnTo>
                    <a:pt x="18618" y="3973"/>
                  </a:lnTo>
                  <a:close/>
                  <a:moveTo>
                    <a:pt x="1650" y="7171"/>
                  </a:moveTo>
                  <a:lnTo>
                    <a:pt x="1885" y="7373"/>
                  </a:lnTo>
                  <a:lnTo>
                    <a:pt x="2121" y="7542"/>
                  </a:lnTo>
                  <a:lnTo>
                    <a:pt x="2390" y="7676"/>
                  </a:lnTo>
                  <a:lnTo>
                    <a:pt x="2660" y="7811"/>
                  </a:lnTo>
                  <a:lnTo>
                    <a:pt x="2491" y="7878"/>
                  </a:lnTo>
                  <a:lnTo>
                    <a:pt x="2289" y="7946"/>
                  </a:lnTo>
                  <a:lnTo>
                    <a:pt x="2087" y="7946"/>
                  </a:lnTo>
                  <a:lnTo>
                    <a:pt x="1852" y="7912"/>
                  </a:lnTo>
                  <a:lnTo>
                    <a:pt x="1683" y="7845"/>
                  </a:lnTo>
                  <a:lnTo>
                    <a:pt x="1582" y="7777"/>
                  </a:lnTo>
                  <a:lnTo>
                    <a:pt x="1549" y="7710"/>
                  </a:lnTo>
                  <a:lnTo>
                    <a:pt x="1515" y="7609"/>
                  </a:lnTo>
                  <a:lnTo>
                    <a:pt x="1549" y="7542"/>
                  </a:lnTo>
                  <a:lnTo>
                    <a:pt x="1582" y="7340"/>
                  </a:lnTo>
                  <a:lnTo>
                    <a:pt x="1650" y="7171"/>
                  </a:lnTo>
                  <a:close/>
                  <a:moveTo>
                    <a:pt x="9090" y="0"/>
                  </a:moveTo>
                  <a:lnTo>
                    <a:pt x="7845" y="370"/>
                  </a:lnTo>
                  <a:lnTo>
                    <a:pt x="7373" y="471"/>
                  </a:lnTo>
                  <a:lnTo>
                    <a:pt x="6902" y="606"/>
                  </a:lnTo>
                  <a:lnTo>
                    <a:pt x="6397" y="707"/>
                  </a:lnTo>
                  <a:lnTo>
                    <a:pt x="5926" y="808"/>
                  </a:lnTo>
                  <a:lnTo>
                    <a:pt x="5017" y="1077"/>
                  </a:lnTo>
                  <a:lnTo>
                    <a:pt x="4141" y="1380"/>
                  </a:lnTo>
                  <a:lnTo>
                    <a:pt x="2323" y="1953"/>
                  </a:lnTo>
                  <a:lnTo>
                    <a:pt x="1549" y="2155"/>
                  </a:lnTo>
                  <a:lnTo>
                    <a:pt x="774" y="2390"/>
                  </a:lnTo>
                  <a:lnTo>
                    <a:pt x="438" y="2491"/>
                  </a:lnTo>
                  <a:lnTo>
                    <a:pt x="269" y="2559"/>
                  </a:lnTo>
                  <a:lnTo>
                    <a:pt x="135" y="2626"/>
                  </a:lnTo>
                  <a:lnTo>
                    <a:pt x="34" y="2626"/>
                  </a:lnTo>
                  <a:lnTo>
                    <a:pt x="34" y="2660"/>
                  </a:lnTo>
                  <a:lnTo>
                    <a:pt x="0" y="2727"/>
                  </a:lnTo>
                  <a:lnTo>
                    <a:pt x="0" y="3266"/>
                  </a:lnTo>
                  <a:lnTo>
                    <a:pt x="67" y="3838"/>
                  </a:lnTo>
                  <a:lnTo>
                    <a:pt x="168" y="4377"/>
                  </a:lnTo>
                  <a:lnTo>
                    <a:pt x="303" y="4949"/>
                  </a:lnTo>
                  <a:lnTo>
                    <a:pt x="539" y="5488"/>
                  </a:lnTo>
                  <a:lnTo>
                    <a:pt x="774" y="5993"/>
                  </a:lnTo>
                  <a:lnTo>
                    <a:pt x="1077" y="6464"/>
                  </a:lnTo>
                  <a:lnTo>
                    <a:pt x="1414" y="6902"/>
                  </a:lnTo>
                  <a:lnTo>
                    <a:pt x="1549" y="7070"/>
                  </a:lnTo>
                  <a:lnTo>
                    <a:pt x="1549" y="7104"/>
                  </a:lnTo>
                  <a:lnTo>
                    <a:pt x="1414" y="7306"/>
                  </a:lnTo>
                  <a:lnTo>
                    <a:pt x="1347" y="7542"/>
                  </a:lnTo>
                  <a:lnTo>
                    <a:pt x="1347" y="7676"/>
                  </a:lnTo>
                  <a:lnTo>
                    <a:pt x="1347" y="7777"/>
                  </a:lnTo>
                  <a:lnTo>
                    <a:pt x="1414" y="7878"/>
                  </a:lnTo>
                  <a:lnTo>
                    <a:pt x="1515" y="7979"/>
                  </a:lnTo>
                  <a:lnTo>
                    <a:pt x="1650" y="8047"/>
                  </a:lnTo>
                  <a:lnTo>
                    <a:pt x="1784" y="8114"/>
                  </a:lnTo>
                  <a:lnTo>
                    <a:pt x="1919" y="8148"/>
                  </a:lnTo>
                  <a:lnTo>
                    <a:pt x="2424" y="8148"/>
                  </a:lnTo>
                  <a:lnTo>
                    <a:pt x="2693" y="8047"/>
                  </a:lnTo>
                  <a:lnTo>
                    <a:pt x="2794" y="7979"/>
                  </a:lnTo>
                  <a:lnTo>
                    <a:pt x="2895" y="7912"/>
                  </a:lnTo>
                  <a:lnTo>
                    <a:pt x="3165" y="7979"/>
                  </a:lnTo>
                  <a:lnTo>
                    <a:pt x="3468" y="8047"/>
                  </a:lnTo>
                  <a:lnTo>
                    <a:pt x="4040" y="8148"/>
                  </a:lnTo>
                  <a:lnTo>
                    <a:pt x="4646" y="8148"/>
                  </a:lnTo>
                  <a:lnTo>
                    <a:pt x="5252" y="8080"/>
                  </a:lnTo>
                  <a:lnTo>
                    <a:pt x="5757" y="7946"/>
                  </a:lnTo>
                  <a:lnTo>
                    <a:pt x="6262" y="7811"/>
                  </a:lnTo>
                  <a:lnTo>
                    <a:pt x="6734" y="7609"/>
                  </a:lnTo>
                  <a:lnTo>
                    <a:pt x="7205" y="7373"/>
                  </a:lnTo>
                  <a:lnTo>
                    <a:pt x="7643" y="7070"/>
                  </a:lnTo>
                  <a:lnTo>
                    <a:pt x="8013" y="6734"/>
                  </a:lnTo>
                  <a:lnTo>
                    <a:pt x="8181" y="6565"/>
                  </a:lnTo>
                  <a:lnTo>
                    <a:pt x="8350" y="6330"/>
                  </a:lnTo>
                  <a:lnTo>
                    <a:pt x="8451" y="6128"/>
                  </a:lnTo>
                  <a:lnTo>
                    <a:pt x="8585" y="5892"/>
                  </a:lnTo>
                  <a:lnTo>
                    <a:pt x="8787" y="5320"/>
                  </a:lnTo>
                  <a:lnTo>
                    <a:pt x="8922" y="4781"/>
                  </a:lnTo>
                  <a:lnTo>
                    <a:pt x="9023" y="4209"/>
                  </a:lnTo>
                  <a:lnTo>
                    <a:pt x="9124" y="3636"/>
                  </a:lnTo>
                  <a:lnTo>
                    <a:pt x="10370" y="3535"/>
                  </a:lnTo>
                  <a:lnTo>
                    <a:pt x="10403" y="3501"/>
                  </a:lnTo>
                  <a:lnTo>
                    <a:pt x="10504" y="3771"/>
                  </a:lnTo>
                  <a:lnTo>
                    <a:pt x="10605" y="4040"/>
                  </a:lnTo>
                  <a:lnTo>
                    <a:pt x="10706" y="4242"/>
                  </a:lnTo>
                  <a:lnTo>
                    <a:pt x="10841" y="4444"/>
                  </a:lnTo>
                  <a:lnTo>
                    <a:pt x="11144" y="4781"/>
                  </a:lnTo>
                  <a:lnTo>
                    <a:pt x="11481" y="5118"/>
                  </a:lnTo>
                  <a:lnTo>
                    <a:pt x="11885" y="5387"/>
                  </a:lnTo>
                  <a:lnTo>
                    <a:pt x="12323" y="5623"/>
                  </a:lnTo>
                  <a:lnTo>
                    <a:pt x="12794" y="5825"/>
                  </a:lnTo>
                  <a:lnTo>
                    <a:pt x="13232" y="5959"/>
                  </a:lnTo>
                  <a:lnTo>
                    <a:pt x="13669" y="6060"/>
                  </a:lnTo>
                  <a:lnTo>
                    <a:pt x="14073" y="6128"/>
                  </a:lnTo>
                  <a:lnTo>
                    <a:pt x="14511" y="6161"/>
                  </a:lnTo>
                  <a:lnTo>
                    <a:pt x="14915" y="6161"/>
                  </a:lnTo>
                  <a:lnTo>
                    <a:pt x="15319" y="6128"/>
                  </a:lnTo>
                  <a:lnTo>
                    <a:pt x="15723" y="6060"/>
                  </a:lnTo>
                  <a:lnTo>
                    <a:pt x="16127" y="5959"/>
                  </a:lnTo>
                  <a:lnTo>
                    <a:pt x="16497" y="5858"/>
                  </a:lnTo>
                  <a:lnTo>
                    <a:pt x="16901" y="5690"/>
                  </a:lnTo>
                  <a:lnTo>
                    <a:pt x="17171" y="5555"/>
                  </a:lnTo>
                  <a:lnTo>
                    <a:pt x="17440" y="5387"/>
                  </a:lnTo>
                  <a:lnTo>
                    <a:pt x="17676" y="5219"/>
                  </a:lnTo>
                  <a:lnTo>
                    <a:pt x="17911" y="5017"/>
                  </a:lnTo>
                  <a:lnTo>
                    <a:pt x="18046" y="5084"/>
                  </a:lnTo>
                  <a:lnTo>
                    <a:pt x="18214" y="5118"/>
                  </a:lnTo>
                  <a:lnTo>
                    <a:pt x="18517" y="5118"/>
                  </a:lnTo>
                  <a:lnTo>
                    <a:pt x="18719" y="5050"/>
                  </a:lnTo>
                  <a:lnTo>
                    <a:pt x="18888" y="4983"/>
                  </a:lnTo>
                  <a:lnTo>
                    <a:pt x="19022" y="4848"/>
                  </a:lnTo>
                  <a:lnTo>
                    <a:pt x="19123" y="4714"/>
                  </a:lnTo>
                  <a:lnTo>
                    <a:pt x="19191" y="4579"/>
                  </a:lnTo>
                  <a:lnTo>
                    <a:pt x="19191" y="4411"/>
                  </a:lnTo>
                  <a:lnTo>
                    <a:pt x="19157" y="4276"/>
                  </a:lnTo>
                  <a:lnTo>
                    <a:pt x="19123" y="4141"/>
                  </a:lnTo>
                  <a:lnTo>
                    <a:pt x="19056" y="4040"/>
                  </a:lnTo>
                  <a:lnTo>
                    <a:pt x="18921" y="3905"/>
                  </a:lnTo>
                  <a:lnTo>
                    <a:pt x="18820" y="3838"/>
                  </a:lnTo>
                  <a:lnTo>
                    <a:pt x="18686" y="3804"/>
                  </a:lnTo>
                  <a:lnTo>
                    <a:pt x="18787" y="3400"/>
                  </a:lnTo>
                  <a:lnTo>
                    <a:pt x="18888" y="2996"/>
                  </a:lnTo>
                  <a:lnTo>
                    <a:pt x="18989" y="2357"/>
                  </a:lnTo>
                  <a:lnTo>
                    <a:pt x="19022" y="1717"/>
                  </a:lnTo>
                  <a:lnTo>
                    <a:pt x="19056" y="1077"/>
                  </a:lnTo>
                  <a:lnTo>
                    <a:pt x="19022" y="438"/>
                  </a:lnTo>
                  <a:lnTo>
                    <a:pt x="19022" y="0"/>
                  </a:lnTo>
                  <a:lnTo>
                    <a:pt x="18753" y="0"/>
                  </a:lnTo>
                  <a:lnTo>
                    <a:pt x="18753" y="640"/>
                  </a:lnTo>
                  <a:lnTo>
                    <a:pt x="18787" y="1279"/>
                  </a:lnTo>
                  <a:lnTo>
                    <a:pt x="18753" y="1919"/>
                  </a:lnTo>
                  <a:lnTo>
                    <a:pt x="18686" y="2559"/>
                  </a:lnTo>
                  <a:lnTo>
                    <a:pt x="18585" y="3165"/>
                  </a:lnTo>
                  <a:lnTo>
                    <a:pt x="18551" y="3400"/>
                  </a:lnTo>
                  <a:lnTo>
                    <a:pt x="18450" y="3636"/>
                  </a:lnTo>
                  <a:lnTo>
                    <a:pt x="18282" y="4074"/>
                  </a:lnTo>
                  <a:lnTo>
                    <a:pt x="18012" y="4478"/>
                  </a:lnTo>
                  <a:lnTo>
                    <a:pt x="17709" y="4815"/>
                  </a:lnTo>
                  <a:lnTo>
                    <a:pt x="17339" y="5118"/>
                  </a:lnTo>
                  <a:lnTo>
                    <a:pt x="16969" y="5353"/>
                  </a:lnTo>
                  <a:lnTo>
                    <a:pt x="16531" y="5555"/>
                  </a:lnTo>
                  <a:lnTo>
                    <a:pt x="16060" y="5724"/>
                  </a:lnTo>
                  <a:lnTo>
                    <a:pt x="15656" y="5825"/>
                  </a:lnTo>
                  <a:lnTo>
                    <a:pt x="15252" y="5858"/>
                  </a:lnTo>
                  <a:lnTo>
                    <a:pt x="14848" y="5892"/>
                  </a:lnTo>
                  <a:lnTo>
                    <a:pt x="14444" y="5892"/>
                  </a:lnTo>
                  <a:lnTo>
                    <a:pt x="14040" y="5858"/>
                  </a:lnTo>
                  <a:lnTo>
                    <a:pt x="13636" y="5791"/>
                  </a:lnTo>
                  <a:lnTo>
                    <a:pt x="13265" y="5690"/>
                  </a:lnTo>
                  <a:lnTo>
                    <a:pt x="12861" y="5589"/>
                  </a:lnTo>
                  <a:lnTo>
                    <a:pt x="12592" y="5454"/>
                  </a:lnTo>
                  <a:lnTo>
                    <a:pt x="12289" y="5320"/>
                  </a:lnTo>
                  <a:lnTo>
                    <a:pt x="12020" y="5151"/>
                  </a:lnTo>
                  <a:lnTo>
                    <a:pt x="11750" y="4983"/>
                  </a:lnTo>
                  <a:lnTo>
                    <a:pt x="11481" y="4781"/>
                  </a:lnTo>
                  <a:lnTo>
                    <a:pt x="11245" y="4545"/>
                  </a:lnTo>
                  <a:lnTo>
                    <a:pt x="11043" y="4310"/>
                  </a:lnTo>
                  <a:lnTo>
                    <a:pt x="10875" y="4040"/>
                  </a:lnTo>
                  <a:lnTo>
                    <a:pt x="10706" y="3703"/>
                  </a:lnTo>
                  <a:lnTo>
                    <a:pt x="10572" y="3367"/>
                  </a:lnTo>
                  <a:lnTo>
                    <a:pt x="10403" y="3030"/>
                  </a:lnTo>
                  <a:lnTo>
                    <a:pt x="10302" y="2862"/>
                  </a:lnTo>
                  <a:lnTo>
                    <a:pt x="10168" y="2727"/>
                  </a:lnTo>
                  <a:lnTo>
                    <a:pt x="9999" y="2626"/>
                  </a:lnTo>
                  <a:lnTo>
                    <a:pt x="9764" y="2559"/>
                  </a:lnTo>
                  <a:lnTo>
                    <a:pt x="9528" y="2491"/>
                  </a:lnTo>
                  <a:lnTo>
                    <a:pt x="9326" y="2525"/>
                  </a:lnTo>
                  <a:lnTo>
                    <a:pt x="9191" y="2592"/>
                  </a:lnTo>
                  <a:lnTo>
                    <a:pt x="9124" y="2660"/>
                  </a:lnTo>
                  <a:lnTo>
                    <a:pt x="9057" y="2761"/>
                  </a:lnTo>
                  <a:lnTo>
                    <a:pt x="9023" y="2862"/>
                  </a:lnTo>
                  <a:lnTo>
                    <a:pt x="8956" y="3097"/>
                  </a:lnTo>
                  <a:lnTo>
                    <a:pt x="8922" y="3367"/>
                  </a:lnTo>
                  <a:lnTo>
                    <a:pt x="8720" y="4478"/>
                  </a:lnTo>
                  <a:lnTo>
                    <a:pt x="8585" y="5017"/>
                  </a:lnTo>
                  <a:lnTo>
                    <a:pt x="8417" y="5555"/>
                  </a:lnTo>
                  <a:lnTo>
                    <a:pt x="8316" y="5825"/>
                  </a:lnTo>
                  <a:lnTo>
                    <a:pt x="8181" y="6060"/>
                  </a:lnTo>
                  <a:lnTo>
                    <a:pt x="8047" y="6296"/>
                  </a:lnTo>
                  <a:lnTo>
                    <a:pt x="7878" y="6498"/>
                  </a:lnTo>
                  <a:lnTo>
                    <a:pt x="7676" y="6700"/>
                  </a:lnTo>
                  <a:lnTo>
                    <a:pt x="7474" y="6868"/>
                  </a:lnTo>
                  <a:lnTo>
                    <a:pt x="7239" y="7037"/>
                  </a:lnTo>
                  <a:lnTo>
                    <a:pt x="6969" y="7205"/>
                  </a:lnTo>
                  <a:lnTo>
                    <a:pt x="6363" y="7441"/>
                  </a:lnTo>
                  <a:lnTo>
                    <a:pt x="5757" y="7643"/>
                  </a:lnTo>
                  <a:lnTo>
                    <a:pt x="5151" y="7811"/>
                  </a:lnTo>
                  <a:lnTo>
                    <a:pt x="4545" y="7878"/>
                  </a:lnTo>
                  <a:lnTo>
                    <a:pt x="3939" y="7878"/>
                  </a:lnTo>
                  <a:lnTo>
                    <a:pt x="3636" y="7845"/>
                  </a:lnTo>
                  <a:lnTo>
                    <a:pt x="3333" y="7777"/>
                  </a:lnTo>
                  <a:lnTo>
                    <a:pt x="3030" y="7676"/>
                  </a:lnTo>
                  <a:lnTo>
                    <a:pt x="2727" y="7575"/>
                  </a:lnTo>
                  <a:lnTo>
                    <a:pt x="2424" y="7407"/>
                  </a:lnTo>
                  <a:lnTo>
                    <a:pt x="2155" y="7239"/>
                  </a:lnTo>
                  <a:lnTo>
                    <a:pt x="1919" y="7070"/>
                  </a:lnTo>
                  <a:lnTo>
                    <a:pt x="1683" y="6868"/>
                  </a:lnTo>
                  <a:lnTo>
                    <a:pt x="1481" y="6633"/>
                  </a:lnTo>
                  <a:lnTo>
                    <a:pt x="1279" y="6397"/>
                  </a:lnTo>
                  <a:lnTo>
                    <a:pt x="1077" y="6128"/>
                  </a:lnTo>
                  <a:lnTo>
                    <a:pt x="943" y="5858"/>
                  </a:lnTo>
                  <a:lnTo>
                    <a:pt x="640" y="5252"/>
                  </a:lnTo>
                  <a:lnTo>
                    <a:pt x="438" y="4613"/>
                  </a:lnTo>
                  <a:lnTo>
                    <a:pt x="303" y="4006"/>
                  </a:lnTo>
                  <a:lnTo>
                    <a:pt x="202" y="3367"/>
                  </a:lnTo>
                  <a:lnTo>
                    <a:pt x="202" y="2761"/>
                  </a:lnTo>
                  <a:lnTo>
                    <a:pt x="505" y="2626"/>
                  </a:lnTo>
                  <a:lnTo>
                    <a:pt x="808" y="2491"/>
                  </a:lnTo>
                  <a:lnTo>
                    <a:pt x="1515" y="2323"/>
                  </a:lnTo>
                  <a:lnTo>
                    <a:pt x="2188" y="2155"/>
                  </a:lnTo>
                  <a:lnTo>
                    <a:pt x="2862" y="1986"/>
                  </a:lnTo>
                  <a:lnTo>
                    <a:pt x="4545" y="1481"/>
                  </a:lnTo>
                  <a:lnTo>
                    <a:pt x="5387" y="1212"/>
                  </a:lnTo>
                  <a:lnTo>
                    <a:pt x="6229" y="943"/>
                  </a:lnTo>
                  <a:lnTo>
                    <a:pt x="7070" y="774"/>
                  </a:lnTo>
                  <a:lnTo>
                    <a:pt x="7912" y="572"/>
                  </a:lnTo>
                  <a:lnTo>
                    <a:pt x="8686" y="370"/>
                  </a:lnTo>
                  <a:lnTo>
                    <a:pt x="9090" y="269"/>
                  </a:lnTo>
                  <a:lnTo>
                    <a:pt x="9461" y="168"/>
                  </a:lnTo>
                  <a:lnTo>
                    <a:pt x="1020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4" name="Google Shape;1784;p12"/>
            <p:cNvSpPr/>
            <p:nvPr/>
          </p:nvSpPr>
          <p:spPr>
            <a:xfrm>
              <a:off x="963306" y="-6"/>
              <a:ext cx="395393" cy="271441"/>
            </a:xfrm>
            <a:custGeom>
              <a:avLst/>
              <a:gdLst/>
              <a:ahLst/>
              <a:cxnLst/>
              <a:rect l="l" t="t" r="r" b="b"/>
              <a:pathLst>
                <a:path w="7946" h="5455" extrusionOk="0">
                  <a:moveTo>
                    <a:pt x="7373" y="1380"/>
                  </a:moveTo>
                  <a:lnTo>
                    <a:pt x="7609" y="2155"/>
                  </a:lnTo>
                  <a:lnTo>
                    <a:pt x="7676" y="2559"/>
                  </a:lnTo>
                  <a:lnTo>
                    <a:pt x="7710" y="2996"/>
                  </a:lnTo>
                  <a:lnTo>
                    <a:pt x="7710" y="3232"/>
                  </a:lnTo>
                  <a:lnTo>
                    <a:pt x="7676" y="3434"/>
                  </a:lnTo>
                  <a:lnTo>
                    <a:pt x="7643" y="3400"/>
                  </a:lnTo>
                  <a:lnTo>
                    <a:pt x="6700" y="2828"/>
                  </a:lnTo>
                  <a:lnTo>
                    <a:pt x="6229" y="2559"/>
                  </a:lnTo>
                  <a:lnTo>
                    <a:pt x="5757" y="2323"/>
                  </a:lnTo>
                  <a:lnTo>
                    <a:pt x="5387" y="2121"/>
                  </a:lnTo>
                  <a:lnTo>
                    <a:pt x="5185" y="2054"/>
                  </a:lnTo>
                  <a:lnTo>
                    <a:pt x="4983" y="1986"/>
                  </a:lnTo>
                  <a:lnTo>
                    <a:pt x="6195" y="1717"/>
                  </a:lnTo>
                  <a:lnTo>
                    <a:pt x="6801" y="1549"/>
                  </a:lnTo>
                  <a:lnTo>
                    <a:pt x="7373" y="1380"/>
                  </a:lnTo>
                  <a:close/>
                  <a:moveTo>
                    <a:pt x="4512" y="2087"/>
                  </a:moveTo>
                  <a:lnTo>
                    <a:pt x="5151" y="2323"/>
                  </a:lnTo>
                  <a:lnTo>
                    <a:pt x="5454" y="2424"/>
                  </a:lnTo>
                  <a:lnTo>
                    <a:pt x="5791" y="2559"/>
                  </a:lnTo>
                  <a:lnTo>
                    <a:pt x="6229" y="2794"/>
                  </a:lnTo>
                  <a:lnTo>
                    <a:pt x="6666" y="3064"/>
                  </a:lnTo>
                  <a:lnTo>
                    <a:pt x="7104" y="3333"/>
                  </a:lnTo>
                  <a:lnTo>
                    <a:pt x="7542" y="3602"/>
                  </a:lnTo>
                  <a:lnTo>
                    <a:pt x="7609" y="3602"/>
                  </a:lnTo>
                  <a:lnTo>
                    <a:pt x="7508" y="3838"/>
                  </a:lnTo>
                  <a:lnTo>
                    <a:pt x="7373" y="4040"/>
                  </a:lnTo>
                  <a:lnTo>
                    <a:pt x="7205" y="4242"/>
                  </a:lnTo>
                  <a:lnTo>
                    <a:pt x="7003" y="4411"/>
                  </a:lnTo>
                  <a:lnTo>
                    <a:pt x="6599" y="3939"/>
                  </a:lnTo>
                  <a:lnTo>
                    <a:pt x="6363" y="3703"/>
                  </a:lnTo>
                  <a:lnTo>
                    <a:pt x="6128" y="3468"/>
                  </a:lnTo>
                  <a:lnTo>
                    <a:pt x="5858" y="3266"/>
                  </a:lnTo>
                  <a:lnTo>
                    <a:pt x="5589" y="3097"/>
                  </a:lnTo>
                  <a:lnTo>
                    <a:pt x="5286" y="2963"/>
                  </a:lnTo>
                  <a:lnTo>
                    <a:pt x="4983" y="2929"/>
                  </a:lnTo>
                  <a:lnTo>
                    <a:pt x="4478" y="2895"/>
                  </a:lnTo>
                  <a:lnTo>
                    <a:pt x="3973" y="2929"/>
                  </a:lnTo>
                  <a:lnTo>
                    <a:pt x="2963" y="2996"/>
                  </a:lnTo>
                  <a:lnTo>
                    <a:pt x="1987" y="3097"/>
                  </a:lnTo>
                  <a:lnTo>
                    <a:pt x="976" y="3165"/>
                  </a:lnTo>
                  <a:lnTo>
                    <a:pt x="909" y="3198"/>
                  </a:lnTo>
                  <a:lnTo>
                    <a:pt x="909" y="3232"/>
                  </a:lnTo>
                  <a:lnTo>
                    <a:pt x="875" y="3165"/>
                  </a:lnTo>
                  <a:lnTo>
                    <a:pt x="741" y="2996"/>
                  </a:lnTo>
                  <a:lnTo>
                    <a:pt x="1145" y="2895"/>
                  </a:lnTo>
                  <a:lnTo>
                    <a:pt x="1549" y="2794"/>
                  </a:lnTo>
                  <a:lnTo>
                    <a:pt x="2357" y="2592"/>
                  </a:lnTo>
                  <a:lnTo>
                    <a:pt x="3973" y="2222"/>
                  </a:lnTo>
                  <a:lnTo>
                    <a:pt x="4512" y="2087"/>
                  </a:lnTo>
                  <a:close/>
                  <a:moveTo>
                    <a:pt x="4646" y="3131"/>
                  </a:moveTo>
                  <a:lnTo>
                    <a:pt x="4882" y="3165"/>
                  </a:lnTo>
                  <a:lnTo>
                    <a:pt x="5084" y="3198"/>
                  </a:lnTo>
                  <a:lnTo>
                    <a:pt x="5320" y="3232"/>
                  </a:lnTo>
                  <a:lnTo>
                    <a:pt x="5522" y="3333"/>
                  </a:lnTo>
                  <a:lnTo>
                    <a:pt x="5757" y="3434"/>
                  </a:lnTo>
                  <a:lnTo>
                    <a:pt x="5959" y="3602"/>
                  </a:lnTo>
                  <a:lnTo>
                    <a:pt x="6195" y="3804"/>
                  </a:lnTo>
                  <a:lnTo>
                    <a:pt x="6397" y="4040"/>
                  </a:lnTo>
                  <a:lnTo>
                    <a:pt x="6835" y="4545"/>
                  </a:lnTo>
                  <a:lnTo>
                    <a:pt x="6532" y="4680"/>
                  </a:lnTo>
                  <a:lnTo>
                    <a:pt x="6195" y="4815"/>
                  </a:lnTo>
                  <a:lnTo>
                    <a:pt x="5825" y="4916"/>
                  </a:lnTo>
                  <a:lnTo>
                    <a:pt x="5454" y="5017"/>
                  </a:lnTo>
                  <a:lnTo>
                    <a:pt x="4714" y="5118"/>
                  </a:lnTo>
                  <a:lnTo>
                    <a:pt x="4040" y="5185"/>
                  </a:lnTo>
                  <a:lnTo>
                    <a:pt x="3468" y="5219"/>
                  </a:lnTo>
                  <a:lnTo>
                    <a:pt x="3199" y="5185"/>
                  </a:lnTo>
                  <a:lnTo>
                    <a:pt x="2929" y="5151"/>
                  </a:lnTo>
                  <a:lnTo>
                    <a:pt x="2660" y="5084"/>
                  </a:lnTo>
                  <a:lnTo>
                    <a:pt x="2424" y="4983"/>
                  </a:lnTo>
                  <a:lnTo>
                    <a:pt x="2189" y="4848"/>
                  </a:lnTo>
                  <a:lnTo>
                    <a:pt x="1953" y="4680"/>
                  </a:lnTo>
                  <a:lnTo>
                    <a:pt x="1650" y="4377"/>
                  </a:lnTo>
                  <a:lnTo>
                    <a:pt x="1414" y="4040"/>
                  </a:lnTo>
                  <a:lnTo>
                    <a:pt x="943" y="3299"/>
                  </a:lnTo>
                  <a:lnTo>
                    <a:pt x="943" y="3299"/>
                  </a:lnTo>
                  <a:lnTo>
                    <a:pt x="976" y="3333"/>
                  </a:lnTo>
                  <a:lnTo>
                    <a:pt x="1785" y="3333"/>
                  </a:lnTo>
                  <a:lnTo>
                    <a:pt x="2559" y="3299"/>
                  </a:lnTo>
                  <a:lnTo>
                    <a:pt x="3367" y="3198"/>
                  </a:lnTo>
                  <a:lnTo>
                    <a:pt x="4141" y="3131"/>
                  </a:lnTo>
                  <a:close/>
                  <a:moveTo>
                    <a:pt x="1583" y="0"/>
                  </a:moveTo>
                  <a:lnTo>
                    <a:pt x="1313" y="101"/>
                  </a:lnTo>
                  <a:lnTo>
                    <a:pt x="1010" y="236"/>
                  </a:lnTo>
                  <a:lnTo>
                    <a:pt x="774" y="404"/>
                  </a:lnTo>
                  <a:lnTo>
                    <a:pt x="572" y="539"/>
                  </a:lnTo>
                  <a:lnTo>
                    <a:pt x="370" y="707"/>
                  </a:lnTo>
                  <a:lnTo>
                    <a:pt x="202" y="909"/>
                  </a:lnTo>
                  <a:lnTo>
                    <a:pt x="101" y="1111"/>
                  </a:lnTo>
                  <a:lnTo>
                    <a:pt x="0" y="1347"/>
                  </a:lnTo>
                  <a:lnTo>
                    <a:pt x="0" y="1582"/>
                  </a:lnTo>
                  <a:lnTo>
                    <a:pt x="0" y="1818"/>
                  </a:lnTo>
                  <a:lnTo>
                    <a:pt x="34" y="2054"/>
                  </a:lnTo>
                  <a:lnTo>
                    <a:pt x="135" y="2323"/>
                  </a:lnTo>
                  <a:lnTo>
                    <a:pt x="370" y="2828"/>
                  </a:lnTo>
                  <a:lnTo>
                    <a:pt x="673" y="3367"/>
                  </a:lnTo>
                  <a:lnTo>
                    <a:pt x="976" y="3838"/>
                  </a:lnTo>
                  <a:lnTo>
                    <a:pt x="1313" y="4310"/>
                  </a:lnTo>
                  <a:lnTo>
                    <a:pt x="1616" y="4714"/>
                  </a:lnTo>
                  <a:lnTo>
                    <a:pt x="1818" y="4882"/>
                  </a:lnTo>
                  <a:lnTo>
                    <a:pt x="2020" y="5017"/>
                  </a:lnTo>
                  <a:lnTo>
                    <a:pt x="2222" y="5151"/>
                  </a:lnTo>
                  <a:lnTo>
                    <a:pt x="2424" y="5286"/>
                  </a:lnTo>
                  <a:lnTo>
                    <a:pt x="2660" y="5353"/>
                  </a:lnTo>
                  <a:lnTo>
                    <a:pt x="2929" y="5421"/>
                  </a:lnTo>
                  <a:lnTo>
                    <a:pt x="3300" y="5454"/>
                  </a:lnTo>
                  <a:lnTo>
                    <a:pt x="3670" y="5454"/>
                  </a:lnTo>
                  <a:lnTo>
                    <a:pt x="4040" y="5421"/>
                  </a:lnTo>
                  <a:lnTo>
                    <a:pt x="4444" y="5387"/>
                  </a:lnTo>
                  <a:lnTo>
                    <a:pt x="5185" y="5286"/>
                  </a:lnTo>
                  <a:lnTo>
                    <a:pt x="5926" y="5118"/>
                  </a:lnTo>
                  <a:lnTo>
                    <a:pt x="6229" y="5050"/>
                  </a:lnTo>
                  <a:lnTo>
                    <a:pt x="6498" y="4949"/>
                  </a:lnTo>
                  <a:lnTo>
                    <a:pt x="6767" y="4848"/>
                  </a:lnTo>
                  <a:lnTo>
                    <a:pt x="7003" y="4714"/>
                  </a:lnTo>
                  <a:lnTo>
                    <a:pt x="7205" y="4579"/>
                  </a:lnTo>
                  <a:lnTo>
                    <a:pt x="7407" y="4377"/>
                  </a:lnTo>
                  <a:lnTo>
                    <a:pt x="7609" y="4175"/>
                  </a:lnTo>
                  <a:lnTo>
                    <a:pt x="7744" y="3905"/>
                  </a:lnTo>
                  <a:lnTo>
                    <a:pt x="7878" y="3636"/>
                  </a:lnTo>
                  <a:lnTo>
                    <a:pt x="7946" y="3367"/>
                  </a:lnTo>
                  <a:lnTo>
                    <a:pt x="7946" y="3064"/>
                  </a:lnTo>
                  <a:lnTo>
                    <a:pt x="7946" y="2794"/>
                  </a:lnTo>
                  <a:lnTo>
                    <a:pt x="7946" y="2525"/>
                  </a:lnTo>
                  <a:lnTo>
                    <a:pt x="7878" y="2222"/>
                  </a:lnTo>
                  <a:lnTo>
                    <a:pt x="7777" y="1683"/>
                  </a:lnTo>
                  <a:lnTo>
                    <a:pt x="7542" y="842"/>
                  </a:lnTo>
                  <a:lnTo>
                    <a:pt x="7272" y="0"/>
                  </a:lnTo>
                  <a:lnTo>
                    <a:pt x="6936" y="0"/>
                  </a:lnTo>
                  <a:lnTo>
                    <a:pt x="7104" y="404"/>
                  </a:lnTo>
                  <a:lnTo>
                    <a:pt x="7239" y="875"/>
                  </a:lnTo>
                  <a:lnTo>
                    <a:pt x="7306" y="1145"/>
                  </a:lnTo>
                  <a:lnTo>
                    <a:pt x="6498" y="1380"/>
                  </a:lnTo>
                  <a:lnTo>
                    <a:pt x="5623" y="1616"/>
                  </a:lnTo>
                  <a:lnTo>
                    <a:pt x="3939" y="2020"/>
                  </a:lnTo>
                  <a:lnTo>
                    <a:pt x="3131" y="2188"/>
                  </a:lnTo>
                  <a:lnTo>
                    <a:pt x="2256" y="2323"/>
                  </a:lnTo>
                  <a:lnTo>
                    <a:pt x="1852" y="2424"/>
                  </a:lnTo>
                  <a:lnTo>
                    <a:pt x="1448" y="2559"/>
                  </a:lnTo>
                  <a:lnTo>
                    <a:pt x="1044" y="2693"/>
                  </a:lnTo>
                  <a:lnTo>
                    <a:pt x="707" y="2895"/>
                  </a:lnTo>
                  <a:lnTo>
                    <a:pt x="505" y="2592"/>
                  </a:lnTo>
                  <a:lnTo>
                    <a:pt x="370" y="2289"/>
                  </a:lnTo>
                  <a:lnTo>
                    <a:pt x="269" y="1986"/>
                  </a:lnTo>
                  <a:lnTo>
                    <a:pt x="202" y="1650"/>
                  </a:lnTo>
                  <a:lnTo>
                    <a:pt x="370" y="1683"/>
                  </a:lnTo>
                  <a:lnTo>
                    <a:pt x="741" y="1683"/>
                  </a:lnTo>
                  <a:lnTo>
                    <a:pt x="909" y="1616"/>
                  </a:lnTo>
                  <a:lnTo>
                    <a:pt x="1280" y="1481"/>
                  </a:lnTo>
                  <a:lnTo>
                    <a:pt x="1583" y="1347"/>
                  </a:lnTo>
                  <a:lnTo>
                    <a:pt x="3805" y="606"/>
                  </a:lnTo>
                  <a:lnTo>
                    <a:pt x="4512" y="303"/>
                  </a:lnTo>
                  <a:lnTo>
                    <a:pt x="5252" y="0"/>
                  </a:lnTo>
                  <a:lnTo>
                    <a:pt x="4579" y="0"/>
                  </a:lnTo>
                  <a:lnTo>
                    <a:pt x="4040" y="236"/>
                  </a:lnTo>
                  <a:lnTo>
                    <a:pt x="3502" y="438"/>
                  </a:lnTo>
                  <a:lnTo>
                    <a:pt x="202" y="1582"/>
                  </a:lnTo>
                  <a:lnTo>
                    <a:pt x="236" y="1347"/>
                  </a:lnTo>
                  <a:lnTo>
                    <a:pt x="269" y="1212"/>
                  </a:lnTo>
                  <a:lnTo>
                    <a:pt x="337" y="1077"/>
                  </a:lnTo>
                  <a:lnTo>
                    <a:pt x="505" y="842"/>
                  </a:lnTo>
                  <a:lnTo>
                    <a:pt x="774" y="640"/>
                  </a:lnTo>
                  <a:lnTo>
                    <a:pt x="1078" y="471"/>
                  </a:lnTo>
                  <a:lnTo>
                    <a:pt x="1414" y="303"/>
                  </a:lnTo>
                  <a:lnTo>
                    <a:pt x="1717" y="202"/>
                  </a:lnTo>
                  <a:lnTo>
                    <a:pt x="2054" y="101"/>
                  </a:lnTo>
                  <a:lnTo>
                    <a:pt x="2323" y="67"/>
                  </a:lnTo>
                  <a:lnTo>
                    <a:pt x="2357" y="67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5" name="Google Shape;1785;p12"/>
            <p:cNvSpPr/>
            <p:nvPr/>
          </p:nvSpPr>
          <p:spPr>
            <a:xfrm>
              <a:off x="1661887" y="155793"/>
              <a:ext cx="390417" cy="172568"/>
            </a:xfrm>
            <a:custGeom>
              <a:avLst/>
              <a:gdLst/>
              <a:ahLst/>
              <a:cxnLst/>
              <a:rect l="l" t="t" r="r" b="b"/>
              <a:pathLst>
                <a:path w="7846" h="3468" extrusionOk="0">
                  <a:moveTo>
                    <a:pt x="135" y="707"/>
                  </a:moveTo>
                  <a:lnTo>
                    <a:pt x="304" y="774"/>
                  </a:lnTo>
                  <a:lnTo>
                    <a:pt x="1583" y="774"/>
                  </a:lnTo>
                  <a:lnTo>
                    <a:pt x="1549" y="1179"/>
                  </a:lnTo>
                  <a:lnTo>
                    <a:pt x="1516" y="1549"/>
                  </a:lnTo>
                  <a:lnTo>
                    <a:pt x="1549" y="1953"/>
                  </a:lnTo>
                  <a:lnTo>
                    <a:pt x="506" y="1953"/>
                  </a:lnTo>
                  <a:lnTo>
                    <a:pt x="371" y="1987"/>
                  </a:lnTo>
                  <a:lnTo>
                    <a:pt x="203" y="2054"/>
                  </a:lnTo>
                  <a:lnTo>
                    <a:pt x="203" y="1717"/>
                  </a:lnTo>
                  <a:lnTo>
                    <a:pt x="203" y="1347"/>
                  </a:lnTo>
                  <a:lnTo>
                    <a:pt x="203" y="1010"/>
                  </a:lnTo>
                  <a:lnTo>
                    <a:pt x="203" y="875"/>
                  </a:lnTo>
                  <a:lnTo>
                    <a:pt x="135" y="707"/>
                  </a:lnTo>
                  <a:close/>
                  <a:moveTo>
                    <a:pt x="2189" y="236"/>
                  </a:moveTo>
                  <a:lnTo>
                    <a:pt x="2862" y="303"/>
                  </a:lnTo>
                  <a:lnTo>
                    <a:pt x="3536" y="303"/>
                  </a:lnTo>
                  <a:lnTo>
                    <a:pt x="4883" y="269"/>
                  </a:lnTo>
                  <a:lnTo>
                    <a:pt x="5556" y="303"/>
                  </a:lnTo>
                  <a:lnTo>
                    <a:pt x="6229" y="337"/>
                  </a:lnTo>
                  <a:lnTo>
                    <a:pt x="6903" y="370"/>
                  </a:lnTo>
                  <a:lnTo>
                    <a:pt x="7610" y="404"/>
                  </a:lnTo>
                  <a:lnTo>
                    <a:pt x="7542" y="707"/>
                  </a:lnTo>
                  <a:lnTo>
                    <a:pt x="7509" y="1044"/>
                  </a:lnTo>
                  <a:lnTo>
                    <a:pt x="7542" y="1684"/>
                  </a:lnTo>
                  <a:lnTo>
                    <a:pt x="7542" y="3098"/>
                  </a:lnTo>
                  <a:lnTo>
                    <a:pt x="6229" y="3030"/>
                  </a:lnTo>
                  <a:lnTo>
                    <a:pt x="4883" y="2963"/>
                  </a:lnTo>
                  <a:lnTo>
                    <a:pt x="3671" y="2862"/>
                  </a:lnTo>
                  <a:lnTo>
                    <a:pt x="3064" y="2828"/>
                  </a:lnTo>
                  <a:lnTo>
                    <a:pt x="2458" y="2862"/>
                  </a:lnTo>
                  <a:lnTo>
                    <a:pt x="2458" y="2828"/>
                  </a:lnTo>
                  <a:lnTo>
                    <a:pt x="2391" y="2795"/>
                  </a:lnTo>
                  <a:lnTo>
                    <a:pt x="2189" y="2694"/>
                  </a:lnTo>
                  <a:lnTo>
                    <a:pt x="2021" y="2626"/>
                  </a:lnTo>
                  <a:lnTo>
                    <a:pt x="1953" y="2559"/>
                  </a:lnTo>
                  <a:lnTo>
                    <a:pt x="1886" y="2492"/>
                  </a:lnTo>
                  <a:lnTo>
                    <a:pt x="1785" y="2256"/>
                  </a:lnTo>
                  <a:lnTo>
                    <a:pt x="1751" y="2088"/>
                  </a:lnTo>
                  <a:lnTo>
                    <a:pt x="1751" y="1886"/>
                  </a:lnTo>
                  <a:lnTo>
                    <a:pt x="1785" y="1549"/>
                  </a:lnTo>
                  <a:lnTo>
                    <a:pt x="1785" y="1179"/>
                  </a:lnTo>
                  <a:lnTo>
                    <a:pt x="1785" y="774"/>
                  </a:lnTo>
                  <a:lnTo>
                    <a:pt x="1852" y="606"/>
                  </a:lnTo>
                  <a:lnTo>
                    <a:pt x="1920" y="438"/>
                  </a:lnTo>
                  <a:lnTo>
                    <a:pt x="2021" y="337"/>
                  </a:lnTo>
                  <a:lnTo>
                    <a:pt x="2189" y="236"/>
                  </a:lnTo>
                  <a:close/>
                  <a:moveTo>
                    <a:pt x="3603" y="0"/>
                  </a:moveTo>
                  <a:lnTo>
                    <a:pt x="2930" y="34"/>
                  </a:lnTo>
                  <a:lnTo>
                    <a:pt x="2290" y="101"/>
                  </a:lnTo>
                  <a:lnTo>
                    <a:pt x="2256" y="67"/>
                  </a:lnTo>
                  <a:lnTo>
                    <a:pt x="1987" y="67"/>
                  </a:lnTo>
                  <a:lnTo>
                    <a:pt x="1886" y="135"/>
                  </a:lnTo>
                  <a:lnTo>
                    <a:pt x="1819" y="168"/>
                  </a:lnTo>
                  <a:lnTo>
                    <a:pt x="1751" y="269"/>
                  </a:lnTo>
                  <a:lnTo>
                    <a:pt x="1684" y="370"/>
                  </a:lnTo>
                  <a:lnTo>
                    <a:pt x="1617" y="606"/>
                  </a:lnTo>
                  <a:lnTo>
                    <a:pt x="1213" y="572"/>
                  </a:lnTo>
                  <a:lnTo>
                    <a:pt x="438" y="572"/>
                  </a:lnTo>
                  <a:lnTo>
                    <a:pt x="270" y="606"/>
                  </a:lnTo>
                  <a:lnTo>
                    <a:pt x="102" y="673"/>
                  </a:lnTo>
                  <a:lnTo>
                    <a:pt x="68" y="673"/>
                  </a:lnTo>
                  <a:lnTo>
                    <a:pt x="102" y="707"/>
                  </a:lnTo>
                  <a:lnTo>
                    <a:pt x="68" y="842"/>
                  </a:lnTo>
                  <a:lnTo>
                    <a:pt x="34" y="1010"/>
                  </a:lnTo>
                  <a:lnTo>
                    <a:pt x="34" y="1347"/>
                  </a:lnTo>
                  <a:lnTo>
                    <a:pt x="1" y="1751"/>
                  </a:lnTo>
                  <a:lnTo>
                    <a:pt x="34" y="1919"/>
                  </a:lnTo>
                  <a:lnTo>
                    <a:pt x="68" y="2121"/>
                  </a:lnTo>
                  <a:lnTo>
                    <a:pt x="102" y="2155"/>
                  </a:lnTo>
                  <a:lnTo>
                    <a:pt x="68" y="2189"/>
                  </a:lnTo>
                  <a:lnTo>
                    <a:pt x="405" y="2189"/>
                  </a:lnTo>
                  <a:lnTo>
                    <a:pt x="741" y="2155"/>
                  </a:lnTo>
                  <a:lnTo>
                    <a:pt x="1145" y="2189"/>
                  </a:lnTo>
                  <a:lnTo>
                    <a:pt x="1549" y="2155"/>
                  </a:lnTo>
                  <a:lnTo>
                    <a:pt x="1617" y="2492"/>
                  </a:lnTo>
                  <a:lnTo>
                    <a:pt x="1684" y="2626"/>
                  </a:lnTo>
                  <a:lnTo>
                    <a:pt x="1751" y="2761"/>
                  </a:lnTo>
                  <a:lnTo>
                    <a:pt x="1852" y="2862"/>
                  </a:lnTo>
                  <a:lnTo>
                    <a:pt x="1953" y="2963"/>
                  </a:lnTo>
                  <a:lnTo>
                    <a:pt x="2088" y="2997"/>
                  </a:lnTo>
                  <a:lnTo>
                    <a:pt x="2290" y="2997"/>
                  </a:lnTo>
                  <a:lnTo>
                    <a:pt x="2930" y="3064"/>
                  </a:lnTo>
                  <a:lnTo>
                    <a:pt x="3603" y="3131"/>
                  </a:lnTo>
                  <a:lnTo>
                    <a:pt x="4883" y="3165"/>
                  </a:lnTo>
                  <a:lnTo>
                    <a:pt x="6196" y="3266"/>
                  </a:lnTo>
                  <a:lnTo>
                    <a:pt x="7542" y="3333"/>
                  </a:lnTo>
                  <a:lnTo>
                    <a:pt x="7542" y="3367"/>
                  </a:lnTo>
                  <a:lnTo>
                    <a:pt x="7576" y="3434"/>
                  </a:lnTo>
                  <a:lnTo>
                    <a:pt x="7677" y="3468"/>
                  </a:lnTo>
                  <a:lnTo>
                    <a:pt x="7778" y="3434"/>
                  </a:lnTo>
                  <a:lnTo>
                    <a:pt x="7812" y="3367"/>
                  </a:lnTo>
                  <a:lnTo>
                    <a:pt x="7812" y="3333"/>
                  </a:lnTo>
                  <a:lnTo>
                    <a:pt x="7812" y="2559"/>
                  </a:lnTo>
                  <a:lnTo>
                    <a:pt x="7812" y="1818"/>
                  </a:lnTo>
                  <a:lnTo>
                    <a:pt x="7845" y="1078"/>
                  </a:lnTo>
                  <a:lnTo>
                    <a:pt x="7812" y="707"/>
                  </a:lnTo>
                  <a:lnTo>
                    <a:pt x="7778" y="337"/>
                  </a:lnTo>
                  <a:lnTo>
                    <a:pt x="7744" y="303"/>
                  </a:lnTo>
                  <a:lnTo>
                    <a:pt x="7778" y="269"/>
                  </a:lnTo>
                  <a:lnTo>
                    <a:pt x="7744" y="202"/>
                  </a:lnTo>
                  <a:lnTo>
                    <a:pt x="7711" y="168"/>
                  </a:lnTo>
                  <a:lnTo>
                    <a:pt x="7643" y="135"/>
                  </a:lnTo>
                  <a:lnTo>
                    <a:pt x="6970" y="135"/>
                  </a:lnTo>
                  <a:lnTo>
                    <a:pt x="6297" y="101"/>
                  </a:lnTo>
                  <a:lnTo>
                    <a:pt x="4950" y="34"/>
                  </a:lnTo>
                  <a:lnTo>
                    <a:pt x="4277" y="34"/>
                  </a:lnTo>
                  <a:lnTo>
                    <a:pt x="36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6" name="Google Shape;1786;p12"/>
            <p:cNvSpPr/>
            <p:nvPr/>
          </p:nvSpPr>
          <p:spPr>
            <a:xfrm>
              <a:off x="1698759" y="204358"/>
              <a:ext cx="28512" cy="13435"/>
            </a:xfrm>
            <a:custGeom>
              <a:avLst/>
              <a:gdLst/>
              <a:ahLst/>
              <a:cxnLst/>
              <a:rect l="l" t="t" r="r" b="b"/>
              <a:pathLst>
                <a:path w="573" h="270" extrusionOk="0">
                  <a:moveTo>
                    <a:pt x="169" y="1"/>
                  </a:moveTo>
                  <a:lnTo>
                    <a:pt x="34" y="34"/>
                  </a:lnTo>
                  <a:lnTo>
                    <a:pt x="0" y="68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135" y="236"/>
                  </a:lnTo>
                  <a:lnTo>
                    <a:pt x="236" y="236"/>
                  </a:lnTo>
                  <a:lnTo>
                    <a:pt x="438" y="270"/>
                  </a:lnTo>
                  <a:lnTo>
                    <a:pt x="505" y="270"/>
                  </a:lnTo>
                  <a:lnTo>
                    <a:pt x="539" y="236"/>
                  </a:lnTo>
                  <a:lnTo>
                    <a:pt x="573" y="169"/>
                  </a:lnTo>
                  <a:lnTo>
                    <a:pt x="539" y="68"/>
                  </a:lnTo>
                  <a:lnTo>
                    <a:pt x="505" y="34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7" name="Google Shape;1787;p12"/>
            <p:cNvSpPr/>
            <p:nvPr/>
          </p:nvSpPr>
          <p:spPr>
            <a:xfrm>
              <a:off x="1978510" y="202666"/>
              <a:ext cx="15127" cy="77128"/>
            </a:xfrm>
            <a:custGeom>
              <a:avLst/>
              <a:gdLst/>
              <a:ahLst/>
              <a:cxnLst/>
              <a:rect l="l" t="t" r="r" b="b"/>
              <a:pathLst>
                <a:path w="304" h="1550" extrusionOk="0">
                  <a:moveTo>
                    <a:pt x="237" y="1"/>
                  </a:moveTo>
                  <a:lnTo>
                    <a:pt x="136" y="136"/>
                  </a:lnTo>
                  <a:lnTo>
                    <a:pt x="68" y="304"/>
                  </a:lnTo>
                  <a:lnTo>
                    <a:pt x="35" y="641"/>
                  </a:lnTo>
                  <a:lnTo>
                    <a:pt x="1" y="1045"/>
                  </a:lnTo>
                  <a:lnTo>
                    <a:pt x="68" y="1449"/>
                  </a:lnTo>
                  <a:lnTo>
                    <a:pt x="68" y="1516"/>
                  </a:lnTo>
                  <a:lnTo>
                    <a:pt x="102" y="1516"/>
                  </a:lnTo>
                  <a:lnTo>
                    <a:pt x="203" y="1550"/>
                  </a:lnTo>
                  <a:lnTo>
                    <a:pt x="304" y="1482"/>
                  </a:lnTo>
                  <a:lnTo>
                    <a:pt x="304" y="1449"/>
                  </a:lnTo>
                  <a:lnTo>
                    <a:pt x="304" y="1381"/>
                  </a:lnTo>
                  <a:lnTo>
                    <a:pt x="270" y="1011"/>
                  </a:lnTo>
                  <a:lnTo>
                    <a:pt x="270" y="641"/>
                  </a:lnTo>
                  <a:lnTo>
                    <a:pt x="304" y="338"/>
                  </a:lnTo>
                  <a:lnTo>
                    <a:pt x="304" y="169"/>
                  </a:lnTo>
                  <a:lnTo>
                    <a:pt x="304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8" name="Google Shape;1788;p12"/>
            <p:cNvSpPr/>
            <p:nvPr/>
          </p:nvSpPr>
          <p:spPr>
            <a:xfrm>
              <a:off x="1956765" y="217744"/>
              <a:ext cx="11743" cy="41948"/>
            </a:xfrm>
            <a:custGeom>
              <a:avLst/>
              <a:gdLst/>
              <a:ahLst/>
              <a:cxnLst/>
              <a:rect l="l" t="t" r="r" b="b"/>
              <a:pathLst>
                <a:path w="236" h="843" extrusionOk="0">
                  <a:moveTo>
                    <a:pt x="135" y="1"/>
                  </a:moveTo>
                  <a:lnTo>
                    <a:pt x="68" y="68"/>
                  </a:lnTo>
                  <a:lnTo>
                    <a:pt x="34" y="169"/>
                  </a:lnTo>
                  <a:lnTo>
                    <a:pt x="0" y="338"/>
                  </a:lnTo>
                  <a:lnTo>
                    <a:pt x="0" y="742"/>
                  </a:lnTo>
                  <a:lnTo>
                    <a:pt x="34" y="775"/>
                  </a:lnTo>
                  <a:lnTo>
                    <a:pt x="68" y="809"/>
                  </a:lnTo>
                  <a:lnTo>
                    <a:pt x="135" y="843"/>
                  </a:lnTo>
                  <a:lnTo>
                    <a:pt x="202" y="809"/>
                  </a:lnTo>
                  <a:lnTo>
                    <a:pt x="236" y="775"/>
                  </a:lnTo>
                  <a:lnTo>
                    <a:pt x="236" y="742"/>
                  </a:lnTo>
                  <a:lnTo>
                    <a:pt x="202" y="405"/>
                  </a:lnTo>
                  <a:lnTo>
                    <a:pt x="236" y="237"/>
                  </a:lnTo>
                  <a:lnTo>
                    <a:pt x="236" y="68"/>
                  </a:lnTo>
                  <a:lnTo>
                    <a:pt x="20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89" name="Google Shape;1789;p12"/>
            <p:cNvSpPr/>
            <p:nvPr/>
          </p:nvSpPr>
          <p:spPr>
            <a:xfrm>
              <a:off x="1485985" y="92100"/>
              <a:ext cx="174309" cy="150823"/>
            </a:xfrm>
            <a:custGeom>
              <a:avLst/>
              <a:gdLst/>
              <a:ahLst/>
              <a:cxnLst/>
              <a:rect l="l" t="t" r="r" b="b"/>
              <a:pathLst>
                <a:path w="3503" h="3031" extrusionOk="0">
                  <a:moveTo>
                    <a:pt x="1516" y="169"/>
                  </a:moveTo>
                  <a:lnTo>
                    <a:pt x="1886" y="304"/>
                  </a:lnTo>
                  <a:lnTo>
                    <a:pt x="2256" y="472"/>
                  </a:lnTo>
                  <a:lnTo>
                    <a:pt x="2627" y="708"/>
                  </a:lnTo>
                  <a:lnTo>
                    <a:pt x="2930" y="977"/>
                  </a:lnTo>
                  <a:lnTo>
                    <a:pt x="2829" y="1011"/>
                  </a:lnTo>
                  <a:lnTo>
                    <a:pt x="2728" y="1044"/>
                  </a:lnTo>
                  <a:lnTo>
                    <a:pt x="2559" y="1145"/>
                  </a:lnTo>
                  <a:lnTo>
                    <a:pt x="2391" y="1314"/>
                  </a:lnTo>
                  <a:lnTo>
                    <a:pt x="2256" y="1482"/>
                  </a:lnTo>
                  <a:lnTo>
                    <a:pt x="2021" y="1819"/>
                  </a:lnTo>
                  <a:lnTo>
                    <a:pt x="1819" y="2155"/>
                  </a:lnTo>
                  <a:lnTo>
                    <a:pt x="1751" y="2358"/>
                  </a:lnTo>
                  <a:lnTo>
                    <a:pt x="1684" y="2560"/>
                  </a:lnTo>
                  <a:lnTo>
                    <a:pt x="1650" y="2526"/>
                  </a:lnTo>
                  <a:lnTo>
                    <a:pt x="1314" y="2324"/>
                  </a:lnTo>
                  <a:lnTo>
                    <a:pt x="1011" y="2088"/>
                  </a:lnTo>
                  <a:lnTo>
                    <a:pt x="809" y="1852"/>
                  </a:lnTo>
                  <a:lnTo>
                    <a:pt x="573" y="1617"/>
                  </a:lnTo>
                  <a:lnTo>
                    <a:pt x="135" y="1213"/>
                  </a:lnTo>
                  <a:lnTo>
                    <a:pt x="169" y="1179"/>
                  </a:lnTo>
                  <a:lnTo>
                    <a:pt x="304" y="1011"/>
                  </a:lnTo>
                  <a:lnTo>
                    <a:pt x="438" y="876"/>
                  </a:lnTo>
                  <a:lnTo>
                    <a:pt x="775" y="640"/>
                  </a:lnTo>
                  <a:lnTo>
                    <a:pt x="1112" y="405"/>
                  </a:lnTo>
                  <a:lnTo>
                    <a:pt x="1280" y="304"/>
                  </a:lnTo>
                  <a:lnTo>
                    <a:pt x="1482" y="203"/>
                  </a:lnTo>
                  <a:lnTo>
                    <a:pt x="1516" y="169"/>
                  </a:lnTo>
                  <a:close/>
                  <a:moveTo>
                    <a:pt x="3064" y="1044"/>
                  </a:moveTo>
                  <a:lnTo>
                    <a:pt x="3266" y="1246"/>
                  </a:lnTo>
                  <a:lnTo>
                    <a:pt x="3165" y="1482"/>
                  </a:lnTo>
                  <a:lnTo>
                    <a:pt x="3031" y="1718"/>
                  </a:lnTo>
                  <a:lnTo>
                    <a:pt x="2694" y="2122"/>
                  </a:lnTo>
                  <a:lnTo>
                    <a:pt x="2324" y="2492"/>
                  </a:lnTo>
                  <a:lnTo>
                    <a:pt x="2155" y="2661"/>
                  </a:lnTo>
                  <a:lnTo>
                    <a:pt x="1953" y="2728"/>
                  </a:lnTo>
                  <a:lnTo>
                    <a:pt x="1987" y="2492"/>
                  </a:lnTo>
                  <a:lnTo>
                    <a:pt x="2054" y="2324"/>
                  </a:lnTo>
                  <a:lnTo>
                    <a:pt x="2122" y="2155"/>
                  </a:lnTo>
                  <a:lnTo>
                    <a:pt x="2324" y="1852"/>
                  </a:lnTo>
                  <a:lnTo>
                    <a:pt x="2458" y="1650"/>
                  </a:lnTo>
                  <a:lnTo>
                    <a:pt x="2627" y="1415"/>
                  </a:lnTo>
                  <a:lnTo>
                    <a:pt x="2795" y="1213"/>
                  </a:lnTo>
                  <a:lnTo>
                    <a:pt x="3031" y="1078"/>
                  </a:lnTo>
                  <a:lnTo>
                    <a:pt x="3031" y="1044"/>
                  </a:lnTo>
                  <a:close/>
                  <a:moveTo>
                    <a:pt x="1415" y="1"/>
                  </a:moveTo>
                  <a:lnTo>
                    <a:pt x="1179" y="102"/>
                  </a:lnTo>
                  <a:lnTo>
                    <a:pt x="977" y="203"/>
                  </a:lnTo>
                  <a:lnTo>
                    <a:pt x="573" y="506"/>
                  </a:lnTo>
                  <a:lnTo>
                    <a:pt x="405" y="640"/>
                  </a:lnTo>
                  <a:lnTo>
                    <a:pt x="236" y="775"/>
                  </a:lnTo>
                  <a:lnTo>
                    <a:pt x="68" y="943"/>
                  </a:lnTo>
                  <a:lnTo>
                    <a:pt x="34" y="1044"/>
                  </a:lnTo>
                  <a:lnTo>
                    <a:pt x="34" y="1145"/>
                  </a:lnTo>
                  <a:lnTo>
                    <a:pt x="34" y="1179"/>
                  </a:lnTo>
                  <a:lnTo>
                    <a:pt x="1" y="1246"/>
                  </a:lnTo>
                  <a:lnTo>
                    <a:pt x="1" y="1314"/>
                  </a:lnTo>
                  <a:lnTo>
                    <a:pt x="68" y="1415"/>
                  </a:lnTo>
                  <a:lnTo>
                    <a:pt x="169" y="1583"/>
                  </a:lnTo>
                  <a:lnTo>
                    <a:pt x="337" y="1751"/>
                  </a:lnTo>
                  <a:lnTo>
                    <a:pt x="607" y="2054"/>
                  </a:lnTo>
                  <a:lnTo>
                    <a:pt x="842" y="2290"/>
                  </a:lnTo>
                  <a:lnTo>
                    <a:pt x="1112" y="2492"/>
                  </a:lnTo>
                  <a:lnTo>
                    <a:pt x="1381" y="2661"/>
                  </a:lnTo>
                  <a:lnTo>
                    <a:pt x="1617" y="2829"/>
                  </a:lnTo>
                  <a:lnTo>
                    <a:pt x="1617" y="2863"/>
                  </a:lnTo>
                  <a:lnTo>
                    <a:pt x="1617" y="2896"/>
                  </a:lnTo>
                  <a:lnTo>
                    <a:pt x="1617" y="2930"/>
                  </a:lnTo>
                  <a:lnTo>
                    <a:pt x="1684" y="2997"/>
                  </a:lnTo>
                  <a:lnTo>
                    <a:pt x="1785" y="3031"/>
                  </a:lnTo>
                  <a:lnTo>
                    <a:pt x="1852" y="2964"/>
                  </a:lnTo>
                  <a:lnTo>
                    <a:pt x="2088" y="2964"/>
                  </a:lnTo>
                  <a:lnTo>
                    <a:pt x="2223" y="2896"/>
                  </a:lnTo>
                  <a:lnTo>
                    <a:pt x="2324" y="2829"/>
                  </a:lnTo>
                  <a:lnTo>
                    <a:pt x="2593" y="2593"/>
                  </a:lnTo>
                  <a:lnTo>
                    <a:pt x="2829" y="2290"/>
                  </a:lnTo>
                  <a:lnTo>
                    <a:pt x="3064" y="1987"/>
                  </a:lnTo>
                  <a:lnTo>
                    <a:pt x="3266" y="1650"/>
                  </a:lnTo>
                  <a:lnTo>
                    <a:pt x="3401" y="1415"/>
                  </a:lnTo>
                  <a:lnTo>
                    <a:pt x="3502" y="1246"/>
                  </a:lnTo>
                  <a:lnTo>
                    <a:pt x="3468" y="1179"/>
                  </a:lnTo>
                  <a:lnTo>
                    <a:pt x="3435" y="1112"/>
                  </a:lnTo>
                  <a:lnTo>
                    <a:pt x="3334" y="1011"/>
                  </a:lnTo>
                  <a:lnTo>
                    <a:pt x="3233" y="943"/>
                  </a:lnTo>
                  <a:lnTo>
                    <a:pt x="3233" y="876"/>
                  </a:lnTo>
                  <a:lnTo>
                    <a:pt x="3199" y="842"/>
                  </a:lnTo>
                  <a:lnTo>
                    <a:pt x="2829" y="539"/>
                  </a:lnTo>
                  <a:lnTo>
                    <a:pt x="2425" y="270"/>
                  </a:lnTo>
                  <a:lnTo>
                    <a:pt x="2189" y="135"/>
                  </a:lnTo>
                  <a:lnTo>
                    <a:pt x="1953" y="34"/>
                  </a:lnTo>
                  <a:lnTo>
                    <a:pt x="171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0" name="Google Shape;1790;p12"/>
            <p:cNvSpPr/>
            <p:nvPr/>
          </p:nvSpPr>
          <p:spPr>
            <a:xfrm>
              <a:off x="1697067" y="227795"/>
              <a:ext cx="28562" cy="15127"/>
            </a:xfrm>
            <a:custGeom>
              <a:avLst/>
              <a:gdLst/>
              <a:ahLst/>
              <a:cxnLst/>
              <a:rect l="l" t="t" r="r" b="b"/>
              <a:pathLst>
                <a:path w="574" h="304" extrusionOk="0">
                  <a:moveTo>
                    <a:pt x="405" y="1"/>
                  </a:moveTo>
                  <a:lnTo>
                    <a:pt x="169" y="35"/>
                  </a:lnTo>
                  <a:lnTo>
                    <a:pt x="68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1" y="203"/>
                  </a:lnTo>
                  <a:lnTo>
                    <a:pt x="68" y="270"/>
                  </a:lnTo>
                  <a:lnTo>
                    <a:pt x="135" y="270"/>
                  </a:lnTo>
                  <a:lnTo>
                    <a:pt x="203" y="304"/>
                  </a:lnTo>
                  <a:lnTo>
                    <a:pt x="438" y="270"/>
                  </a:lnTo>
                  <a:lnTo>
                    <a:pt x="506" y="237"/>
                  </a:lnTo>
                  <a:lnTo>
                    <a:pt x="573" y="203"/>
                  </a:lnTo>
                  <a:lnTo>
                    <a:pt x="573" y="169"/>
                  </a:lnTo>
                  <a:lnTo>
                    <a:pt x="573" y="102"/>
                  </a:lnTo>
                  <a:lnTo>
                    <a:pt x="573" y="68"/>
                  </a:lnTo>
                  <a:lnTo>
                    <a:pt x="539" y="35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1791" name="Google Shape;1791;p12"/>
          <p:cNvGrpSpPr/>
          <p:nvPr/>
        </p:nvGrpSpPr>
        <p:grpSpPr>
          <a:xfrm>
            <a:off x="10581109" y="2232687"/>
            <a:ext cx="1610632" cy="1927835"/>
            <a:chOff x="5654182" y="1903115"/>
            <a:chExt cx="1207974" cy="1445876"/>
          </a:xfrm>
        </p:grpSpPr>
        <p:sp>
          <p:nvSpPr>
            <p:cNvPr id="1792" name="Google Shape;1792;p12"/>
            <p:cNvSpPr/>
            <p:nvPr/>
          </p:nvSpPr>
          <p:spPr>
            <a:xfrm>
              <a:off x="6773284" y="2228147"/>
              <a:ext cx="88871" cy="36922"/>
            </a:xfrm>
            <a:custGeom>
              <a:avLst/>
              <a:gdLst/>
              <a:ahLst/>
              <a:cxnLst/>
              <a:rect l="l" t="t" r="r" b="b"/>
              <a:pathLst>
                <a:path w="1786" h="742" extrusionOk="0">
                  <a:moveTo>
                    <a:pt x="1752" y="1"/>
                  </a:moveTo>
                  <a:lnTo>
                    <a:pt x="1314" y="102"/>
                  </a:lnTo>
                  <a:lnTo>
                    <a:pt x="876" y="236"/>
                  </a:lnTo>
                  <a:lnTo>
                    <a:pt x="439" y="405"/>
                  </a:lnTo>
                  <a:lnTo>
                    <a:pt x="35" y="573"/>
                  </a:lnTo>
                  <a:lnTo>
                    <a:pt x="1" y="607"/>
                  </a:lnTo>
                  <a:lnTo>
                    <a:pt x="1" y="674"/>
                  </a:lnTo>
                  <a:lnTo>
                    <a:pt x="35" y="708"/>
                  </a:lnTo>
                  <a:lnTo>
                    <a:pt x="68" y="741"/>
                  </a:lnTo>
                  <a:lnTo>
                    <a:pt x="371" y="708"/>
                  </a:lnTo>
                  <a:lnTo>
                    <a:pt x="641" y="640"/>
                  </a:lnTo>
                  <a:lnTo>
                    <a:pt x="1213" y="438"/>
                  </a:lnTo>
                  <a:lnTo>
                    <a:pt x="1785" y="270"/>
                  </a:lnTo>
                  <a:lnTo>
                    <a:pt x="178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3" name="Google Shape;1793;p12"/>
            <p:cNvSpPr/>
            <p:nvPr/>
          </p:nvSpPr>
          <p:spPr>
            <a:xfrm>
              <a:off x="6726410" y="2104195"/>
              <a:ext cx="135745" cy="48616"/>
            </a:xfrm>
            <a:custGeom>
              <a:avLst/>
              <a:gdLst/>
              <a:ahLst/>
              <a:cxnLst/>
              <a:rect l="l" t="t" r="r" b="b"/>
              <a:pathLst>
                <a:path w="2728" h="977" extrusionOk="0">
                  <a:moveTo>
                    <a:pt x="2727" y="0"/>
                  </a:moveTo>
                  <a:lnTo>
                    <a:pt x="2492" y="67"/>
                  </a:lnTo>
                  <a:lnTo>
                    <a:pt x="1886" y="236"/>
                  </a:lnTo>
                  <a:lnTo>
                    <a:pt x="1246" y="438"/>
                  </a:lnTo>
                  <a:lnTo>
                    <a:pt x="34" y="909"/>
                  </a:lnTo>
                  <a:lnTo>
                    <a:pt x="0" y="943"/>
                  </a:lnTo>
                  <a:lnTo>
                    <a:pt x="34" y="976"/>
                  </a:lnTo>
                  <a:lnTo>
                    <a:pt x="371" y="976"/>
                  </a:lnTo>
                  <a:lnTo>
                    <a:pt x="707" y="943"/>
                  </a:lnTo>
                  <a:lnTo>
                    <a:pt x="1044" y="842"/>
                  </a:lnTo>
                  <a:lnTo>
                    <a:pt x="1381" y="741"/>
                  </a:lnTo>
                  <a:lnTo>
                    <a:pt x="2054" y="505"/>
                  </a:lnTo>
                  <a:lnTo>
                    <a:pt x="2391" y="404"/>
                  </a:lnTo>
                  <a:lnTo>
                    <a:pt x="2727" y="303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4" name="Google Shape;1794;p12"/>
            <p:cNvSpPr/>
            <p:nvPr/>
          </p:nvSpPr>
          <p:spPr>
            <a:xfrm>
              <a:off x="6746513" y="2144401"/>
              <a:ext cx="115642" cy="43590"/>
            </a:xfrm>
            <a:custGeom>
              <a:avLst/>
              <a:gdLst/>
              <a:ahLst/>
              <a:cxnLst/>
              <a:rect l="l" t="t" r="r" b="b"/>
              <a:pathLst>
                <a:path w="2324" h="876" extrusionOk="0">
                  <a:moveTo>
                    <a:pt x="2323" y="0"/>
                  </a:moveTo>
                  <a:lnTo>
                    <a:pt x="1953" y="135"/>
                  </a:lnTo>
                  <a:lnTo>
                    <a:pt x="1448" y="303"/>
                  </a:lnTo>
                  <a:lnTo>
                    <a:pt x="977" y="471"/>
                  </a:lnTo>
                  <a:lnTo>
                    <a:pt x="472" y="640"/>
                  </a:lnTo>
                  <a:lnTo>
                    <a:pt x="34" y="842"/>
                  </a:lnTo>
                  <a:lnTo>
                    <a:pt x="0" y="875"/>
                  </a:lnTo>
                  <a:lnTo>
                    <a:pt x="303" y="875"/>
                  </a:lnTo>
                  <a:lnTo>
                    <a:pt x="539" y="842"/>
                  </a:lnTo>
                  <a:lnTo>
                    <a:pt x="1044" y="741"/>
                  </a:lnTo>
                  <a:lnTo>
                    <a:pt x="1549" y="606"/>
                  </a:lnTo>
                  <a:lnTo>
                    <a:pt x="2020" y="438"/>
                  </a:lnTo>
                  <a:lnTo>
                    <a:pt x="2323" y="303"/>
                  </a:lnTo>
                  <a:lnTo>
                    <a:pt x="232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5" name="Google Shape;1795;p12"/>
            <p:cNvSpPr/>
            <p:nvPr/>
          </p:nvSpPr>
          <p:spPr>
            <a:xfrm>
              <a:off x="6793387" y="2305226"/>
              <a:ext cx="68768" cy="31846"/>
            </a:xfrm>
            <a:custGeom>
              <a:avLst/>
              <a:gdLst/>
              <a:ahLst/>
              <a:cxnLst/>
              <a:rect l="l" t="t" r="r" b="b"/>
              <a:pathLst>
                <a:path w="1382" h="640" extrusionOk="0">
                  <a:moveTo>
                    <a:pt x="1381" y="0"/>
                  </a:moveTo>
                  <a:lnTo>
                    <a:pt x="1045" y="101"/>
                  </a:lnTo>
                  <a:lnTo>
                    <a:pt x="775" y="169"/>
                  </a:lnTo>
                  <a:lnTo>
                    <a:pt x="439" y="236"/>
                  </a:lnTo>
                  <a:lnTo>
                    <a:pt x="270" y="303"/>
                  </a:lnTo>
                  <a:lnTo>
                    <a:pt x="136" y="404"/>
                  </a:lnTo>
                  <a:lnTo>
                    <a:pt x="68" y="505"/>
                  </a:lnTo>
                  <a:lnTo>
                    <a:pt x="1" y="640"/>
                  </a:lnTo>
                  <a:lnTo>
                    <a:pt x="35" y="640"/>
                  </a:lnTo>
                  <a:lnTo>
                    <a:pt x="371" y="573"/>
                  </a:lnTo>
                  <a:lnTo>
                    <a:pt x="708" y="472"/>
                  </a:lnTo>
                  <a:lnTo>
                    <a:pt x="1381" y="303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6" name="Google Shape;1796;p12"/>
            <p:cNvSpPr/>
            <p:nvPr/>
          </p:nvSpPr>
          <p:spPr>
            <a:xfrm>
              <a:off x="6726410" y="2055580"/>
              <a:ext cx="135745" cy="50307"/>
            </a:xfrm>
            <a:custGeom>
              <a:avLst/>
              <a:gdLst/>
              <a:ahLst/>
              <a:cxnLst/>
              <a:rect l="l" t="t" r="r" b="b"/>
              <a:pathLst>
                <a:path w="2728" h="1011" extrusionOk="0">
                  <a:moveTo>
                    <a:pt x="2727" y="1"/>
                  </a:moveTo>
                  <a:lnTo>
                    <a:pt x="1347" y="438"/>
                  </a:lnTo>
                  <a:lnTo>
                    <a:pt x="674" y="674"/>
                  </a:lnTo>
                  <a:lnTo>
                    <a:pt x="34" y="943"/>
                  </a:lnTo>
                  <a:lnTo>
                    <a:pt x="0" y="977"/>
                  </a:lnTo>
                  <a:lnTo>
                    <a:pt x="34" y="1011"/>
                  </a:lnTo>
                  <a:lnTo>
                    <a:pt x="404" y="1011"/>
                  </a:lnTo>
                  <a:lnTo>
                    <a:pt x="775" y="943"/>
                  </a:lnTo>
                  <a:lnTo>
                    <a:pt x="1145" y="809"/>
                  </a:lnTo>
                  <a:lnTo>
                    <a:pt x="1515" y="674"/>
                  </a:lnTo>
                  <a:lnTo>
                    <a:pt x="2121" y="438"/>
                  </a:lnTo>
                  <a:lnTo>
                    <a:pt x="2727" y="236"/>
                  </a:lnTo>
                  <a:lnTo>
                    <a:pt x="272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7" name="Google Shape;1797;p12"/>
            <p:cNvSpPr/>
            <p:nvPr/>
          </p:nvSpPr>
          <p:spPr>
            <a:xfrm>
              <a:off x="6776668" y="2268353"/>
              <a:ext cx="85488" cy="38564"/>
            </a:xfrm>
            <a:custGeom>
              <a:avLst/>
              <a:gdLst/>
              <a:ahLst/>
              <a:cxnLst/>
              <a:rect l="l" t="t" r="r" b="b"/>
              <a:pathLst>
                <a:path w="1718" h="775" extrusionOk="0">
                  <a:moveTo>
                    <a:pt x="1717" y="1"/>
                  </a:moveTo>
                  <a:lnTo>
                    <a:pt x="842" y="337"/>
                  </a:lnTo>
                  <a:lnTo>
                    <a:pt x="34" y="708"/>
                  </a:lnTo>
                  <a:lnTo>
                    <a:pt x="0" y="741"/>
                  </a:lnTo>
                  <a:lnTo>
                    <a:pt x="68" y="775"/>
                  </a:lnTo>
                  <a:lnTo>
                    <a:pt x="472" y="741"/>
                  </a:lnTo>
                  <a:lnTo>
                    <a:pt x="876" y="640"/>
                  </a:lnTo>
                  <a:lnTo>
                    <a:pt x="1313" y="506"/>
                  </a:lnTo>
                  <a:lnTo>
                    <a:pt x="1717" y="371"/>
                  </a:lnTo>
                  <a:lnTo>
                    <a:pt x="171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8" name="Google Shape;1798;p12"/>
            <p:cNvSpPr/>
            <p:nvPr/>
          </p:nvSpPr>
          <p:spPr>
            <a:xfrm>
              <a:off x="5994291" y="2241533"/>
              <a:ext cx="321698" cy="110616"/>
            </a:xfrm>
            <a:custGeom>
              <a:avLst/>
              <a:gdLst/>
              <a:ahLst/>
              <a:cxnLst/>
              <a:rect l="l" t="t" r="r" b="b"/>
              <a:pathLst>
                <a:path w="6465" h="2223" extrusionOk="0">
                  <a:moveTo>
                    <a:pt x="6364" y="1"/>
                  </a:moveTo>
                  <a:lnTo>
                    <a:pt x="6128" y="102"/>
                  </a:lnTo>
                  <a:lnTo>
                    <a:pt x="5825" y="237"/>
                  </a:lnTo>
                  <a:lnTo>
                    <a:pt x="5252" y="540"/>
                  </a:lnTo>
                  <a:lnTo>
                    <a:pt x="4949" y="641"/>
                  </a:lnTo>
                  <a:lnTo>
                    <a:pt x="4646" y="708"/>
                  </a:lnTo>
                  <a:lnTo>
                    <a:pt x="4512" y="742"/>
                  </a:lnTo>
                  <a:lnTo>
                    <a:pt x="4343" y="742"/>
                  </a:lnTo>
                  <a:lnTo>
                    <a:pt x="4209" y="708"/>
                  </a:lnTo>
                  <a:lnTo>
                    <a:pt x="4074" y="641"/>
                  </a:lnTo>
                  <a:lnTo>
                    <a:pt x="4007" y="641"/>
                  </a:lnTo>
                  <a:lnTo>
                    <a:pt x="3939" y="674"/>
                  </a:lnTo>
                  <a:lnTo>
                    <a:pt x="3872" y="775"/>
                  </a:lnTo>
                  <a:lnTo>
                    <a:pt x="3805" y="876"/>
                  </a:lnTo>
                  <a:lnTo>
                    <a:pt x="3704" y="910"/>
                  </a:lnTo>
                  <a:lnTo>
                    <a:pt x="3636" y="944"/>
                  </a:lnTo>
                  <a:lnTo>
                    <a:pt x="3569" y="910"/>
                  </a:lnTo>
                  <a:lnTo>
                    <a:pt x="3502" y="843"/>
                  </a:lnTo>
                  <a:lnTo>
                    <a:pt x="3333" y="641"/>
                  </a:lnTo>
                  <a:lnTo>
                    <a:pt x="3367" y="472"/>
                  </a:lnTo>
                  <a:lnTo>
                    <a:pt x="3333" y="405"/>
                  </a:lnTo>
                  <a:lnTo>
                    <a:pt x="3300" y="371"/>
                  </a:lnTo>
                  <a:lnTo>
                    <a:pt x="3199" y="371"/>
                  </a:lnTo>
                  <a:lnTo>
                    <a:pt x="3030" y="506"/>
                  </a:lnTo>
                  <a:lnTo>
                    <a:pt x="2963" y="641"/>
                  </a:lnTo>
                  <a:lnTo>
                    <a:pt x="2929" y="775"/>
                  </a:lnTo>
                  <a:lnTo>
                    <a:pt x="2963" y="876"/>
                  </a:lnTo>
                  <a:lnTo>
                    <a:pt x="2828" y="1011"/>
                  </a:lnTo>
                  <a:lnTo>
                    <a:pt x="2727" y="1045"/>
                  </a:lnTo>
                  <a:lnTo>
                    <a:pt x="2593" y="1112"/>
                  </a:lnTo>
                  <a:lnTo>
                    <a:pt x="2458" y="1112"/>
                  </a:lnTo>
                  <a:lnTo>
                    <a:pt x="2391" y="1045"/>
                  </a:lnTo>
                  <a:lnTo>
                    <a:pt x="2391" y="977"/>
                  </a:lnTo>
                  <a:lnTo>
                    <a:pt x="2424" y="876"/>
                  </a:lnTo>
                  <a:lnTo>
                    <a:pt x="2424" y="843"/>
                  </a:lnTo>
                  <a:lnTo>
                    <a:pt x="2391" y="775"/>
                  </a:lnTo>
                  <a:lnTo>
                    <a:pt x="2323" y="742"/>
                  </a:lnTo>
                  <a:lnTo>
                    <a:pt x="2256" y="742"/>
                  </a:lnTo>
                  <a:lnTo>
                    <a:pt x="2222" y="809"/>
                  </a:lnTo>
                  <a:lnTo>
                    <a:pt x="2189" y="977"/>
                  </a:lnTo>
                  <a:lnTo>
                    <a:pt x="2088" y="1179"/>
                  </a:lnTo>
                  <a:lnTo>
                    <a:pt x="1919" y="1348"/>
                  </a:lnTo>
                  <a:lnTo>
                    <a:pt x="1751" y="1449"/>
                  </a:lnTo>
                  <a:lnTo>
                    <a:pt x="1515" y="1482"/>
                  </a:lnTo>
                  <a:lnTo>
                    <a:pt x="1313" y="1482"/>
                  </a:lnTo>
                  <a:lnTo>
                    <a:pt x="1179" y="1449"/>
                  </a:lnTo>
                  <a:lnTo>
                    <a:pt x="1347" y="1078"/>
                  </a:lnTo>
                  <a:lnTo>
                    <a:pt x="1414" y="809"/>
                  </a:lnTo>
                  <a:lnTo>
                    <a:pt x="1414" y="742"/>
                  </a:lnTo>
                  <a:lnTo>
                    <a:pt x="1381" y="708"/>
                  </a:lnTo>
                  <a:lnTo>
                    <a:pt x="1347" y="674"/>
                  </a:lnTo>
                  <a:lnTo>
                    <a:pt x="1280" y="708"/>
                  </a:lnTo>
                  <a:lnTo>
                    <a:pt x="1044" y="843"/>
                  </a:lnTo>
                  <a:lnTo>
                    <a:pt x="876" y="1078"/>
                  </a:lnTo>
                  <a:lnTo>
                    <a:pt x="842" y="1179"/>
                  </a:lnTo>
                  <a:lnTo>
                    <a:pt x="808" y="1280"/>
                  </a:lnTo>
                  <a:lnTo>
                    <a:pt x="808" y="1415"/>
                  </a:lnTo>
                  <a:lnTo>
                    <a:pt x="876" y="1516"/>
                  </a:lnTo>
                  <a:lnTo>
                    <a:pt x="606" y="1819"/>
                  </a:lnTo>
                  <a:lnTo>
                    <a:pt x="539" y="1886"/>
                  </a:lnTo>
                  <a:lnTo>
                    <a:pt x="472" y="1920"/>
                  </a:lnTo>
                  <a:lnTo>
                    <a:pt x="404" y="1920"/>
                  </a:lnTo>
                  <a:lnTo>
                    <a:pt x="371" y="1886"/>
                  </a:lnTo>
                  <a:lnTo>
                    <a:pt x="270" y="1819"/>
                  </a:lnTo>
                  <a:lnTo>
                    <a:pt x="202" y="1651"/>
                  </a:lnTo>
                  <a:lnTo>
                    <a:pt x="202" y="1482"/>
                  </a:lnTo>
                  <a:lnTo>
                    <a:pt x="236" y="1280"/>
                  </a:lnTo>
                  <a:lnTo>
                    <a:pt x="337" y="1112"/>
                  </a:lnTo>
                  <a:lnTo>
                    <a:pt x="404" y="1045"/>
                  </a:lnTo>
                  <a:lnTo>
                    <a:pt x="505" y="977"/>
                  </a:lnTo>
                  <a:lnTo>
                    <a:pt x="539" y="944"/>
                  </a:lnTo>
                  <a:lnTo>
                    <a:pt x="539" y="910"/>
                  </a:lnTo>
                  <a:lnTo>
                    <a:pt x="505" y="876"/>
                  </a:lnTo>
                  <a:lnTo>
                    <a:pt x="472" y="876"/>
                  </a:lnTo>
                  <a:lnTo>
                    <a:pt x="371" y="910"/>
                  </a:lnTo>
                  <a:lnTo>
                    <a:pt x="303" y="944"/>
                  </a:lnTo>
                  <a:lnTo>
                    <a:pt x="169" y="1078"/>
                  </a:lnTo>
                  <a:lnTo>
                    <a:pt x="68" y="1280"/>
                  </a:lnTo>
                  <a:lnTo>
                    <a:pt x="0" y="1516"/>
                  </a:lnTo>
                  <a:lnTo>
                    <a:pt x="0" y="1752"/>
                  </a:lnTo>
                  <a:lnTo>
                    <a:pt x="34" y="1954"/>
                  </a:lnTo>
                  <a:lnTo>
                    <a:pt x="68" y="2021"/>
                  </a:lnTo>
                  <a:lnTo>
                    <a:pt x="135" y="2122"/>
                  </a:lnTo>
                  <a:lnTo>
                    <a:pt x="202" y="2156"/>
                  </a:lnTo>
                  <a:lnTo>
                    <a:pt x="303" y="2189"/>
                  </a:lnTo>
                  <a:lnTo>
                    <a:pt x="404" y="2223"/>
                  </a:lnTo>
                  <a:lnTo>
                    <a:pt x="505" y="2189"/>
                  </a:lnTo>
                  <a:lnTo>
                    <a:pt x="606" y="2156"/>
                  </a:lnTo>
                  <a:lnTo>
                    <a:pt x="707" y="2088"/>
                  </a:lnTo>
                  <a:lnTo>
                    <a:pt x="909" y="1886"/>
                  </a:lnTo>
                  <a:lnTo>
                    <a:pt x="1078" y="1617"/>
                  </a:lnTo>
                  <a:lnTo>
                    <a:pt x="1145" y="1651"/>
                  </a:lnTo>
                  <a:lnTo>
                    <a:pt x="1313" y="1684"/>
                  </a:lnTo>
                  <a:lnTo>
                    <a:pt x="1482" y="1718"/>
                  </a:lnTo>
                  <a:lnTo>
                    <a:pt x="1650" y="1684"/>
                  </a:lnTo>
                  <a:lnTo>
                    <a:pt x="1818" y="1651"/>
                  </a:lnTo>
                  <a:lnTo>
                    <a:pt x="1953" y="1583"/>
                  </a:lnTo>
                  <a:lnTo>
                    <a:pt x="2088" y="1482"/>
                  </a:lnTo>
                  <a:lnTo>
                    <a:pt x="2189" y="1381"/>
                  </a:lnTo>
                  <a:lnTo>
                    <a:pt x="2290" y="1247"/>
                  </a:lnTo>
                  <a:lnTo>
                    <a:pt x="2357" y="1280"/>
                  </a:lnTo>
                  <a:lnTo>
                    <a:pt x="2458" y="1314"/>
                  </a:lnTo>
                  <a:lnTo>
                    <a:pt x="2660" y="1280"/>
                  </a:lnTo>
                  <a:lnTo>
                    <a:pt x="2896" y="1179"/>
                  </a:lnTo>
                  <a:lnTo>
                    <a:pt x="3098" y="1045"/>
                  </a:lnTo>
                  <a:lnTo>
                    <a:pt x="3232" y="1112"/>
                  </a:lnTo>
                  <a:lnTo>
                    <a:pt x="3401" y="1146"/>
                  </a:lnTo>
                  <a:lnTo>
                    <a:pt x="3603" y="1179"/>
                  </a:lnTo>
                  <a:lnTo>
                    <a:pt x="3771" y="1112"/>
                  </a:lnTo>
                  <a:lnTo>
                    <a:pt x="3906" y="1045"/>
                  </a:lnTo>
                  <a:lnTo>
                    <a:pt x="4007" y="977"/>
                  </a:lnTo>
                  <a:lnTo>
                    <a:pt x="4074" y="944"/>
                  </a:lnTo>
                  <a:lnTo>
                    <a:pt x="4209" y="910"/>
                  </a:lnTo>
                  <a:lnTo>
                    <a:pt x="4613" y="910"/>
                  </a:lnTo>
                  <a:lnTo>
                    <a:pt x="4983" y="809"/>
                  </a:lnTo>
                  <a:lnTo>
                    <a:pt x="5353" y="708"/>
                  </a:lnTo>
                  <a:lnTo>
                    <a:pt x="5757" y="540"/>
                  </a:lnTo>
                  <a:lnTo>
                    <a:pt x="6128" y="371"/>
                  </a:lnTo>
                  <a:lnTo>
                    <a:pt x="6296" y="237"/>
                  </a:lnTo>
                  <a:lnTo>
                    <a:pt x="6465" y="136"/>
                  </a:lnTo>
                  <a:lnTo>
                    <a:pt x="6465" y="68"/>
                  </a:lnTo>
                  <a:lnTo>
                    <a:pt x="6465" y="35"/>
                  </a:lnTo>
                  <a:lnTo>
                    <a:pt x="643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99" name="Google Shape;1799;p12"/>
            <p:cNvSpPr/>
            <p:nvPr/>
          </p:nvSpPr>
          <p:spPr>
            <a:xfrm>
              <a:off x="6123269" y="2578308"/>
              <a:ext cx="474163" cy="135745"/>
            </a:xfrm>
            <a:custGeom>
              <a:avLst/>
              <a:gdLst/>
              <a:ahLst/>
              <a:cxnLst/>
              <a:rect l="l" t="t" r="r" b="b"/>
              <a:pathLst>
                <a:path w="9529" h="2728" extrusionOk="0">
                  <a:moveTo>
                    <a:pt x="9360" y="0"/>
                  </a:moveTo>
                  <a:lnTo>
                    <a:pt x="8855" y="67"/>
                  </a:lnTo>
                  <a:lnTo>
                    <a:pt x="8350" y="168"/>
                  </a:lnTo>
                  <a:lnTo>
                    <a:pt x="7845" y="303"/>
                  </a:lnTo>
                  <a:lnTo>
                    <a:pt x="7340" y="471"/>
                  </a:lnTo>
                  <a:lnTo>
                    <a:pt x="6330" y="842"/>
                  </a:lnTo>
                  <a:lnTo>
                    <a:pt x="5825" y="1010"/>
                  </a:lnTo>
                  <a:lnTo>
                    <a:pt x="5320" y="1145"/>
                  </a:lnTo>
                  <a:lnTo>
                    <a:pt x="2694" y="1886"/>
                  </a:lnTo>
                  <a:lnTo>
                    <a:pt x="1516" y="2189"/>
                  </a:lnTo>
                  <a:lnTo>
                    <a:pt x="775" y="2357"/>
                  </a:lnTo>
                  <a:lnTo>
                    <a:pt x="539" y="2424"/>
                  </a:lnTo>
                  <a:lnTo>
                    <a:pt x="438" y="2424"/>
                  </a:lnTo>
                  <a:lnTo>
                    <a:pt x="337" y="2458"/>
                  </a:lnTo>
                  <a:lnTo>
                    <a:pt x="270" y="2525"/>
                  </a:lnTo>
                  <a:lnTo>
                    <a:pt x="203" y="2593"/>
                  </a:lnTo>
                  <a:lnTo>
                    <a:pt x="169" y="2559"/>
                  </a:lnTo>
                  <a:lnTo>
                    <a:pt x="1" y="2559"/>
                  </a:lnTo>
                  <a:lnTo>
                    <a:pt x="1" y="2593"/>
                  </a:lnTo>
                  <a:lnTo>
                    <a:pt x="1" y="2626"/>
                  </a:lnTo>
                  <a:lnTo>
                    <a:pt x="34" y="2694"/>
                  </a:lnTo>
                  <a:lnTo>
                    <a:pt x="68" y="2727"/>
                  </a:lnTo>
                  <a:lnTo>
                    <a:pt x="708" y="2660"/>
                  </a:lnTo>
                  <a:lnTo>
                    <a:pt x="1314" y="2559"/>
                  </a:lnTo>
                  <a:lnTo>
                    <a:pt x="1920" y="2424"/>
                  </a:lnTo>
                  <a:lnTo>
                    <a:pt x="2526" y="2290"/>
                  </a:lnTo>
                  <a:lnTo>
                    <a:pt x="3738" y="1919"/>
                  </a:lnTo>
                  <a:lnTo>
                    <a:pt x="4950" y="1549"/>
                  </a:lnTo>
                  <a:lnTo>
                    <a:pt x="5489" y="1414"/>
                  </a:lnTo>
                  <a:lnTo>
                    <a:pt x="6027" y="1212"/>
                  </a:lnTo>
                  <a:lnTo>
                    <a:pt x="7138" y="808"/>
                  </a:lnTo>
                  <a:lnTo>
                    <a:pt x="7677" y="640"/>
                  </a:lnTo>
                  <a:lnTo>
                    <a:pt x="8249" y="471"/>
                  </a:lnTo>
                  <a:lnTo>
                    <a:pt x="8822" y="370"/>
                  </a:lnTo>
                  <a:lnTo>
                    <a:pt x="9360" y="337"/>
                  </a:lnTo>
                  <a:lnTo>
                    <a:pt x="9428" y="303"/>
                  </a:lnTo>
                  <a:lnTo>
                    <a:pt x="9495" y="269"/>
                  </a:lnTo>
                  <a:lnTo>
                    <a:pt x="9495" y="236"/>
                  </a:lnTo>
                  <a:lnTo>
                    <a:pt x="9529" y="168"/>
                  </a:lnTo>
                  <a:lnTo>
                    <a:pt x="9495" y="101"/>
                  </a:lnTo>
                  <a:lnTo>
                    <a:pt x="9495" y="67"/>
                  </a:lnTo>
                  <a:lnTo>
                    <a:pt x="9428" y="34"/>
                  </a:lnTo>
                  <a:lnTo>
                    <a:pt x="93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0" name="Google Shape;1800;p12"/>
            <p:cNvSpPr/>
            <p:nvPr/>
          </p:nvSpPr>
          <p:spPr>
            <a:xfrm>
              <a:off x="5691054" y="2422510"/>
              <a:ext cx="236260" cy="217800"/>
            </a:xfrm>
            <a:custGeom>
              <a:avLst/>
              <a:gdLst/>
              <a:ahLst/>
              <a:cxnLst/>
              <a:rect l="l" t="t" r="r" b="b"/>
              <a:pathLst>
                <a:path w="4748" h="4377" extrusionOk="0">
                  <a:moveTo>
                    <a:pt x="606" y="202"/>
                  </a:moveTo>
                  <a:lnTo>
                    <a:pt x="674" y="269"/>
                  </a:lnTo>
                  <a:lnTo>
                    <a:pt x="775" y="370"/>
                  </a:lnTo>
                  <a:lnTo>
                    <a:pt x="943" y="539"/>
                  </a:lnTo>
                  <a:lnTo>
                    <a:pt x="1482" y="1077"/>
                  </a:lnTo>
                  <a:lnTo>
                    <a:pt x="1987" y="1650"/>
                  </a:lnTo>
                  <a:lnTo>
                    <a:pt x="2559" y="2256"/>
                  </a:lnTo>
                  <a:lnTo>
                    <a:pt x="3165" y="2794"/>
                  </a:lnTo>
                  <a:lnTo>
                    <a:pt x="3333" y="2895"/>
                  </a:lnTo>
                  <a:lnTo>
                    <a:pt x="3502" y="3030"/>
                  </a:lnTo>
                  <a:lnTo>
                    <a:pt x="3872" y="3232"/>
                  </a:lnTo>
                  <a:lnTo>
                    <a:pt x="4040" y="3333"/>
                  </a:lnTo>
                  <a:lnTo>
                    <a:pt x="4209" y="3468"/>
                  </a:lnTo>
                  <a:lnTo>
                    <a:pt x="4310" y="3636"/>
                  </a:lnTo>
                  <a:lnTo>
                    <a:pt x="4377" y="3805"/>
                  </a:lnTo>
                  <a:lnTo>
                    <a:pt x="4243" y="3838"/>
                  </a:lnTo>
                  <a:lnTo>
                    <a:pt x="4141" y="3805"/>
                  </a:lnTo>
                  <a:lnTo>
                    <a:pt x="4007" y="3737"/>
                  </a:lnTo>
                  <a:lnTo>
                    <a:pt x="3906" y="3636"/>
                  </a:lnTo>
                  <a:lnTo>
                    <a:pt x="3805" y="3501"/>
                  </a:lnTo>
                  <a:lnTo>
                    <a:pt x="3704" y="3400"/>
                  </a:lnTo>
                  <a:lnTo>
                    <a:pt x="3468" y="3198"/>
                  </a:lnTo>
                  <a:lnTo>
                    <a:pt x="3199" y="2996"/>
                  </a:lnTo>
                  <a:lnTo>
                    <a:pt x="2929" y="2828"/>
                  </a:lnTo>
                  <a:lnTo>
                    <a:pt x="2357" y="2525"/>
                  </a:lnTo>
                  <a:lnTo>
                    <a:pt x="2020" y="2289"/>
                  </a:lnTo>
                  <a:lnTo>
                    <a:pt x="1684" y="2020"/>
                  </a:lnTo>
                  <a:lnTo>
                    <a:pt x="1381" y="1751"/>
                  </a:lnTo>
                  <a:lnTo>
                    <a:pt x="1078" y="1448"/>
                  </a:lnTo>
                  <a:lnTo>
                    <a:pt x="640" y="943"/>
                  </a:lnTo>
                  <a:lnTo>
                    <a:pt x="404" y="707"/>
                  </a:lnTo>
                  <a:lnTo>
                    <a:pt x="169" y="505"/>
                  </a:lnTo>
                  <a:lnTo>
                    <a:pt x="202" y="471"/>
                  </a:lnTo>
                  <a:lnTo>
                    <a:pt x="337" y="337"/>
                  </a:lnTo>
                  <a:lnTo>
                    <a:pt x="472" y="269"/>
                  </a:lnTo>
                  <a:lnTo>
                    <a:pt x="606" y="202"/>
                  </a:lnTo>
                  <a:close/>
                  <a:moveTo>
                    <a:pt x="505" y="0"/>
                  </a:moveTo>
                  <a:lnTo>
                    <a:pt x="371" y="67"/>
                  </a:lnTo>
                  <a:lnTo>
                    <a:pt x="169" y="202"/>
                  </a:lnTo>
                  <a:lnTo>
                    <a:pt x="34" y="370"/>
                  </a:lnTo>
                  <a:lnTo>
                    <a:pt x="0" y="404"/>
                  </a:lnTo>
                  <a:lnTo>
                    <a:pt x="0" y="471"/>
                  </a:lnTo>
                  <a:lnTo>
                    <a:pt x="34" y="505"/>
                  </a:lnTo>
                  <a:lnTo>
                    <a:pt x="68" y="539"/>
                  </a:lnTo>
                  <a:lnTo>
                    <a:pt x="135" y="505"/>
                  </a:lnTo>
                  <a:lnTo>
                    <a:pt x="303" y="707"/>
                  </a:lnTo>
                  <a:lnTo>
                    <a:pt x="505" y="943"/>
                  </a:lnTo>
                  <a:lnTo>
                    <a:pt x="808" y="1414"/>
                  </a:lnTo>
                  <a:lnTo>
                    <a:pt x="1246" y="1885"/>
                  </a:lnTo>
                  <a:lnTo>
                    <a:pt x="1717" y="2323"/>
                  </a:lnTo>
                  <a:lnTo>
                    <a:pt x="2020" y="2525"/>
                  </a:lnTo>
                  <a:lnTo>
                    <a:pt x="2323" y="2727"/>
                  </a:lnTo>
                  <a:lnTo>
                    <a:pt x="2929" y="3097"/>
                  </a:lnTo>
                  <a:lnTo>
                    <a:pt x="3199" y="3299"/>
                  </a:lnTo>
                  <a:lnTo>
                    <a:pt x="3468" y="3501"/>
                  </a:lnTo>
                  <a:lnTo>
                    <a:pt x="3737" y="3771"/>
                  </a:lnTo>
                  <a:lnTo>
                    <a:pt x="3939" y="4074"/>
                  </a:lnTo>
                  <a:lnTo>
                    <a:pt x="4040" y="4209"/>
                  </a:lnTo>
                  <a:lnTo>
                    <a:pt x="4141" y="4276"/>
                  </a:lnTo>
                  <a:lnTo>
                    <a:pt x="4243" y="4343"/>
                  </a:lnTo>
                  <a:lnTo>
                    <a:pt x="4344" y="4377"/>
                  </a:lnTo>
                  <a:lnTo>
                    <a:pt x="4411" y="4377"/>
                  </a:lnTo>
                  <a:lnTo>
                    <a:pt x="4512" y="4343"/>
                  </a:lnTo>
                  <a:lnTo>
                    <a:pt x="4647" y="4209"/>
                  </a:lnTo>
                  <a:lnTo>
                    <a:pt x="4748" y="4074"/>
                  </a:lnTo>
                  <a:lnTo>
                    <a:pt x="4748" y="3872"/>
                  </a:lnTo>
                  <a:lnTo>
                    <a:pt x="4748" y="3805"/>
                  </a:lnTo>
                  <a:lnTo>
                    <a:pt x="4680" y="3704"/>
                  </a:lnTo>
                  <a:lnTo>
                    <a:pt x="4613" y="3636"/>
                  </a:lnTo>
                  <a:lnTo>
                    <a:pt x="4512" y="3569"/>
                  </a:lnTo>
                  <a:lnTo>
                    <a:pt x="4445" y="3434"/>
                  </a:lnTo>
                  <a:lnTo>
                    <a:pt x="4310" y="3266"/>
                  </a:lnTo>
                  <a:lnTo>
                    <a:pt x="4209" y="3165"/>
                  </a:lnTo>
                  <a:lnTo>
                    <a:pt x="4074" y="3097"/>
                  </a:lnTo>
                  <a:lnTo>
                    <a:pt x="3771" y="2963"/>
                  </a:lnTo>
                  <a:lnTo>
                    <a:pt x="3535" y="2828"/>
                  </a:lnTo>
                  <a:lnTo>
                    <a:pt x="3300" y="2660"/>
                  </a:lnTo>
                  <a:lnTo>
                    <a:pt x="2828" y="2256"/>
                  </a:lnTo>
                  <a:lnTo>
                    <a:pt x="2189" y="1582"/>
                  </a:lnTo>
                  <a:lnTo>
                    <a:pt x="1549" y="875"/>
                  </a:lnTo>
                  <a:lnTo>
                    <a:pt x="1111" y="471"/>
                  </a:lnTo>
                  <a:lnTo>
                    <a:pt x="909" y="269"/>
                  </a:lnTo>
                  <a:lnTo>
                    <a:pt x="674" y="101"/>
                  </a:lnTo>
                  <a:lnTo>
                    <a:pt x="640" y="34"/>
                  </a:lnTo>
                  <a:lnTo>
                    <a:pt x="6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1" name="Google Shape;1801;p12"/>
            <p:cNvSpPr/>
            <p:nvPr/>
          </p:nvSpPr>
          <p:spPr>
            <a:xfrm>
              <a:off x="6800105" y="2340406"/>
              <a:ext cx="62051" cy="30204"/>
            </a:xfrm>
            <a:custGeom>
              <a:avLst/>
              <a:gdLst/>
              <a:ahLst/>
              <a:cxnLst/>
              <a:rect l="l" t="t" r="r" b="b"/>
              <a:pathLst>
                <a:path w="1247" h="607" extrusionOk="0">
                  <a:moveTo>
                    <a:pt x="1246" y="0"/>
                  </a:moveTo>
                  <a:lnTo>
                    <a:pt x="607" y="202"/>
                  </a:lnTo>
                  <a:lnTo>
                    <a:pt x="304" y="337"/>
                  </a:lnTo>
                  <a:lnTo>
                    <a:pt x="1" y="505"/>
                  </a:lnTo>
                  <a:lnTo>
                    <a:pt x="1" y="539"/>
                  </a:lnTo>
                  <a:lnTo>
                    <a:pt x="1" y="573"/>
                  </a:lnTo>
                  <a:lnTo>
                    <a:pt x="1" y="606"/>
                  </a:lnTo>
                  <a:lnTo>
                    <a:pt x="34" y="606"/>
                  </a:lnTo>
                  <a:lnTo>
                    <a:pt x="1246" y="303"/>
                  </a:lnTo>
                  <a:lnTo>
                    <a:pt x="124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2" name="Google Shape;1802;p12"/>
            <p:cNvSpPr/>
            <p:nvPr/>
          </p:nvSpPr>
          <p:spPr>
            <a:xfrm>
              <a:off x="5654182" y="1903115"/>
              <a:ext cx="1207974" cy="1445876"/>
            </a:xfrm>
            <a:custGeom>
              <a:avLst/>
              <a:gdLst/>
              <a:ahLst/>
              <a:cxnLst/>
              <a:rect l="l" t="t" r="r" b="b"/>
              <a:pathLst>
                <a:path w="24276" h="29057" extrusionOk="0">
                  <a:moveTo>
                    <a:pt x="236" y="10909"/>
                  </a:moveTo>
                  <a:lnTo>
                    <a:pt x="203" y="10943"/>
                  </a:lnTo>
                  <a:lnTo>
                    <a:pt x="203" y="10909"/>
                  </a:lnTo>
                  <a:close/>
                  <a:moveTo>
                    <a:pt x="1246" y="9933"/>
                  </a:moveTo>
                  <a:lnTo>
                    <a:pt x="1650" y="10202"/>
                  </a:lnTo>
                  <a:lnTo>
                    <a:pt x="1987" y="10472"/>
                  </a:lnTo>
                  <a:lnTo>
                    <a:pt x="2660" y="11078"/>
                  </a:lnTo>
                  <a:lnTo>
                    <a:pt x="3064" y="11448"/>
                  </a:lnTo>
                  <a:lnTo>
                    <a:pt x="3468" y="11785"/>
                  </a:lnTo>
                  <a:lnTo>
                    <a:pt x="3872" y="12121"/>
                  </a:lnTo>
                  <a:lnTo>
                    <a:pt x="4243" y="12458"/>
                  </a:lnTo>
                  <a:lnTo>
                    <a:pt x="4916" y="13131"/>
                  </a:lnTo>
                  <a:lnTo>
                    <a:pt x="5556" y="13838"/>
                  </a:lnTo>
                  <a:lnTo>
                    <a:pt x="5724" y="14007"/>
                  </a:lnTo>
                  <a:lnTo>
                    <a:pt x="5724" y="14074"/>
                  </a:lnTo>
                  <a:lnTo>
                    <a:pt x="5792" y="14142"/>
                  </a:lnTo>
                  <a:lnTo>
                    <a:pt x="5859" y="14142"/>
                  </a:lnTo>
                  <a:lnTo>
                    <a:pt x="6364" y="14613"/>
                  </a:lnTo>
                  <a:lnTo>
                    <a:pt x="6600" y="14882"/>
                  </a:lnTo>
                  <a:lnTo>
                    <a:pt x="6835" y="15118"/>
                  </a:lnTo>
                  <a:lnTo>
                    <a:pt x="6734" y="15253"/>
                  </a:lnTo>
                  <a:lnTo>
                    <a:pt x="6633" y="15387"/>
                  </a:lnTo>
                  <a:lnTo>
                    <a:pt x="6465" y="15623"/>
                  </a:lnTo>
                  <a:lnTo>
                    <a:pt x="6162" y="15960"/>
                  </a:lnTo>
                  <a:lnTo>
                    <a:pt x="6027" y="16162"/>
                  </a:lnTo>
                  <a:lnTo>
                    <a:pt x="5893" y="16330"/>
                  </a:lnTo>
                  <a:lnTo>
                    <a:pt x="5590" y="15960"/>
                  </a:lnTo>
                  <a:lnTo>
                    <a:pt x="5287" y="15657"/>
                  </a:lnTo>
                  <a:lnTo>
                    <a:pt x="4950" y="15320"/>
                  </a:lnTo>
                  <a:lnTo>
                    <a:pt x="4613" y="15017"/>
                  </a:lnTo>
                  <a:lnTo>
                    <a:pt x="3738" y="14209"/>
                  </a:lnTo>
                  <a:lnTo>
                    <a:pt x="3300" y="13838"/>
                  </a:lnTo>
                  <a:lnTo>
                    <a:pt x="2829" y="13502"/>
                  </a:lnTo>
                  <a:lnTo>
                    <a:pt x="2391" y="13165"/>
                  </a:lnTo>
                  <a:lnTo>
                    <a:pt x="1953" y="12761"/>
                  </a:lnTo>
                  <a:lnTo>
                    <a:pt x="1583" y="12323"/>
                  </a:lnTo>
                  <a:lnTo>
                    <a:pt x="1213" y="11886"/>
                  </a:lnTo>
                  <a:lnTo>
                    <a:pt x="1044" y="11684"/>
                  </a:lnTo>
                  <a:lnTo>
                    <a:pt x="708" y="11313"/>
                  </a:lnTo>
                  <a:lnTo>
                    <a:pt x="405" y="11010"/>
                  </a:lnTo>
                  <a:lnTo>
                    <a:pt x="270" y="10943"/>
                  </a:lnTo>
                  <a:lnTo>
                    <a:pt x="236" y="10909"/>
                  </a:lnTo>
                  <a:lnTo>
                    <a:pt x="270" y="10909"/>
                  </a:lnTo>
                  <a:lnTo>
                    <a:pt x="304" y="10876"/>
                  </a:lnTo>
                  <a:lnTo>
                    <a:pt x="438" y="10775"/>
                  </a:lnTo>
                  <a:lnTo>
                    <a:pt x="607" y="10505"/>
                  </a:lnTo>
                  <a:lnTo>
                    <a:pt x="910" y="10202"/>
                  </a:lnTo>
                  <a:lnTo>
                    <a:pt x="1044" y="10068"/>
                  </a:lnTo>
                  <a:lnTo>
                    <a:pt x="1246" y="9933"/>
                  </a:lnTo>
                  <a:close/>
                  <a:moveTo>
                    <a:pt x="17003" y="3098"/>
                  </a:moveTo>
                  <a:lnTo>
                    <a:pt x="17138" y="3502"/>
                  </a:lnTo>
                  <a:lnTo>
                    <a:pt x="17272" y="3906"/>
                  </a:lnTo>
                  <a:lnTo>
                    <a:pt x="17609" y="4681"/>
                  </a:lnTo>
                  <a:lnTo>
                    <a:pt x="17744" y="4984"/>
                  </a:lnTo>
                  <a:lnTo>
                    <a:pt x="17845" y="5320"/>
                  </a:lnTo>
                  <a:lnTo>
                    <a:pt x="18013" y="5960"/>
                  </a:lnTo>
                  <a:lnTo>
                    <a:pt x="18249" y="7307"/>
                  </a:lnTo>
                  <a:lnTo>
                    <a:pt x="18518" y="8721"/>
                  </a:lnTo>
                  <a:lnTo>
                    <a:pt x="18282" y="8755"/>
                  </a:lnTo>
                  <a:lnTo>
                    <a:pt x="18047" y="8788"/>
                  </a:lnTo>
                  <a:lnTo>
                    <a:pt x="17575" y="8923"/>
                  </a:lnTo>
                  <a:lnTo>
                    <a:pt x="16700" y="9260"/>
                  </a:lnTo>
                  <a:lnTo>
                    <a:pt x="15959" y="9495"/>
                  </a:lnTo>
                  <a:lnTo>
                    <a:pt x="15219" y="9697"/>
                  </a:lnTo>
                  <a:lnTo>
                    <a:pt x="13670" y="10034"/>
                  </a:lnTo>
                  <a:lnTo>
                    <a:pt x="12895" y="10202"/>
                  </a:lnTo>
                  <a:lnTo>
                    <a:pt x="12087" y="10404"/>
                  </a:lnTo>
                  <a:lnTo>
                    <a:pt x="10539" y="10876"/>
                  </a:lnTo>
                  <a:lnTo>
                    <a:pt x="9933" y="11044"/>
                  </a:lnTo>
                  <a:lnTo>
                    <a:pt x="9293" y="11179"/>
                  </a:lnTo>
                  <a:lnTo>
                    <a:pt x="8956" y="11280"/>
                  </a:lnTo>
                  <a:lnTo>
                    <a:pt x="8653" y="11381"/>
                  </a:lnTo>
                  <a:lnTo>
                    <a:pt x="8384" y="11482"/>
                  </a:lnTo>
                  <a:lnTo>
                    <a:pt x="8115" y="11650"/>
                  </a:lnTo>
                  <a:lnTo>
                    <a:pt x="8081" y="11684"/>
                  </a:lnTo>
                  <a:lnTo>
                    <a:pt x="8081" y="11751"/>
                  </a:lnTo>
                  <a:lnTo>
                    <a:pt x="8115" y="11818"/>
                  </a:lnTo>
                  <a:lnTo>
                    <a:pt x="8182" y="11818"/>
                  </a:lnTo>
                  <a:lnTo>
                    <a:pt x="8788" y="11616"/>
                  </a:lnTo>
                  <a:lnTo>
                    <a:pt x="9394" y="11482"/>
                  </a:lnTo>
                  <a:lnTo>
                    <a:pt x="10000" y="11347"/>
                  </a:lnTo>
                  <a:lnTo>
                    <a:pt x="10606" y="11179"/>
                  </a:lnTo>
                  <a:lnTo>
                    <a:pt x="12054" y="10741"/>
                  </a:lnTo>
                  <a:lnTo>
                    <a:pt x="13502" y="10371"/>
                  </a:lnTo>
                  <a:lnTo>
                    <a:pt x="14983" y="10068"/>
                  </a:lnTo>
                  <a:lnTo>
                    <a:pt x="15690" y="9899"/>
                  </a:lnTo>
                  <a:lnTo>
                    <a:pt x="16397" y="9697"/>
                  </a:lnTo>
                  <a:lnTo>
                    <a:pt x="16936" y="9495"/>
                  </a:lnTo>
                  <a:lnTo>
                    <a:pt x="17474" y="9293"/>
                  </a:lnTo>
                  <a:lnTo>
                    <a:pt x="18013" y="9125"/>
                  </a:lnTo>
                  <a:lnTo>
                    <a:pt x="18282" y="9058"/>
                  </a:lnTo>
                  <a:lnTo>
                    <a:pt x="18585" y="9024"/>
                  </a:lnTo>
                  <a:lnTo>
                    <a:pt x="18686" y="9529"/>
                  </a:lnTo>
                  <a:lnTo>
                    <a:pt x="18484" y="9529"/>
                  </a:lnTo>
                  <a:lnTo>
                    <a:pt x="18249" y="9563"/>
                  </a:lnTo>
                  <a:lnTo>
                    <a:pt x="17845" y="9664"/>
                  </a:lnTo>
                  <a:lnTo>
                    <a:pt x="17037" y="9967"/>
                  </a:lnTo>
                  <a:lnTo>
                    <a:pt x="16363" y="10202"/>
                  </a:lnTo>
                  <a:lnTo>
                    <a:pt x="15656" y="10404"/>
                  </a:lnTo>
                  <a:lnTo>
                    <a:pt x="14276" y="10775"/>
                  </a:lnTo>
                  <a:lnTo>
                    <a:pt x="11313" y="11583"/>
                  </a:lnTo>
                  <a:lnTo>
                    <a:pt x="9832" y="11953"/>
                  </a:lnTo>
                  <a:lnTo>
                    <a:pt x="8350" y="12323"/>
                  </a:lnTo>
                  <a:lnTo>
                    <a:pt x="8283" y="12357"/>
                  </a:lnTo>
                  <a:lnTo>
                    <a:pt x="8283" y="12458"/>
                  </a:lnTo>
                  <a:lnTo>
                    <a:pt x="8317" y="12525"/>
                  </a:lnTo>
                  <a:lnTo>
                    <a:pt x="8384" y="12559"/>
                  </a:lnTo>
                  <a:lnTo>
                    <a:pt x="9091" y="12458"/>
                  </a:lnTo>
                  <a:lnTo>
                    <a:pt x="9764" y="12357"/>
                  </a:lnTo>
                  <a:lnTo>
                    <a:pt x="10471" y="12189"/>
                  </a:lnTo>
                  <a:lnTo>
                    <a:pt x="11145" y="12020"/>
                  </a:lnTo>
                  <a:lnTo>
                    <a:pt x="12525" y="11616"/>
                  </a:lnTo>
                  <a:lnTo>
                    <a:pt x="13872" y="11212"/>
                  </a:lnTo>
                  <a:lnTo>
                    <a:pt x="15320" y="10808"/>
                  </a:lnTo>
                  <a:lnTo>
                    <a:pt x="16767" y="10371"/>
                  </a:lnTo>
                  <a:lnTo>
                    <a:pt x="17744" y="10068"/>
                  </a:lnTo>
                  <a:lnTo>
                    <a:pt x="18249" y="9933"/>
                  </a:lnTo>
                  <a:lnTo>
                    <a:pt x="18754" y="9832"/>
                  </a:lnTo>
                  <a:lnTo>
                    <a:pt x="18855" y="10371"/>
                  </a:lnTo>
                  <a:lnTo>
                    <a:pt x="17542" y="10775"/>
                  </a:lnTo>
                  <a:lnTo>
                    <a:pt x="16229" y="11179"/>
                  </a:lnTo>
                  <a:lnTo>
                    <a:pt x="14882" y="11515"/>
                  </a:lnTo>
                  <a:lnTo>
                    <a:pt x="13569" y="11818"/>
                  </a:lnTo>
                  <a:lnTo>
                    <a:pt x="12256" y="12121"/>
                  </a:lnTo>
                  <a:lnTo>
                    <a:pt x="10976" y="12458"/>
                  </a:lnTo>
                  <a:lnTo>
                    <a:pt x="9731" y="12761"/>
                  </a:lnTo>
                  <a:lnTo>
                    <a:pt x="9428" y="12862"/>
                  </a:lnTo>
                  <a:lnTo>
                    <a:pt x="9125" y="12963"/>
                  </a:lnTo>
                  <a:lnTo>
                    <a:pt x="8923" y="13098"/>
                  </a:lnTo>
                  <a:lnTo>
                    <a:pt x="8788" y="13131"/>
                  </a:lnTo>
                  <a:lnTo>
                    <a:pt x="8721" y="13165"/>
                  </a:lnTo>
                  <a:lnTo>
                    <a:pt x="8653" y="13199"/>
                  </a:lnTo>
                  <a:lnTo>
                    <a:pt x="8620" y="13232"/>
                  </a:lnTo>
                  <a:lnTo>
                    <a:pt x="8620" y="13300"/>
                  </a:lnTo>
                  <a:lnTo>
                    <a:pt x="8687" y="13333"/>
                  </a:lnTo>
                  <a:lnTo>
                    <a:pt x="8754" y="13401"/>
                  </a:lnTo>
                  <a:lnTo>
                    <a:pt x="8855" y="13401"/>
                  </a:lnTo>
                  <a:lnTo>
                    <a:pt x="9024" y="13300"/>
                  </a:lnTo>
                  <a:lnTo>
                    <a:pt x="9394" y="13165"/>
                  </a:lnTo>
                  <a:lnTo>
                    <a:pt x="9731" y="13064"/>
                  </a:lnTo>
                  <a:lnTo>
                    <a:pt x="10438" y="12896"/>
                  </a:lnTo>
                  <a:lnTo>
                    <a:pt x="11784" y="12525"/>
                  </a:lnTo>
                  <a:lnTo>
                    <a:pt x="12458" y="12357"/>
                  </a:lnTo>
                  <a:lnTo>
                    <a:pt x="13165" y="12222"/>
                  </a:lnTo>
                  <a:lnTo>
                    <a:pt x="14613" y="11886"/>
                  </a:lnTo>
                  <a:lnTo>
                    <a:pt x="16060" y="11515"/>
                  </a:lnTo>
                  <a:lnTo>
                    <a:pt x="17508" y="11111"/>
                  </a:lnTo>
                  <a:lnTo>
                    <a:pt x="18922" y="10674"/>
                  </a:lnTo>
                  <a:lnTo>
                    <a:pt x="19023" y="11078"/>
                  </a:lnTo>
                  <a:lnTo>
                    <a:pt x="17676" y="11414"/>
                  </a:lnTo>
                  <a:lnTo>
                    <a:pt x="16330" y="11785"/>
                  </a:lnTo>
                  <a:lnTo>
                    <a:pt x="14983" y="12155"/>
                  </a:lnTo>
                  <a:lnTo>
                    <a:pt x="13636" y="12424"/>
                  </a:lnTo>
                  <a:lnTo>
                    <a:pt x="12996" y="12593"/>
                  </a:lnTo>
                  <a:lnTo>
                    <a:pt x="12390" y="12761"/>
                  </a:lnTo>
                  <a:lnTo>
                    <a:pt x="11212" y="13165"/>
                  </a:lnTo>
                  <a:lnTo>
                    <a:pt x="10640" y="13300"/>
                  </a:lnTo>
                  <a:lnTo>
                    <a:pt x="10034" y="13434"/>
                  </a:lnTo>
                  <a:lnTo>
                    <a:pt x="9461" y="13569"/>
                  </a:lnTo>
                  <a:lnTo>
                    <a:pt x="9192" y="13670"/>
                  </a:lnTo>
                  <a:lnTo>
                    <a:pt x="8923" y="13805"/>
                  </a:lnTo>
                  <a:lnTo>
                    <a:pt x="8923" y="13838"/>
                  </a:lnTo>
                  <a:lnTo>
                    <a:pt x="8923" y="13906"/>
                  </a:lnTo>
                  <a:lnTo>
                    <a:pt x="8923" y="13939"/>
                  </a:lnTo>
                  <a:lnTo>
                    <a:pt x="8990" y="13939"/>
                  </a:lnTo>
                  <a:lnTo>
                    <a:pt x="9596" y="13838"/>
                  </a:lnTo>
                  <a:lnTo>
                    <a:pt x="10168" y="13704"/>
                  </a:lnTo>
                  <a:lnTo>
                    <a:pt x="11347" y="13367"/>
                  </a:lnTo>
                  <a:lnTo>
                    <a:pt x="12525" y="12997"/>
                  </a:lnTo>
                  <a:lnTo>
                    <a:pt x="13097" y="12828"/>
                  </a:lnTo>
                  <a:lnTo>
                    <a:pt x="13704" y="12694"/>
                  </a:lnTo>
                  <a:lnTo>
                    <a:pt x="15050" y="12424"/>
                  </a:lnTo>
                  <a:lnTo>
                    <a:pt x="15724" y="12256"/>
                  </a:lnTo>
                  <a:lnTo>
                    <a:pt x="16397" y="12088"/>
                  </a:lnTo>
                  <a:lnTo>
                    <a:pt x="17744" y="11717"/>
                  </a:lnTo>
                  <a:lnTo>
                    <a:pt x="19090" y="11347"/>
                  </a:lnTo>
                  <a:lnTo>
                    <a:pt x="19225" y="11818"/>
                  </a:lnTo>
                  <a:lnTo>
                    <a:pt x="19191" y="11818"/>
                  </a:lnTo>
                  <a:lnTo>
                    <a:pt x="18484" y="11919"/>
                  </a:lnTo>
                  <a:lnTo>
                    <a:pt x="17811" y="12088"/>
                  </a:lnTo>
                  <a:lnTo>
                    <a:pt x="17138" y="12256"/>
                  </a:lnTo>
                  <a:lnTo>
                    <a:pt x="16431" y="12458"/>
                  </a:lnTo>
                  <a:lnTo>
                    <a:pt x="15084" y="12929"/>
                  </a:lnTo>
                  <a:lnTo>
                    <a:pt x="14411" y="13131"/>
                  </a:lnTo>
                  <a:lnTo>
                    <a:pt x="13737" y="13333"/>
                  </a:lnTo>
                  <a:lnTo>
                    <a:pt x="11010" y="14007"/>
                  </a:lnTo>
                  <a:lnTo>
                    <a:pt x="10471" y="14142"/>
                  </a:lnTo>
                  <a:lnTo>
                    <a:pt x="9865" y="14276"/>
                  </a:lnTo>
                  <a:lnTo>
                    <a:pt x="9562" y="14377"/>
                  </a:lnTo>
                  <a:lnTo>
                    <a:pt x="9293" y="14478"/>
                  </a:lnTo>
                  <a:lnTo>
                    <a:pt x="9057" y="14613"/>
                  </a:lnTo>
                  <a:lnTo>
                    <a:pt x="8855" y="14781"/>
                  </a:lnTo>
                  <a:lnTo>
                    <a:pt x="8855" y="14815"/>
                  </a:lnTo>
                  <a:lnTo>
                    <a:pt x="8889" y="14849"/>
                  </a:lnTo>
                  <a:lnTo>
                    <a:pt x="9125" y="14849"/>
                  </a:lnTo>
                  <a:lnTo>
                    <a:pt x="9428" y="14815"/>
                  </a:lnTo>
                  <a:lnTo>
                    <a:pt x="9697" y="14748"/>
                  </a:lnTo>
                  <a:lnTo>
                    <a:pt x="10000" y="14647"/>
                  </a:lnTo>
                  <a:lnTo>
                    <a:pt x="10539" y="14478"/>
                  </a:lnTo>
                  <a:lnTo>
                    <a:pt x="11077" y="14310"/>
                  </a:lnTo>
                  <a:lnTo>
                    <a:pt x="13603" y="13670"/>
                  </a:lnTo>
                  <a:lnTo>
                    <a:pt x="14310" y="13468"/>
                  </a:lnTo>
                  <a:lnTo>
                    <a:pt x="14983" y="13266"/>
                  </a:lnTo>
                  <a:lnTo>
                    <a:pt x="16363" y="12828"/>
                  </a:lnTo>
                  <a:lnTo>
                    <a:pt x="17070" y="12593"/>
                  </a:lnTo>
                  <a:lnTo>
                    <a:pt x="17777" y="12424"/>
                  </a:lnTo>
                  <a:lnTo>
                    <a:pt x="18484" y="12256"/>
                  </a:lnTo>
                  <a:lnTo>
                    <a:pt x="19191" y="12155"/>
                  </a:lnTo>
                  <a:lnTo>
                    <a:pt x="19292" y="12121"/>
                  </a:lnTo>
                  <a:lnTo>
                    <a:pt x="19427" y="12660"/>
                  </a:lnTo>
                  <a:lnTo>
                    <a:pt x="19158" y="12660"/>
                  </a:lnTo>
                  <a:lnTo>
                    <a:pt x="18888" y="12727"/>
                  </a:lnTo>
                  <a:lnTo>
                    <a:pt x="18215" y="12929"/>
                  </a:lnTo>
                  <a:lnTo>
                    <a:pt x="17542" y="13131"/>
                  </a:lnTo>
                  <a:lnTo>
                    <a:pt x="16633" y="13401"/>
                  </a:lnTo>
                  <a:lnTo>
                    <a:pt x="15757" y="13670"/>
                  </a:lnTo>
                  <a:lnTo>
                    <a:pt x="14848" y="13939"/>
                  </a:lnTo>
                  <a:lnTo>
                    <a:pt x="13973" y="14209"/>
                  </a:lnTo>
                  <a:lnTo>
                    <a:pt x="11549" y="14849"/>
                  </a:lnTo>
                  <a:lnTo>
                    <a:pt x="10269" y="15152"/>
                  </a:lnTo>
                  <a:lnTo>
                    <a:pt x="9933" y="15253"/>
                  </a:lnTo>
                  <a:lnTo>
                    <a:pt x="9731" y="15286"/>
                  </a:lnTo>
                  <a:lnTo>
                    <a:pt x="9529" y="15286"/>
                  </a:lnTo>
                  <a:lnTo>
                    <a:pt x="9495" y="15320"/>
                  </a:lnTo>
                  <a:lnTo>
                    <a:pt x="9495" y="15354"/>
                  </a:lnTo>
                  <a:lnTo>
                    <a:pt x="9495" y="15387"/>
                  </a:lnTo>
                  <a:lnTo>
                    <a:pt x="9630" y="15455"/>
                  </a:lnTo>
                  <a:lnTo>
                    <a:pt x="9764" y="15488"/>
                  </a:lnTo>
                  <a:lnTo>
                    <a:pt x="9933" y="15488"/>
                  </a:lnTo>
                  <a:lnTo>
                    <a:pt x="10101" y="15455"/>
                  </a:lnTo>
                  <a:lnTo>
                    <a:pt x="10438" y="15387"/>
                  </a:lnTo>
                  <a:lnTo>
                    <a:pt x="10707" y="15320"/>
                  </a:lnTo>
                  <a:lnTo>
                    <a:pt x="12054" y="14983"/>
                  </a:lnTo>
                  <a:lnTo>
                    <a:pt x="13401" y="14647"/>
                  </a:lnTo>
                  <a:lnTo>
                    <a:pt x="14882" y="14243"/>
                  </a:lnTo>
                  <a:lnTo>
                    <a:pt x="15623" y="14040"/>
                  </a:lnTo>
                  <a:lnTo>
                    <a:pt x="16330" y="13805"/>
                  </a:lnTo>
                  <a:lnTo>
                    <a:pt x="18114" y="13266"/>
                  </a:lnTo>
                  <a:lnTo>
                    <a:pt x="18754" y="13030"/>
                  </a:lnTo>
                  <a:lnTo>
                    <a:pt x="19090" y="12929"/>
                  </a:lnTo>
                  <a:lnTo>
                    <a:pt x="19494" y="12929"/>
                  </a:lnTo>
                  <a:lnTo>
                    <a:pt x="19999" y="14882"/>
                  </a:lnTo>
                  <a:lnTo>
                    <a:pt x="17508" y="15623"/>
                  </a:lnTo>
                  <a:lnTo>
                    <a:pt x="15017" y="16364"/>
                  </a:lnTo>
                  <a:lnTo>
                    <a:pt x="12559" y="17003"/>
                  </a:lnTo>
                  <a:lnTo>
                    <a:pt x="11885" y="17172"/>
                  </a:lnTo>
                  <a:lnTo>
                    <a:pt x="11212" y="17306"/>
                  </a:lnTo>
                  <a:lnTo>
                    <a:pt x="10539" y="17475"/>
                  </a:lnTo>
                  <a:lnTo>
                    <a:pt x="9899" y="17677"/>
                  </a:lnTo>
                  <a:lnTo>
                    <a:pt x="9865" y="17710"/>
                  </a:lnTo>
                  <a:lnTo>
                    <a:pt x="9865" y="17744"/>
                  </a:lnTo>
                  <a:lnTo>
                    <a:pt x="9865" y="17778"/>
                  </a:lnTo>
                  <a:lnTo>
                    <a:pt x="9899" y="17778"/>
                  </a:lnTo>
                  <a:lnTo>
                    <a:pt x="10471" y="17744"/>
                  </a:lnTo>
                  <a:lnTo>
                    <a:pt x="11044" y="17677"/>
                  </a:lnTo>
                  <a:lnTo>
                    <a:pt x="12121" y="17407"/>
                  </a:lnTo>
                  <a:lnTo>
                    <a:pt x="13502" y="17071"/>
                  </a:lnTo>
                  <a:lnTo>
                    <a:pt x="14848" y="16700"/>
                  </a:lnTo>
                  <a:lnTo>
                    <a:pt x="17474" y="15960"/>
                  </a:lnTo>
                  <a:lnTo>
                    <a:pt x="20067" y="15185"/>
                  </a:lnTo>
                  <a:lnTo>
                    <a:pt x="20168" y="15657"/>
                  </a:lnTo>
                  <a:lnTo>
                    <a:pt x="19629" y="15825"/>
                  </a:lnTo>
                  <a:lnTo>
                    <a:pt x="19090" y="15960"/>
                  </a:lnTo>
                  <a:lnTo>
                    <a:pt x="18552" y="16094"/>
                  </a:lnTo>
                  <a:lnTo>
                    <a:pt x="18013" y="16229"/>
                  </a:lnTo>
                  <a:lnTo>
                    <a:pt x="16666" y="16633"/>
                  </a:lnTo>
                  <a:lnTo>
                    <a:pt x="15993" y="16835"/>
                  </a:lnTo>
                  <a:lnTo>
                    <a:pt x="15320" y="17037"/>
                  </a:lnTo>
                  <a:lnTo>
                    <a:pt x="12862" y="17643"/>
                  </a:lnTo>
                  <a:lnTo>
                    <a:pt x="11616" y="17946"/>
                  </a:lnTo>
                  <a:lnTo>
                    <a:pt x="11010" y="18114"/>
                  </a:lnTo>
                  <a:lnTo>
                    <a:pt x="10404" y="18316"/>
                  </a:lnTo>
                  <a:lnTo>
                    <a:pt x="10303" y="18350"/>
                  </a:lnTo>
                  <a:lnTo>
                    <a:pt x="9630" y="17677"/>
                  </a:lnTo>
                  <a:lnTo>
                    <a:pt x="9125" y="17104"/>
                  </a:lnTo>
                  <a:lnTo>
                    <a:pt x="8552" y="16498"/>
                  </a:lnTo>
                  <a:lnTo>
                    <a:pt x="8249" y="16229"/>
                  </a:lnTo>
                  <a:lnTo>
                    <a:pt x="7946" y="15960"/>
                  </a:lnTo>
                  <a:lnTo>
                    <a:pt x="7610" y="15724"/>
                  </a:lnTo>
                  <a:lnTo>
                    <a:pt x="7273" y="15556"/>
                  </a:lnTo>
                  <a:lnTo>
                    <a:pt x="7172" y="15185"/>
                  </a:lnTo>
                  <a:lnTo>
                    <a:pt x="7172" y="15118"/>
                  </a:lnTo>
                  <a:lnTo>
                    <a:pt x="7138" y="15084"/>
                  </a:lnTo>
                  <a:lnTo>
                    <a:pt x="7105" y="15051"/>
                  </a:lnTo>
                  <a:lnTo>
                    <a:pt x="6768" y="14074"/>
                  </a:lnTo>
                  <a:lnTo>
                    <a:pt x="6600" y="13569"/>
                  </a:lnTo>
                  <a:lnTo>
                    <a:pt x="6465" y="13064"/>
                  </a:lnTo>
                  <a:lnTo>
                    <a:pt x="6095" y="11616"/>
                  </a:lnTo>
                  <a:lnTo>
                    <a:pt x="5792" y="10135"/>
                  </a:lnTo>
                  <a:lnTo>
                    <a:pt x="5489" y="8755"/>
                  </a:lnTo>
                  <a:lnTo>
                    <a:pt x="5320" y="8048"/>
                  </a:lnTo>
                  <a:lnTo>
                    <a:pt x="5219" y="7374"/>
                  </a:lnTo>
                  <a:lnTo>
                    <a:pt x="5219" y="7105"/>
                  </a:lnTo>
                  <a:lnTo>
                    <a:pt x="5253" y="6869"/>
                  </a:lnTo>
                  <a:lnTo>
                    <a:pt x="5320" y="6667"/>
                  </a:lnTo>
                  <a:lnTo>
                    <a:pt x="5421" y="6465"/>
                  </a:lnTo>
                  <a:lnTo>
                    <a:pt x="5556" y="6297"/>
                  </a:lnTo>
                  <a:lnTo>
                    <a:pt x="5724" y="6162"/>
                  </a:lnTo>
                  <a:lnTo>
                    <a:pt x="5926" y="6027"/>
                  </a:lnTo>
                  <a:lnTo>
                    <a:pt x="6128" y="5926"/>
                  </a:lnTo>
                  <a:lnTo>
                    <a:pt x="6398" y="5825"/>
                  </a:lnTo>
                  <a:lnTo>
                    <a:pt x="6499" y="5758"/>
                  </a:lnTo>
                  <a:lnTo>
                    <a:pt x="6566" y="5657"/>
                  </a:lnTo>
                  <a:lnTo>
                    <a:pt x="6600" y="5657"/>
                  </a:lnTo>
                  <a:lnTo>
                    <a:pt x="7071" y="5623"/>
                  </a:lnTo>
                  <a:lnTo>
                    <a:pt x="7542" y="5522"/>
                  </a:lnTo>
                  <a:lnTo>
                    <a:pt x="8485" y="5253"/>
                  </a:lnTo>
                  <a:lnTo>
                    <a:pt x="9259" y="5051"/>
                  </a:lnTo>
                  <a:lnTo>
                    <a:pt x="10000" y="4849"/>
                  </a:lnTo>
                  <a:lnTo>
                    <a:pt x="10774" y="4613"/>
                  </a:lnTo>
                  <a:lnTo>
                    <a:pt x="11549" y="4445"/>
                  </a:lnTo>
                  <a:lnTo>
                    <a:pt x="12929" y="4142"/>
                  </a:lnTo>
                  <a:lnTo>
                    <a:pt x="14310" y="3839"/>
                  </a:lnTo>
                  <a:lnTo>
                    <a:pt x="15656" y="3536"/>
                  </a:lnTo>
                  <a:lnTo>
                    <a:pt x="16330" y="3334"/>
                  </a:lnTo>
                  <a:lnTo>
                    <a:pt x="17003" y="3098"/>
                  </a:lnTo>
                  <a:close/>
                  <a:moveTo>
                    <a:pt x="20235" y="15892"/>
                  </a:moveTo>
                  <a:lnTo>
                    <a:pt x="20336" y="16397"/>
                  </a:lnTo>
                  <a:lnTo>
                    <a:pt x="18181" y="16835"/>
                  </a:lnTo>
                  <a:lnTo>
                    <a:pt x="17104" y="17104"/>
                  </a:lnTo>
                  <a:lnTo>
                    <a:pt x="16027" y="17374"/>
                  </a:lnTo>
                  <a:lnTo>
                    <a:pt x="14815" y="17710"/>
                  </a:lnTo>
                  <a:lnTo>
                    <a:pt x="13636" y="18114"/>
                  </a:lnTo>
                  <a:lnTo>
                    <a:pt x="13064" y="18283"/>
                  </a:lnTo>
                  <a:lnTo>
                    <a:pt x="12491" y="18451"/>
                  </a:lnTo>
                  <a:lnTo>
                    <a:pt x="11919" y="18619"/>
                  </a:lnTo>
                  <a:lnTo>
                    <a:pt x="11347" y="18821"/>
                  </a:lnTo>
                  <a:lnTo>
                    <a:pt x="11111" y="18855"/>
                  </a:lnTo>
                  <a:lnTo>
                    <a:pt x="10909" y="18956"/>
                  </a:lnTo>
                  <a:lnTo>
                    <a:pt x="10471" y="18518"/>
                  </a:lnTo>
                  <a:lnTo>
                    <a:pt x="10606" y="18485"/>
                  </a:lnTo>
                  <a:lnTo>
                    <a:pt x="10741" y="18451"/>
                  </a:lnTo>
                  <a:lnTo>
                    <a:pt x="10842" y="18384"/>
                  </a:lnTo>
                  <a:lnTo>
                    <a:pt x="11380" y="18283"/>
                  </a:lnTo>
                  <a:lnTo>
                    <a:pt x="11885" y="18182"/>
                  </a:lnTo>
                  <a:lnTo>
                    <a:pt x="12929" y="17879"/>
                  </a:lnTo>
                  <a:lnTo>
                    <a:pt x="15623" y="17205"/>
                  </a:lnTo>
                  <a:lnTo>
                    <a:pt x="16296" y="17003"/>
                  </a:lnTo>
                  <a:lnTo>
                    <a:pt x="16936" y="16801"/>
                  </a:lnTo>
                  <a:lnTo>
                    <a:pt x="18282" y="16397"/>
                  </a:lnTo>
                  <a:lnTo>
                    <a:pt x="19259" y="16162"/>
                  </a:lnTo>
                  <a:lnTo>
                    <a:pt x="19764" y="16061"/>
                  </a:lnTo>
                  <a:lnTo>
                    <a:pt x="20235" y="15892"/>
                  </a:lnTo>
                  <a:close/>
                  <a:moveTo>
                    <a:pt x="20403" y="16667"/>
                  </a:moveTo>
                  <a:lnTo>
                    <a:pt x="20504" y="17138"/>
                  </a:lnTo>
                  <a:lnTo>
                    <a:pt x="19393" y="17407"/>
                  </a:lnTo>
                  <a:lnTo>
                    <a:pt x="18282" y="17677"/>
                  </a:lnTo>
                  <a:lnTo>
                    <a:pt x="17205" y="18013"/>
                  </a:lnTo>
                  <a:lnTo>
                    <a:pt x="16128" y="18384"/>
                  </a:lnTo>
                  <a:lnTo>
                    <a:pt x="15118" y="18754"/>
                  </a:lnTo>
                  <a:lnTo>
                    <a:pt x="14074" y="19124"/>
                  </a:lnTo>
                  <a:lnTo>
                    <a:pt x="13502" y="19293"/>
                  </a:lnTo>
                  <a:lnTo>
                    <a:pt x="12929" y="19394"/>
                  </a:lnTo>
                  <a:lnTo>
                    <a:pt x="11751" y="19596"/>
                  </a:lnTo>
                  <a:lnTo>
                    <a:pt x="11717" y="19629"/>
                  </a:lnTo>
                  <a:lnTo>
                    <a:pt x="11683" y="19663"/>
                  </a:lnTo>
                  <a:lnTo>
                    <a:pt x="11212" y="19259"/>
                  </a:lnTo>
                  <a:lnTo>
                    <a:pt x="11111" y="19158"/>
                  </a:lnTo>
                  <a:lnTo>
                    <a:pt x="11313" y="19091"/>
                  </a:lnTo>
                  <a:lnTo>
                    <a:pt x="11515" y="19023"/>
                  </a:lnTo>
                  <a:lnTo>
                    <a:pt x="12020" y="18889"/>
                  </a:lnTo>
                  <a:lnTo>
                    <a:pt x="12289" y="18855"/>
                  </a:lnTo>
                  <a:lnTo>
                    <a:pt x="12424" y="18821"/>
                  </a:lnTo>
                  <a:lnTo>
                    <a:pt x="12525" y="18754"/>
                  </a:lnTo>
                  <a:lnTo>
                    <a:pt x="12559" y="18754"/>
                  </a:lnTo>
                  <a:lnTo>
                    <a:pt x="13468" y="18451"/>
                  </a:lnTo>
                  <a:lnTo>
                    <a:pt x="14680" y="18047"/>
                  </a:lnTo>
                  <a:lnTo>
                    <a:pt x="15858" y="17677"/>
                  </a:lnTo>
                  <a:lnTo>
                    <a:pt x="17003" y="17407"/>
                  </a:lnTo>
                  <a:lnTo>
                    <a:pt x="18114" y="17138"/>
                  </a:lnTo>
                  <a:lnTo>
                    <a:pt x="20403" y="16667"/>
                  </a:lnTo>
                  <a:close/>
                  <a:moveTo>
                    <a:pt x="6835" y="15556"/>
                  </a:moveTo>
                  <a:lnTo>
                    <a:pt x="7239" y="15825"/>
                  </a:lnTo>
                  <a:lnTo>
                    <a:pt x="7610" y="16094"/>
                  </a:lnTo>
                  <a:lnTo>
                    <a:pt x="7980" y="16397"/>
                  </a:lnTo>
                  <a:lnTo>
                    <a:pt x="8317" y="16700"/>
                  </a:lnTo>
                  <a:lnTo>
                    <a:pt x="8990" y="17340"/>
                  </a:lnTo>
                  <a:lnTo>
                    <a:pt x="9630" y="18013"/>
                  </a:lnTo>
                  <a:lnTo>
                    <a:pt x="10337" y="18754"/>
                  </a:lnTo>
                  <a:lnTo>
                    <a:pt x="11044" y="19461"/>
                  </a:lnTo>
                  <a:lnTo>
                    <a:pt x="11380" y="19730"/>
                  </a:lnTo>
                  <a:lnTo>
                    <a:pt x="11717" y="20000"/>
                  </a:lnTo>
                  <a:lnTo>
                    <a:pt x="12054" y="20303"/>
                  </a:lnTo>
                  <a:lnTo>
                    <a:pt x="12357" y="20572"/>
                  </a:lnTo>
                  <a:lnTo>
                    <a:pt x="12289" y="20639"/>
                  </a:lnTo>
                  <a:lnTo>
                    <a:pt x="12256" y="20707"/>
                  </a:lnTo>
                  <a:lnTo>
                    <a:pt x="12256" y="20740"/>
                  </a:lnTo>
                  <a:lnTo>
                    <a:pt x="12054" y="20976"/>
                  </a:lnTo>
                  <a:lnTo>
                    <a:pt x="11852" y="21178"/>
                  </a:lnTo>
                  <a:lnTo>
                    <a:pt x="11650" y="21346"/>
                  </a:lnTo>
                  <a:lnTo>
                    <a:pt x="11414" y="21212"/>
                  </a:lnTo>
                  <a:lnTo>
                    <a:pt x="11212" y="21077"/>
                  </a:lnTo>
                  <a:lnTo>
                    <a:pt x="10842" y="20740"/>
                  </a:lnTo>
                  <a:lnTo>
                    <a:pt x="10438" y="20404"/>
                  </a:lnTo>
                  <a:lnTo>
                    <a:pt x="10034" y="20067"/>
                  </a:lnTo>
                  <a:lnTo>
                    <a:pt x="9226" y="19293"/>
                  </a:lnTo>
                  <a:lnTo>
                    <a:pt x="8384" y="18552"/>
                  </a:lnTo>
                  <a:lnTo>
                    <a:pt x="7643" y="17946"/>
                  </a:lnTo>
                  <a:lnTo>
                    <a:pt x="7273" y="17643"/>
                  </a:lnTo>
                  <a:lnTo>
                    <a:pt x="6936" y="17273"/>
                  </a:lnTo>
                  <a:lnTo>
                    <a:pt x="6566" y="16835"/>
                  </a:lnTo>
                  <a:lnTo>
                    <a:pt x="6364" y="16633"/>
                  </a:lnTo>
                  <a:lnTo>
                    <a:pt x="6128" y="16465"/>
                  </a:lnTo>
                  <a:lnTo>
                    <a:pt x="6398" y="16128"/>
                  </a:lnTo>
                  <a:lnTo>
                    <a:pt x="6701" y="15791"/>
                  </a:lnTo>
                  <a:lnTo>
                    <a:pt x="6835" y="15556"/>
                  </a:lnTo>
                  <a:close/>
                  <a:moveTo>
                    <a:pt x="20538" y="17407"/>
                  </a:moveTo>
                  <a:lnTo>
                    <a:pt x="20673" y="18081"/>
                  </a:lnTo>
                  <a:lnTo>
                    <a:pt x="20942" y="19562"/>
                  </a:lnTo>
                  <a:lnTo>
                    <a:pt x="18619" y="20134"/>
                  </a:lnTo>
                  <a:lnTo>
                    <a:pt x="16296" y="20707"/>
                  </a:lnTo>
                  <a:lnTo>
                    <a:pt x="14916" y="21077"/>
                  </a:lnTo>
                  <a:lnTo>
                    <a:pt x="13535" y="21481"/>
                  </a:lnTo>
                  <a:lnTo>
                    <a:pt x="12862" y="21683"/>
                  </a:lnTo>
                  <a:lnTo>
                    <a:pt x="12963" y="21616"/>
                  </a:lnTo>
                  <a:lnTo>
                    <a:pt x="13030" y="21515"/>
                  </a:lnTo>
                  <a:lnTo>
                    <a:pt x="13064" y="21414"/>
                  </a:lnTo>
                  <a:lnTo>
                    <a:pt x="13064" y="21279"/>
                  </a:lnTo>
                  <a:lnTo>
                    <a:pt x="12996" y="21178"/>
                  </a:lnTo>
                  <a:lnTo>
                    <a:pt x="12895" y="21077"/>
                  </a:lnTo>
                  <a:lnTo>
                    <a:pt x="12794" y="20976"/>
                  </a:lnTo>
                  <a:lnTo>
                    <a:pt x="12559" y="20774"/>
                  </a:lnTo>
                  <a:lnTo>
                    <a:pt x="12660" y="20572"/>
                  </a:lnTo>
                  <a:lnTo>
                    <a:pt x="12660" y="20505"/>
                  </a:lnTo>
                  <a:lnTo>
                    <a:pt x="12592" y="20471"/>
                  </a:lnTo>
                  <a:lnTo>
                    <a:pt x="12592" y="20437"/>
                  </a:lnTo>
                  <a:lnTo>
                    <a:pt x="12929" y="20404"/>
                  </a:lnTo>
                  <a:lnTo>
                    <a:pt x="13266" y="20336"/>
                  </a:lnTo>
                  <a:lnTo>
                    <a:pt x="13973" y="20168"/>
                  </a:lnTo>
                  <a:lnTo>
                    <a:pt x="14646" y="19966"/>
                  </a:lnTo>
                  <a:lnTo>
                    <a:pt x="15286" y="19764"/>
                  </a:lnTo>
                  <a:lnTo>
                    <a:pt x="15690" y="19629"/>
                  </a:lnTo>
                  <a:lnTo>
                    <a:pt x="16094" y="19461"/>
                  </a:lnTo>
                  <a:lnTo>
                    <a:pt x="16868" y="19091"/>
                  </a:lnTo>
                  <a:lnTo>
                    <a:pt x="17239" y="18956"/>
                  </a:lnTo>
                  <a:lnTo>
                    <a:pt x="17643" y="18821"/>
                  </a:lnTo>
                  <a:lnTo>
                    <a:pt x="18047" y="18720"/>
                  </a:lnTo>
                  <a:lnTo>
                    <a:pt x="18484" y="18687"/>
                  </a:lnTo>
                  <a:lnTo>
                    <a:pt x="18552" y="18687"/>
                  </a:lnTo>
                  <a:lnTo>
                    <a:pt x="18585" y="18653"/>
                  </a:lnTo>
                  <a:lnTo>
                    <a:pt x="18619" y="18552"/>
                  </a:lnTo>
                  <a:lnTo>
                    <a:pt x="18585" y="18451"/>
                  </a:lnTo>
                  <a:lnTo>
                    <a:pt x="18552" y="18417"/>
                  </a:lnTo>
                  <a:lnTo>
                    <a:pt x="18484" y="18384"/>
                  </a:lnTo>
                  <a:lnTo>
                    <a:pt x="18114" y="18417"/>
                  </a:lnTo>
                  <a:lnTo>
                    <a:pt x="17777" y="18485"/>
                  </a:lnTo>
                  <a:lnTo>
                    <a:pt x="17407" y="18552"/>
                  </a:lnTo>
                  <a:lnTo>
                    <a:pt x="17070" y="18687"/>
                  </a:lnTo>
                  <a:lnTo>
                    <a:pt x="16397" y="18956"/>
                  </a:lnTo>
                  <a:lnTo>
                    <a:pt x="15757" y="19259"/>
                  </a:lnTo>
                  <a:lnTo>
                    <a:pt x="15353" y="19427"/>
                  </a:lnTo>
                  <a:lnTo>
                    <a:pt x="14916" y="19562"/>
                  </a:lnTo>
                  <a:lnTo>
                    <a:pt x="14108" y="19798"/>
                  </a:lnTo>
                  <a:lnTo>
                    <a:pt x="13232" y="20000"/>
                  </a:lnTo>
                  <a:lnTo>
                    <a:pt x="12828" y="20134"/>
                  </a:lnTo>
                  <a:lnTo>
                    <a:pt x="12424" y="20269"/>
                  </a:lnTo>
                  <a:lnTo>
                    <a:pt x="11784" y="19730"/>
                  </a:lnTo>
                  <a:lnTo>
                    <a:pt x="12054" y="19764"/>
                  </a:lnTo>
                  <a:lnTo>
                    <a:pt x="12323" y="19764"/>
                  </a:lnTo>
                  <a:lnTo>
                    <a:pt x="12828" y="19730"/>
                  </a:lnTo>
                  <a:lnTo>
                    <a:pt x="13367" y="19629"/>
                  </a:lnTo>
                  <a:lnTo>
                    <a:pt x="13906" y="19461"/>
                  </a:lnTo>
                  <a:lnTo>
                    <a:pt x="14444" y="19293"/>
                  </a:lnTo>
                  <a:lnTo>
                    <a:pt x="14983" y="19091"/>
                  </a:lnTo>
                  <a:lnTo>
                    <a:pt x="15959" y="18720"/>
                  </a:lnTo>
                  <a:lnTo>
                    <a:pt x="17070" y="18316"/>
                  </a:lnTo>
                  <a:lnTo>
                    <a:pt x="18215" y="17980"/>
                  </a:lnTo>
                  <a:lnTo>
                    <a:pt x="19393" y="17677"/>
                  </a:lnTo>
                  <a:lnTo>
                    <a:pt x="20538" y="17407"/>
                  </a:lnTo>
                  <a:close/>
                  <a:moveTo>
                    <a:pt x="12458" y="20909"/>
                  </a:moveTo>
                  <a:lnTo>
                    <a:pt x="12559" y="21010"/>
                  </a:lnTo>
                  <a:lnTo>
                    <a:pt x="12761" y="21178"/>
                  </a:lnTo>
                  <a:lnTo>
                    <a:pt x="12862" y="21245"/>
                  </a:lnTo>
                  <a:lnTo>
                    <a:pt x="12895" y="21313"/>
                  </a:lnTo>
                  <a:lnTo>
                    <a:pt x="12895" y="21380"/>
                  </a:lnTo>
                  <a:lnTo>
                    <a:pt x="12794" y="21447"/>
                  </a:lnTo>
                  <a:lnTo>
                    <a:pt x="12693" y="21582"/>
                  </a:lnTo>
                  <a:lnTo>
                    <a:pt x="12559" y="21649"/>
                  </a:lnTo>
                  <a:lnTo>
                    <a:pt x="12390" y="21717"/>
                  </a:lnTo>
                  <a:lnTo>
                    <a:pt x="12222" y="21717"/>
                  </a:lnTo>
                  <a:lnTo>
                    <a:pt x="12020" y="21616"/>
                  </a:lnTo>
                  <a:lnTo>
                    <a:pt x="11919" y="21548"/>
                  </a:lnTo>
                  <a:lnTo>
                    <a:pt x="11852" y="21481"/>
                  </a:lnTo>
                  <a:lnTo>
                    <a:pt x="12020" y="21346"/>
                  </a:lnTo>
                  <a:lnTo>
                    <a:pt x="12155" y="21212"/>
                  </a:lnTo>
                  <a:lnTo>
                    <a:pt x="12458" y="20909"/>
                  </a:lnTo>
                  <a:close/>
                  <a:moveTo>
                    <a:pt x="17979" y="2661"/>
                  </a:moveTo>
                  <a:lnTo>
                    <a:pt x="18047" y="2762"/>
                  </a:lnTo>
                  <a:lnTo>
                    <a:pt x="18148" y="2762"/>
                  </a:lnTo>
                  <a:lnTo>
                    <a:pt x="18080" y="2829"/>
                  </a:lnTo>
                  <a:lnTo>
                    <a:pt x="18080" y="2964"/>
                  </a:lnTo>
                  <a:lnTo>
                    <a:pt x="18181" y="3300"/>
                  </a:lnTo>
                  <a:lnTo>
                    <a:pt x="18417" y="3940"/>
                  </a:lnTo>
                  <a:lnTo>
                    <a:pt x="18787" y="5085"/>
                  </a:lnTo>
                  <a:lnTo>
                    <a:pt x="19124" y="6230"/>
                  </a:lnTo>
                  <a:lnTo>
                    <a:pt x="19427" y="7576"/>
                  </a:lnTo>
                  <a:lnTo>
                    <a:pt x="19595" y="8250"/>
                  </a:lnTo>
                  <a:lnTo>
                    <a:pt x="19764" y="8923"/>
                  </a:lnTo>
                  <a:lnTo>
                    <a:pt x="20134" y="10236"/>
                  </a:lnTo>
                  <a:lnTo>
                    <a:pt x="20302" y="10876"/>
                  </a:lnTo>
                  <a:lnTo>
                    <a:pt x="20471" y="11549"/>
                  </a:lnTo>
                  <a:lnTo>
                    <a:pt x="20605" y="12222"/>
                  </a:lnTo>
                  <a:lnTo>
                    <a:pt x="20706" y="12929"/>
                  </a:lnTo>
                  <a:lnTo>
                    <a:pt x="20807" y="13636"/>
                  </a:lnTo>
                  <a:lnTo>
                    <a:pt x="20942" y="14344"/>
                  </a:lnTo>
                  <a:lnTo>
                    <a:pt x="21211" y="15724"/>
                  </a:lnTo>
                  <a:lnTo>
                    <a:pt x="21548" y="17104"/>
                  </a:lnTo>
                  <a:lnTo>
                    <a:pt x="21885" y="18350"/>
                  </a:lnTo>
                  <a:lnTo>
                    <a:pt x="22289" y="19596"/>
                  </a:lnTo>
                  <a:lnTo>
                    <a:pt x="22659" y="20841"/>
                  </a:lnTo>
                  <a:lnTo>
                    <a:pt x="23063" y="22087"/>
                  </a:lnTo>
                  <a:lnTo>
                    <a:pt x="22895" y="21952"/>
                  </a:lnTo>
                  <a:lnTo>
                    <a:pt x="22760" y="21784"/>
                  </a:lnTo>
                  <a:lnTo>
                    <a:pt x="22727" y="21750"/>
                  </a:lnTo>
                  <a:lnTo>
                    <a:pt x="22659" y="21717"/>
                  </a:lnTo>
                  <a:lnTo>
                    <a:pt x="22592" y="21750"/>
                  </a:lnTo>
                  <a:lnTo>
                    <a:pt x="22558" y="21784"/>
                  </a:lnTo>
                  <a:lnTo>
                    <a:pt x="22424" y="21986"/>
                  </a:lnTo>
                  <a:lnTo>
                    <a:pt x="22356" y="22188"/>
                  </a:lnTo>
                  <a:lnTo>
                    <a:pt x="22222" y="22559"/>
                  </a:lnTo>
                  <a:lnTo>
                    <a:pt x="21986" y="22053"/>
                  </a:lnTo>
                  <a:lnTo>
                    <a:pt x="21784" y="21515"/>
                  </a:lnTo>
                  <a:lnTo>
                    <a:pt x="21616" y="20976"/>
                  </a:lnTo>
                  <a:lnTo>
                    <a:pt x="21447" y="20437"/>
                  </a:lnTo>
                  <a:lnTo>
                    <a:pt x="21481" y="20404"/>
                  </a:lnTo>
                  <a:lnTo>
                    <a:pt x="21447" y="20336"/>
                  </a:lnTo>
                  <a:lnTo>
                    <a:pt x="21447" y="20303"/>
                  </a:lnTo>
                  <a:lnTo>
                    <a:pt x="21380" y="20269"/>
                  </a:lnTo>
                  <a:lnTo>
                    <a:pt x="21245" y="19629"/>
                  </a:lnTo>
                  <a:lnTo>
                    <a:pt x="21077" y="18821"/>
                  </a:lnTo>
                  <a:lnTo>
                    <a:pt x="20908" y="18013"/>
                  </a:lnTo>
                  <a:lnTo>
                    <a:pt x="20774" y="17340"/>
                  </a:lnTo>
                  <a:lnTo>
                    <a:pt x="20807" y="17273"/>
                  </a:lnTo>
                  <a:lnTo>
                    <a:pt x="20807" y="17239"/>
                  </a:lnTo>
                  <a:lnTo>
                    <a:pt x="20774" y="17172"/>
                  </a:lnTo>
                  <a:lnTo>
                    <a:pt x="20740" y="17138"/>
                  </a:lnTo>
                  <a:lnTo>
                    <a:pt x="20471" y="15791"/>
                  </a:lnTo>
                  <a:lnTo>
                    <a:pt x="20504" y="15758"/>
                  </a:lnTo>
                  <a:lnTo>
                    <a:pt x="20504" y="15690"/>
                  </a:lnTo>
                  <a:lnTo>
                    <a:pt x="20471" y="15657"/>
                  </a:lnTo>
                  <a:lnTo>
                    <a:pt x="20403" y="15589"/>
                  </a:lnTo>
                  <a:lnTo>
                    <a:pt x="20302" y="15118"/>
                  </a:lnTo>
                  <a:lnTo>
                    <a:pt x="20336" y="15017"/>
                  </a:lnTo>
                  <a:lnTo>
                    <a:pt x="20336" y="14950"/>
                  </a:lnTo>
                  <a:lnTo>
                    <a:pt x="20302" y="14882"/>
                  </a:lnTo>
                  <a:lnTo>
                    <a:pt x="20235" y="14849"/>
                  </a:lnTo>
                  <a:lnTo>
                    <a:pt x="19764" y="12963"/>
                  </a:lnTo>
                  <a:lnTo>
                    <a:pt x="19326" y="11246"/>
                  </a:lnTo>
                  <a:lnTo>
                    <a:pt x="19326" y="11145"/>
                  </a:lnTo>
                  <a:lnTo>
                    <a:pt x="19259" y="11078"/>
                  </a:lnTo>
                  <a:lnTo>
                    <a:pt x="18956" y="9731"/>
                  </a:lnTo>
                  <a:lnTo>
                    <a:pt x="18956" y="9630"/>
                  </a:lnTo>
                  <a:lnTo>
                    <a:pt x="18787" y="8957"/>
                  </a:lnTo>
                  <a:lnTo>
                    <a:pt x="18821" y="8856"/>
                  </a:lnTo>
                  <a:lnTo>
                    <a:pt x="18787" y="8788"/>
                  </a:lnTo>
                  <a:lnTo>
                    <a:pt x="18754" y="8755"/>
                  </a:lnTo>
                  <a:lnTo>
                    <a:pt x="18552" y="7745"/>
                  </a:lnTo>
                  <a:lnTo>
                    <a:pt x="18316" y="6364"/>
                  </a:lnTo>
                  <a:lnTo>
                    <a:pt x="18148" y="5691"/>
                  </a:lnTo>
                  <a:lnTo>
                    <a:pt x="17979" y="4984"/>
                  </a:lnTo>
                  <a:lnTo>
                    <a:pt x="17777" y="4512"/>
                  </a:lnTo>
                  <a:lnTo>
                    <a:pt x="17575" y="4007"/>
                  </a:lnTo>
                  <a:lnTo>
                    <a:pt x="17340" y="3536"/>
                  </a:lnTo>
                  <a:lnTo>
                    <a:pt x="17239" y="3267"/>
                  </a:lnTo>
                  <a:lnTo>
                    <a:pt x="17171" y="3031"/>
                  </a:lnTo>
                  <a:lnTo>
                    <a:pt x="17205" y="2930"/>
                  </a:lnTo>
                  <a:lnTo>
                    <a:pt x="17171" y="2896"/>
                  </a:lnTo>
                  <a:lnTo>
                    <a:pt x="17138" y="2863"/>
                  </a:lnTo>
                  <a:lnTo>
                    <a:pt x="17138" y="2829"/>
                  </a:lnTo>
                  <a:lnTo>
                    <a:pt x="17171" y="2829"/>
                  </a:lnTo>
                  <a:lnTo>
                    <a:pt x="17441" y="2728"/>
                  </a:lnTo>
                  <a:lnTo>
                    <a:pt x="17710" y="2694"/>
                  </a:lnTo>
                  <a:lnTo>
                    <a:pt x="17979" y="2661"/>
                  </a:lnTo>
                  <a:close/>
                  <a:moveTo>
                    <a:pt x="24275" y="1"/>
                  </a:moveTo>
                  <a:lnTo>
                    <a:pt x="22626" y="506"/>
                  </a:lnTo>
                  <a:lnTo>
                    <a:pt x="20976" y="977"/>
                  </a:lnTo>
                  <a:lnTo>
                    <a:pt x="19326" y="1381"/>
                  </a:lnTo>
                  <a:lnTo>
                    <a:pt x="17643" y="1785"/>
                  </a:lnTo>
                  <a:lnTo>
                    <a:pt x="14310" y="2593"/>
                  </a:lnTo>
                  <a:lnTo>
                    <a:pt x="12626" y="2997"/>
                  </a:lnTo>
                  <a:lnTo>
                    <a:pt x="10976" y="3401"/>
                  </a:lnTo>
                  <a:lnTo>
                    <a:pt x="9630" y="3772"/>
                  </a:lnTo>
                  <a:lnTo>
                    <a:pt x="8317" y="4176"/>
                  </a:lnTo>
                  <a:lnTo>
                    <a:pt x="5691" y="5017"/>
                  </a:lnTo>
                  <a:lnTo>
                    <a:pt x="5051" y="5253"/>
                  </a:lnTo>
                  <a:lnTo>
                    <a:pt x="4714" y="5388"/>
                  </a:lnTo>
                  <a:lnTo>
                    <a:pt x="4377" y="5590"/>
                  </a:lnTo>
                  <a:lnTo>
                    <a:pt x="4108" y="5792"/>
                  </a:lnTo>
                  <a:lnTo>
                    <a:pt x="3973" y="5926"/>
                  </a:lnTo>
                  <a:lnTo>
                    <a:pt x="3906" y="6061"/>
                  </a:lnTo>
                  <a:lnTo>
                    <a:pt x="3839" y="6230"/>
                  </a:lnTo>
                  <a:lnTo>
                    <a:pt x="3805" y="6364"/>
                  </a:lnTo>
                  <a:lnTo>
                    <a:pt x="3771" y="6533"/>
                  </a:lnTo>
                  <a:lnTo>
                    <a:pt x="3805" y="6735"/>
                  </a:lnTo>
                  <a:lnTo>
                    <a:pt x="3771" y="7105"/>
                  </a:lnTo>
                  <a:lnTo>
                    <a:pt x="3805" y="7509"/>
                  </a:lnTo>
                  <a:lnTo>
                    <a:pt x="3906" y="7913"/>
                  </a:lnTo>
                  <a:lnTo>
                    <a:pt x="4007" y="8317"/>
                  </a:lnTo>
                  <a:lnTo>
                    <a:pt x="4310" y="9125"/>
                  </a:lnTo>
                  <a:lnTo>
                    <a:pt x="4546" y="9866"/>
                  </a:lnTo>
                  <a:lnTo>
                    <a:pt x="5556" y="13434"/>
                  </a:lnTo>
                  <a:lnTo>
                    <a:pt x="4916" y="12761"/>
                  </a:lnTo>
                  <a:lnTo>
                    <a:pt x="4243" y="12121"/>
                  </a:lnTo>
                  <a:lnTo>
                    <a:pt x="3839" y="11717"/>
                  </a:lnTo>
                  <a:lnTo>
                    <a:pt x="3401" y="11381"/>
                  </a:lnTo>
                  <a:lnTo>
                    <a:pt x="2963" y="11010"/>
                  </a:lnTo>
                  <a:lnTo>
                    <a:pt x="2559" y="10606"/>
                  </a:lnTo>
                  <a:lnTo>
                    <a:pt x="2290" y="10371"/>
                  </a:lnTo>
                  <a:lnTo>
                    <a:pt x="1987" y="10101"/>
                  </a:lnTo>
                  <a:lnTo>
                    <a:pt x="1819" y="9967"/>
                  </a:lnTo>
                  <a:lnTo>
                    <a:pt x="1650" y="9899"/>
                  </a:lnTo>
                  <a:lnTo>
                    <a:pt x="1482" y="9866"/>
                  </a:lnTo>
                  <a:lnTo>
                    <a:pt x="1280" y="9899"/>
                  </a:lnTo>
                  <a:lnTo>
                    <a:pt x="1280" y="9832"/>
                  </a:lnTo>
                  <a:lnTo>
                    <a:pt x="1246" y="9765"/>
                  </a:lnTo>
                  <a:lnTo>
                    <a:pt x="1179" y="9731"/>
                  </a:lnTo>
                  <a:lnTo>
                    <a:pt x="1112" y="9731"/>
                  </a:lnTo>
                  <a:lnTo>
                    <a:pt x="943" y="9832"/>
                  </a:lnTo>
                  <a:lnTo>
                    <a:pt x="775" y="10000"/>
                  </a:lnTo>
                  <a:lnTo>
                    <a:pt x="506" y="10303"/>
                  </a:lnTo>
                  <a:lnTo>
                    <a:pt x="270" y="10573"/>
                  </a:lnTo>
                  <a:lnTo>
                    <a:pt x="169" y="10741"/>
                  </a:lnTo>
                  <a:lnTo>
                    <a:pt x="135" y="10808"/>
                  </a:lnTo>
                  <a:lnTo>
                    <a:pt x="135" y="10876"/>
                  </a:lnTo>
                  <a:lnTo>
                    <a:pt x="102" y="10876"/>
                  </a:lnTo>
                  <a:lnTo>
                    <a:pt x="68" y="10909"/>
                  </a:lnTo>
                  <a:lnTo>
                    <a:pt x="34" y="10943"/>
                  </a:lnTo>
                  <a:lnTo>
                    <a:pt x="1" y="10977"/>
                  </a:lnTo>
                  <a:lnTo>
                    <a:pt x="34" y="11010"/>
                  </a:lnTo>
                  <a:lnTo>
                    <a:pt x="68" y="11044"/>
                  </a:lnTo>
                  <a:lnTo>
                    <a:pt x="236" y="11145"/>
                  </a:lnTo>
                  <a:lnTo>
                    <a:pt x="371" y="11280"/>
                  </a:lnTo>
                  <a:lnTo>
                    <a:pt x="640" y="11549"/>
                  </a:lnTo>
                  <a:lnTo>
                    <a:pt x="1145" y="12155"/>
                  </a:lnTo>
                  <a:lnTo>
                    <a:pt x="1448" y="12525"/>
                  </a:lnTo>
                  <a:lnTo>
                    <a:pt x="1785" y="12896"/>
                  </a:lnTo>
                  <a:lnTo>
                    <a:pt x="2155" y="13232"/>
                  </a:lnTo>
                  <a:lnTo>
                    <a:pt x="2526" y="13569"/>
                  </a:lnTo>
                  <a:lnTo>
                    <a:pt x="3401" y="14243"/>
                  </a:lnTo>
                  <a:lnTo>
                    <a:pt x="4276" y="14983"/>
                  </a:lnTo>
                  <a:lnTo>
                    <a:pt x="4680" y="15354"/>
                  </a:lnTo>
                  <a:lnTo>
                    <a:pt x="5085" y="15758"/>
                  </a:lnTo>
                  <a:lnTo>
                    <a:pt x="5455" y="16195"/>
                  </a:lnTo>
                  <a:lnTo>
                    <a:pt x="5792" y="16633"/>
                  </a:lnTo>
                  <a:lnTo>
                    <a:pt x="5859" y="16700"/>
                  </a:lnTo>
                  <a:lnTo>
                    <a:pt x="5994" y="16700"/>
                  </a:lnTo>
                  <a:lnTo>
                    <a:pt x="6027" y="16633"/>
                  </a:lnTo>
                  <a:lnTo>
                    <a:pt x="6061" y="16599"/>
                  </a:lnTo>
                  <a:lnTo>
                    <a:pt x="6162" y="16734"/>
                  </a:lnTo>
                  <a:lnTo>
                    <a:pt x="6263" y="16835"/>
                  </a:lnTo>
                  <a:lnTo>
                    <a:pt x="6330" y="16869"/>
                  </a:lnTo>
                  <a:lnTo>
                    <a:pt x="6330" y="16902"/>
                  </a:lnTo>
                  <a:lnTo>
                    <a:pt x="6600" y="17744"/>
                  </a:lnTo>
                  <a:lnTo>
                    <a:pt x="6869" y="18619"/>
                  </a:lnTo>
                  <a:lnTo>
                    <a:pt x="7071" y="19461"/>
                  </a:lnTo>
                  <a:lnTo>
                    <a:pt x="7239" y="20336"/>
                  </a:lnTo>
                  <a:lnTo>
                    <a:pt x="7610" y="22087"/>
                  </a:lnTo>
                  <a:lnTo>
                    <a:pt x="7812" y="22963"/>
                  </a:lnTo>
                  <a:lnTo>
                    <a:pt x="8081" y="23838"/>
                  </a:lnTo>
                  <a:lnTo>
                    <a:pt x="8653" y="25656"/>
                  </a:lnTo>
                  <a:lnTo>
                    <a:pt x="9226" y="27474"/>
                  </a:lnTo>
                  <a:lnTo>
                    <a:pt x="9327" y="27710"/>
                  </a:lnTo>
                  <a:lnTo>
                    <a:pt x="9428" y="27912"/>
                  </a:lnTo>
                  <a:lnTo>
                    <a:pt x="9529" y="28114"/>
                  </a:lnTo>
                  <a:lnTo>
                    <a:pt x="9663" y="28316"/>
                  </a:lnTo>
                  <a:lnTo>
                    <a:pt x="9832" y="28484"/>
                  </a:lnTo>
                  <a:lnTo>
                    <a:pt x="10000" y="28652"/>
                  </a:lnTo>
                  <a:lnTo>
                    <a:pt x="10202" y="28787"/>
                  </a:lnTo>
                  <a:lnTo>
                    <a:pt x="10438" y="28888"/>
                  </a:lnTo>
                  <a:lnTo>
                    <a:pt x="10707" y="28955"/>
                  </a:lnTo>
                  <a:lnTo>
                    <a:pt x="11010" y="29023"/>
                  </a:lnTo>
                  <a:lnTo>
                    <a:pt x="11313" y="29056"/>
                  </a:lnTo>
                  <a:lnTo>
                    <a:pt x="11616" y="29056"/>
                  </a:lnTo>
                  <a:lnTo>
                    <a:pt x="11919" y="29023"/>
                  </a:lnTo>
                  <a:lnTo>
                    <a:pt x="12222" y="28989"/>
                  </a:lnTo>
                  <a:lnTo>
                    <a:pt x="12828" y="28854"/>
                  </a:lnTo>
                  <a:lnTo>
                    <a:pt x="13434" y="28686"/>
                  </a:lnTo>
                  <a:lnTo>
                    <a:pt x="14040" y="28484"/>
                  </a:lnTo>
                  <a:lnTo>
                    <a:pt x="15151" y="28080"/>
                  </a:lnTo>
                  <a:lnTo>
                    <a:pt x="17104" y="27541"/>
                  </a:lnTo>
                  <a:lnTo>
                    <a:pt x="19057" y="27003"/>
                  </a:lnTo>
                  <a:lnTo>
                    <a:pt x="20067" y="26666"/>
                  </a:lnTo>
                  <a:lnTo>
                    <a:pt x="21110" y="26329"/>
                  </a:lnTo>
                  <a:lnTo>
                    <a:pt x="21616" y="26161"/>
                  </a:lnTo>
                  <a:lnTo>
                    <a:pt x="22154" y="26026"/>
                  </a:lnTo>
                  <a:lnTo>
                    <a:pt x="22659" y="25892"/>
                  </a:lnTo>
                  <a:lnTo>
                    <a:pt x="23198" y="25824"/>
                  </a:lnTo>
                  <a:lnTo>
                    <a:pt x="23265" y="25791"/>
                  </a:lnTo>
                  <a:lnTo>
                    <a:pt x="23333" y="25690"/>
                  </a:lnTo>
                  <a:lnTo>
                    <a:pt x="23467" y="25690"/>
                  </a:lnTo>
                  <a:lnTo>
                    <a:pt x="23636" y="25656"/>
                  </a:lnTo>
                  <a:lnTo>
                    <a:pt x="23972" y="25589"/>
                  </a:lnTo>
                  <a:lnTo>
                    <a:pt x="24275" y="25488"/>
                  </a:lnTo>
                  <a:lnTo>
                    <a:pt x="24275" y="25151"/>
                  </a:lnTo>
                  <a:lnTo>
                    <a:pt x="23636" y="25353"/>
                  </a:lnTo>
                  <a:lnTo>
                    <a:pt x="23366" y="25454"/>
                  </a:lnTo>
                  <a:lnTo>
                    <a:pt x="23198" y="25555"/>
                  </a:lnTo>
                  <a:lnTo>
                    <a:pt x="22760" y="25589"/>
                  </a:lnTo>
                  <a:lnTo>
                    <a:pt x="22356" y="25690"/>
                  </a:lnTo>
                  <a:lnTo>
                    <a:pt x="21548" y="25892"/>
                  </a:lnTo>
                  <a:lnTo>
                    <a:pt x="19966" y="26430"/>
                  </a:lnTo>
                  <a:lnTo>
                    <a:pt x="19057" y="26700"/>
                  </a:lnTo>
                  <a:lnTo>
                    <a:pt x="18148" y="26969"/>
                  </a:lnTo>
                  <a:lnTo>
                    <a:pt x="16296" y="27474"/>
                  </a:lnTo>
                  <a:lnTo>
                    <a:pt x="14882" y="27912"/>
                  </a:lnTo>
                  <a:lnTo>
                    <a:pt x="13468" y="28349"/>
                  </a:lnTo>
                  <a:lnTo>
                    <a:pt x="12895" y="28518"/>
                  </a:lnTo>
                  <a:lnTo>
                    <a:pt x="12323" y="28686"/>
                  </a:lnTo>
                  <a:lnTo>
                    <a:pt x="11717" y="28753"/>
                  </a:lnTo>
                  <a:lnTo>
                    <a:pt x="11414" y="28787"/>
                  </a:lnTo>
                  <a:lnTo>
                    <a:pt x="11111" y="28787"/>
                  </a:lnTo>
                  <a:lnTo>
                    <a:pt x="10741" y="28720"/>
                  </a:lnTo>
                  <a:lnTo>
                    <a:pt x="10438" y="28585"/>
                  </a:lnTo>
                  <a:lnTo>
                    <a:pt x="10202" y="28417"/>
                  </a:lnTo>
                  <a:lnTo>
                    <a:pt x="9966" y="28181"/>
                  </a:lnTo>
                  <a:lnTo>
                    <a:pt x="9798" y="27912"/>
                  </a:lnTo>
                  <a:lnTo>
                    <a:pt x="9630" y="27609"/>
                  </a:lnTo>
                  <a:lnTo>
                    <a:pt x="9495" y="27306"/>
                  </a:lnTo>
                  <a:lnTo>
                    <a:pt x="9394" y="26969"/>
                  </a:lnTo>
                  <a:lnTo>
                    <a:pt x="9125" y="26094"/>
                  </a:lnTo>
                  <a:lnTo>
                    <a:pt x="8822" y="25252"/>
                  </a:lnTo>
                  <a:lnTo>
                    <a:pt x="8249" y="23535"/>
                  </a:lnTo>
                  <a:lnTo>
                    <a:pt x="8014" y="22761"/>
                  </a:lnTo>
                  <a:lnTo>
                    <a:pt x="7812" y="21986"/>
                  </a:lnTo>
                  <a:lnTo>
                    <a:pt x="7475" y="20437"/>
                  </a:lnTo>
                  <a:lnTo>
                    <a:pt x="7138" y="18855"/>
                  </a:lnTo>
                  <a:lnTo>
                    <a:pt x="6936" y="18114"/>
                  </a:lnTo>
                  <a:lnTo>
                    <a:pt x="6667" y="17340"/>
                  </a:lnTo>
                  <a:lnTo>
                    <a:pt x="6768" y="17441"/>
                  </a:lnTo>
                  <a:lnTo>
                    <a:pt x="7037" y="17744"/>
                  </a:lnTo>
                  <a:lnTo>
                    <a:pt x="7307" y="18047"/>
                  </a:lnTo>
                  <a:lnTo>
                    <a:pt x="7946" y="18586"/>
                  </a:lnTo>
                  <a:lnTo>
                    <a:pt x="8115" y="18956"/>
                  </a:lnTo>
                  <a:lnTo>
                    <a:pt x="8216" y="19360"/>
                  </a:lnTo>
                  <a:lnTo>
                    <a:pt x="8418" y="20168"/>
                  </a:lnTo>
                  <a:lnTo>
                    <a:pt x="8586" y="21010"/>
                  </a:lnTo>
                  <a:lnTo>
                    <a:pt x="8721" y="21818"/>
                  </a:lnTo>
                  <a:lnTo>
                    <a:pt x="8923" y="23030"/>
                  </a:lnTo>
                  <a:lnTo>
                    <a:pt x="9192" y="24242"/>
                  </a:lnTo>
                  <a:lnTo>
                    <a:pt x="9394" y="25319"/>
                  </a:lnTo>
                  <a:lnTo>
                    <a:pt x="9562" y="25892"/>
                  </a:lnTo>
                  <a:lnTo>
                    <a:pt x="9731" y="26498"/>
                  </a:lnTo>
                  <a:lnTo>
                    <a:pt x="10000" y="27036"/>
                  </a:lnTo>
                  <a:lnTo>
                    <a:pt x="10135" y="27272"/>
                  </a:lnTo>
                  <a:lnTo>
                    <a:pt x="10303" y="27508"/>
                  </a:lnTo>
                  <a:lnTo>
                    <a:pt x="10505" y="27710"/>
                  </a:lnTo>
                  <a:lnTo>
                    <a:pt x="10707" y="27878"/>
                  </a:lnTo>
                  <a:lnTo>
                    <a:pt x="10943" y="28013"/>
                  </a:lnTo>
                  <a:lnTo>
                    <a:pt x="11178" y="28147"/>
                  </a:lnTo>
                  <a:lnTo>
                    <a:pt x="11515" y="28215"/>
                  </a:lnTo>
                  <a:lnTo>
                    <a:pt x="11852" y="28248"/>
                  </a:lnTo>
                  <a:lnTo>
                    <a:pt x="12188" y="28248"/>
                  </a:lnTo>
                  <a:lnTo>
                    <a:pt x="12525" y="28215"/>
                  </a:lnTo>
                  <a:lnTo>
                    <a:pt x="12862" y="28147"/>
                  </a:lnTo>
                  <a:lnTo>
                    <a:pt x="13199" y="28046"/>
                  </a:lnTo>
                  <a:lnTo>
                    <a:pt x="13838" y="27878"/>
                  </a:lnTo>
                  <a:lnTo>
                    <a:pt x="14613" y="27609"/>
                  </a:lnTo>
                  <a:lnTo>
                    <a:pt x="15387" y="27306"/>
                  </a:lnTo>
                  <a:lnTo>
                    <a:pt x="16195" y="27003"/>
                  </a:lnTo>
                  <a:lnTo>
                    <a:pt x="16969" y="26733"/>
                  </a:lnTo>
                  <a:lnTo>
                    <a:pt x="21279" y="25488"/>
                  </a:lnTo>
                  <a:lnTo>
                    <a:pt x="22356" y="25151"/>
                  </a:lnTo>
                  <a:lnTo>
                    <a:pt x="23467" y="24814"/>
                  </a:lnTo>
                  <a:lnTo>
                    <a:pt x="24275" y="24579"/>
                  </a:lnTo>
                  <a:lnTo>
                    <a:pt x="24275" y="24276"/>
                  </a:lnTo>
                  <a:lnTo>
                    <a:pt x="22929" y="24713"/>
                  </a:lnTo>
                  <a:lnTo>
                    <a:pt x="20807" y="25387"/>
                  </a:lnTo>
                  <a:lnTo>
                    <a:pt x="18686" y="25993"/>
                  </a:lnTo>
                  <a:lnTo>
                    <a:pt x="16936" y="26531"/>
                  </a:lnTo>
                  <a:lnTo>
                    <a:pt x="16094" y="26801"/>
                  </a:lnTo>
                  <a:lnTo>
                    <a:pt x="15252" y="27104"/>
                  </a:lnTo>
                  <a:lnTo>
                    <a:pt x="14444" y="27407"/>
                  </a:lnTo>
                  <a:lnTo>
                    <a:pt x="13670" y="27676"/>
                  </a:lnTo>
                  <a:lnTo>
                    <a:pt x="13232" y="27811"/>
                  </a:lnTo>
                  <a:lnTo>
                    <a:pt x="12828" y="27878"/>
                  </a:lnTo>
                  <a:lnTo>
                    <a:pt x="12424" y="27945"/>
                  </a:lnTo>
                  <a:lnTo>
                    <a:pt x="12020" y="27979"/>
                  </a:lnTo>
                  <a:lnTo>
                    <a:pt x="11650" y="27979"/>
                  </a:lnTo>
                  <a:lnTo>
                    <a:pt x="11313" y="27878"/>
                  </a:lnTo>
                  <a:lnTo>
                    <a:pt x="11044" y="27777"/>
                  </a:lnTo>
                  <a:lnTo>
                    <a:pt x="10774" y="27575"/>
                  </a:lnTo>
                  <a:lnTo>
                    <a:pt x="10539" y="27373"/>
                  </a:lnTo>
                  <a:lnTo>
                    <a:pt x="10337" y="27104"/>
                  </a:lnTo>
                  <a:lnTo>
                    <a:pt x="10168" y="26834"/>
                  </a:lnTo>
                  <a:lnTo>
                    <a:pt x="10034" y="26531"/>
                  </a:lnTo>
                  <a:lnTo>
                    <a:pt x="9899" y="26195"/>
                  </a:lnTo>
                  <a:lnTo>
                    <a:pt x="9764" y="25858"/>
                  </a:lnTo>
                  <a:lnTo>
                    <a:pt x="9596" y="25185"/>
                  </a:lnTo>
                  <a:lnTo>
                    <a:pt x="9461" y="24511"/>
                  </a:lnTo>
                  <a:lnTo>
                    <a:pt x="9327" y="23872"/>
                  </a:lnTo>
                  <a:lnTo>
                    <a:pt x="9125" y="22626"/>
                  </a:lnTo>
                  <a:lnTo>
                    <a:pt x="8923" y="21346"/>
                  </a:lnTo>
                  <a:lnTo>
                    <a:pt x="8822" y="20707"/>
                  </a:lnTo>
                  <a:lnTo>
                    <a:pt x="8687" y="20101"/>
                  </a:lnTo>
                  <a:lnTo>
                    <a:pt x="8519" y="19495"/>
                  </a:lnTo>
                  <a:lnTo>
                    <a:pt x="8317" y="18889"/>
                  </a:lnTo>
                  <a:lnTo>
                    <a:pt x="8350" y="18922"/>
                  </a:lnTo>
                  <a:lnTo>
                    <a:pt x="9259" y="19764"/>
                  </a:lnTo>
                  <a:lnTo>
                    <a:pt x="9697" y="20168"/>
                  </a:lnTo>
                  <a:lnTo>
                    <a:pt x="10135" y="20572"/>
                  </a:lnTo>
                  <a:lnTo>
                    <a:pt x="10539" y="20875"/>
                  </a:lnTo>
                  <a:lnTo>
                    <a:pt x="10741" y="21043"/>
                  </a:lnTo>
                  <a:lnTo>
                    <a:pt x="10909" y="21178"/>
                  </a:lnTo>
                  <a:lnTo>
                    <a:pt x="11212" y="21447"/>
                  </a:lnTo>
                  <a:lnTo>
                    <a:pt x="11347" y="21548"/>
                  </a:lnTo>
                  <a:lnTo>
                    <a:pt x="11549" y="21616"/>
                  </a:lnTo>
                  <a:lnTo>
                    <a:pt x="11616" y="21649"/>
                  </a:lnTo>
                  <a:lnTo>
                    <a:pt x="11683" y="21616"/>
                  </a:lnTo>
                  <a:lnTo>
                    <a:pt x="11717" y="21582"/>
                  </a:lnTo>
                  <a:lnTo>
                    <a:pt x="11717" y="21616"/>
                  </a:lnTo>
                  <a:lnTo>
                    <a:pt x="11751" y="21649"/>
                  </a:lnTo>
                  <a:lnTo>
                    <a:pt x="11919" y="21784"/>
                  </a:lnTo>
                  <a:lnTo>
                    <a:pt x="12121" y="21885"/>
                  </a:lnTo>
                  <a:lnTo>
                    <a:pt x="11616" y="21986"/>
                  </a:lnTo>
                  <a:lnTo>
                    <a:pt x="11380" y="22053"/>
                  </a:lnTo>
                  <a:lnTo>
                    <a:pt x="11178" y="22155"/>
                  </a:lnTo>
                  <a:lnTo>
                    <a:pt x="11111" y="22222"/>
                  </a:lnTo>
                  <a:lnTo>
                    <a:pt x="11111" y="22289"/>
                  </a:lnTo>
                  <a:lnTo>
                    <a:pt x="11178" y="22357"/>
                  </a:lnTo>
                  <a:lnTo>
                    <a:pt x="11246" y="22357"/>
                  </a:lnTo>
                  <a:lnTo>
                    <a:pt x="12525" y="22020"/>
                  </a:lnTo>
                  <a:lnTo>
                    <a:pt x="13805" y="21683"/>
                  </a:lnTo>
                  <a:lnTo>
                    <a:pt x="15084" y="21313"/>
                  </a:lnTo>
                  <a:lnTo>
                    <a:pt x="16363" y="20976"/>
                  </a:lnTo>
                  <a:lnTo>
                    <a:pt x="18686" y="20404"/>
                  </a:lnTo>
                  <a:lnTo>
                    <a:pt x="21009" y="19831"/>
                  </a:lnTo>
                  <a:lnTo>
                    <a:pt x="21110" y="20235"/>
                  </a:lnTo>
                  <a:lnTo>
                    <a:pt x="20841" y="20269"/>
                  </a:lnTo>
                  <a:lnTo>
                    <a:pt x="20538" y="20303"/>
                  </a:lnTo>
                  <a:lnTo>
                    <a:pt x="19932" y="20437"/>
                  </a:lnTo>
                  <a:lnTo>
                    <a:pt x="18821" y="20740"/>
                  </a:lnTo>
                  <a:lnTo>
                    <a:pt x="18013" y="20942"/>
                  </a:lnTo>
                  <a:lnTo>
                    <a:pt x="17239" y="21178"/>
                  </a:lnTo>
                  <a:lnTo>
                    <a:pt x="15690" y="21649"/>
                  </a:lnTo>
                  <a:lnTo>
                    <a:pt x="14108" y="22155"/>
                  </a:lnTo>
                  <a:lnTo>
                    <a:pt x="13333" y="22424"/>
                  </a:lnTo>
                  <a:lnTo>
                    <a:pt x="12525" y="22660"/>
                  </a:lnTo>
                  <a:lnTo>
                    <a:pt x="12188" y="22693"/>
                  </a:lnTo>
                  <a:lnTo>
                    <a:pt x="11852" y="22761"/>
                  </a:lnTo>
                  <a:lnTo>
                    <a:pt x="11683" y="22794"/>
                  </a:lnTo>
                  <a:lnTo>
                    <a:pt x="11515" y="22895"/>
                  </a:lnTo>
                  <a:lnTo>
                    <a:pt x="11414" y="22996"/>
                  </a:lnTo>
                  <a:lnTo>
                    <a:pt x="11313" y="23131"/>
                  </a:lnTo>
                  <a:lnTo>
                    <a:pt x="11313" y="23165"/>
                  </a:lnTo>
                  <a:lnTo>
                    <a:pt x="11347" y="23165"/>
                  </a:lnTo>
                  <a:lnTo>
                    <a:pt x="11784" y="23030"/>
                  </a:lnTo>
                  <a:lnTo>
                    <a:pt x="12222" y="22929"/>
                  </a:lnTo>
                  <a:lnTo>
                    <a:pt x="12660" y="22862"/>
                  </a:lnTo>
                  <a:lnTo>
                    <a:pt x="13097" y="22727"/>
                  </a:lnTo>
                  <a:lnTo>
                    <a:pt x="14545" y="22289"/>
                  </a:lnTo>
                  <a:lnTo>
                    <a:pt x="15993" y="21818"/>
                  </a:lnTo>
                  <a:lnTo>
                    <a:pt x="17306" y="21414"/>
                  </a:lnTo>
                  <a:lnTo>
                    <a:pt x="18653" y="21043"/>
                  </a:lnTo>
                  <a:lnTo>
                    <a:pt x="19259" y="20841"/>
                  </a:lnTo>
                  <a:lnTo>
                    <a:pt x="19898" y="20673"/>
                  </a:lnTo>
                  <a:lnTo>
                    <a:pt x="20538" y="20538"/>
                  </a:lnTo>
                  <a:lnTo>
                    <a:pt x="20875" y="20505"/>
                  </a:lnTo>
                  <a:lnTo>
                    <a:pt x="21178" y="20505"/>
                  </a:lnTo>
                  <a:lnTo>
                    <a:pt x="21346" y="21043"/>
                  </a:lnTo>
                  <a:lnTo>
                    <a:pt x="20740" y="21144"/>
                  </a:lnTo>
                  <a:lnTo>
                    <a:pt x="20134" y="21279"/>
                  </a:lnTo>
                  <a:lnTo>
                    <a:pt x="18922" y="21582"/>
                  </a:lnTo>
                  <a:lnTo>
                    <a:pt x="16498" y="22256"/>
                  </a:lnTo>
                  <a:lnTo>
                    <a:pt x="15252" y="22592"/>
                  </a:lnTo>
                  <a:lnTo>
                    <a:pt x="14007" y="22963"/>
                  </a:lnTo>
                  <a:lnTo>
                    <a:pt x="12761" y="23400"/>
                  </a:lnTo>
                  <a:lnTo>
                    <a:pt x="11549" y="23838"/>
                  </a:lnTo>
                  <a:lnTo>
                    <a:pt x="11515" y="23872"/>
                  </a:lnTo>
                  <a:lnTo>
                    <a:pt x="11515" y="23905"/>
                  </a:lnTo>
                  <a:lnTo>
                    <a:pt x="11549" y="23973"/>
                  </a:lnTo>
                  <a:lnTo>
                    <a:pt x="11582" y="23973"/>
                  </a:lnTo>
                  <a:lnTo>
                    <a:pt x="12188" y="23872"/>
                  </a:lnTo>
                  <a:lnTo>
                    <a:pt x="12794" y="23737"/>
                  </a:lnTo>
                  <a:lnTo>
                    <a:pt x="13367" y="23569"/>
                  </a:lnTo>
                  <a:lnTo>
                    <a:pt x="13973" y="23333"/>
                  </a:lnTo>
                  <a:lnTo>
                    <a:pt x="15151" y="22929"/>
                  </a:lnTo>
                  <a:lnTo>
                    <a:pt x="15724" y="22727"/>
                  </a:lnTo>
                  <a:lnTo>
                    <a:pt x="16330" y="22559"/>
                  </a:lnTo>
                  <a:lnTo>
                    <a:pt x="17575" y="22222"/>
                  </a:lnTo>
                  <a:lnTo>
                    <a:pt x="18855" y="21851"/>
                  </a:lnTo>
                  <a:lnTo>
                    <a:pt x="20134" y="21548"/>
                  </a:lnTo>
                  <a:lnTo>
                    <a:pt x="20774" y="21414"/>
                  </a:lnTo>
                  <a:lnTo>
                    <a:pt x="21414" y="21279"/>
                  </a:lnTo>
                  <a:lnTo>
                    <a:pt x="21750" y="22155"/>
                  </a:lnTo>
                  <a:lnTo>
                    <a:pt x="21919" y="22592"/>
                  </a:lnTo>
                  <a:lnTo>
                    <a:pt x="22154" y="22996"/>
                  </a:lnTo>
                  <a:lnTo>
                    <a:pt x="22188" y="23064"/>
                  </a:lnTo>
                  <a:lnTo>
                    <a:pt x="22255" y="23064"/>
                  </a:lnTo>
                  <a:lnTo>
                    <a:pt x="22356" y="23030"/>
                  </a:lnTo>
                  <a:lnTo>
                    <a:pt x="22390" y="22963"/>
                  </a:lnTo>
                  <a:lnTo>
                    <a:pt x="22525" y="22525"/>
                  </a:lnTo>
                  <a:lnTo>
                    <a:pt x="22592" y="22323"/>
                  </a:lnTo>
                  <a:lnTo>
                    <a:pt x="22659" y="22121"/>
                  </a:lnTo>
                  <a:lnTo>
                    <a:pt x="22760" y="22222"/>
                  </a:lnTo>
                  <a:lnTo>
                    <a:pt x="22861" y="22289"/>
                  </a:lnTo>
                  <a:lnTo>
                    <a:pt x="23131" y="22390"/>
                  </a:lnTo>
                  <a:lnTo>
                    <a:pt x="23164" y="22491"/>
                  </a:lnTo>
                  <a:lnTo>
                    <a:pt x="23198" y="22525"/>
                  </a:lnTo>
                  <a:lnTo>
                    <a:pt x="23232" y="22559"/>
                  </a:lnTo>
                  <a:lnTo>
                    <a:pt x="23333" y="22559"/>
                  </a:lnTo>
                  <a:lnTo>
                    <a:pt x="23400" y="22525"/>
                  </a:lnTo>
                  <a:lnTo>
                    <a:pt x="23434" y="22458"/>
                  </a:lnTo>
                  <a:lnTo>
                    <a:pt x="23434" y="22424"/>
                  </a:lnTo>
                  <a:lnTo>
                    <a:pt x="23400" y="22357"/>
                  </a:lnTo>
                  <a:lnTo>
                    <a:pt x="23400" y="22256"/>
                  </a:lnTo>
                  <a:lnTo>
                    <a:pt x="23366" y="22188"/>
                  </a:lnTo>
                  <a:lnTo>
                    <a:pt x="22962" y="20841"/>
                  </a:lnTo>
                  <a:lnTo>
                    <a:pt x="22558" y="19495"/>
                  </a:lnTo>
                  <a:lnTo>
                    <a:pt x="22121" y="18114"/>
                  </a:lnTo>
                  <a:lnTo>
                    <a:pt x="21750" y="16768"/>
                  </a:lnTo>
                  <a:lnTo>
                    <a:pt x="21582" y="16061"/>
                  </a:lnTo>
                  <a:lnTo>
                    <a:pt x="21414" y="15320"/>
                  </a:lnTo>
                  <a:lnTo>
                    <a:pt x="21178" y="13872"/>
                  </a:lnTo>
                  <a:lnTo>
                    <a:pt x="20908" y="12424"/>
                  </a:lnTo>
                  <a:lnTo>
                    <a:pt x="20774" y="11717"/>
                  </a:lnTo>
                  <a:lnTo>
                    <a:pt x="20639" y="10977"/>
                  </a:lnTo>
                  <a:lnTo>
                    <a:pt x="20437" y="10337"/>
                  </a:lnTo>
                  <a:lnTo>
                    <a:pt x="20269" y="9664"/>
                  </a:lnTo>
                  <a:lnTo>
                    <a:pt x="19898" y="8384"/>
                  </a:lnTo>
                  <a:lnTo>
                    <a:pt x="19528" y="6903"/>
                  </a:lnTo>
                  <a:lnTo>
                    <a:pt x="19360" y="6162"/>
                  </a:lnTo>
                  <a:lnTo>
                    <a:pt x="19158" y="5421"/>
                  </a:lnTo>
                  <a:lnTo>
                    <a:pt x="18855" y="4479"/>
                  </a:lnTo>
                  <a:lnTo>
                    <a:pt x="18552" y="3570"/>
                  </a:lnTo>
                  <a:lnTo>
                    <a:pt x="18451" y="3132"/>
                  </a:lnTo>
                  <a:lnTo>
                    <a:pt x="18350" y="2896"/>
                  </a:lnTo>
                  <a:lnTo>
                    <a:pt x="18282" y="2694"/>
                  </a:lnTo>
                  <a:lnTo>
                    <a:pt x="18518" y="2728"/>
                  </a:lnTo>
                  <a:lnTo>
                    <a:pt x="18821" y="2694"/>
                  </a:lnTo>
                  <a:lnTo>
                    <a:pt x="19494" y="2560"/>
                  </a:lnTo>
                  <a:lnTo>
                    <a:pt x="19494" y="2795"/>
                  </a:lnTo>
                  <a:lnTo>
                    <a:pt x="19528" y="3065"/>
                  </a:lnTo>
                  <a:lnTo>
                    <a:pt x="19629" y="3570"/>
                  </a:lnTo>
                  <a:lnTo>
                    <a:pt x="19764" y="4075"/>
                  </a:lnTo>
                  <a:lnTo>
                    <a:pt x="19932" y="4580"/>
                  </a:lnTo>
                  <a:lnTo>
                    <a:pt x="20100" y="5287"/>
                  </a:lnTo>
                  <a:lnTo>
                    <a:pt x="20269" y="5994"/>
                  </a:lnTo>
                  <a:lnTo>
                    <a:pt x="20572" y="7442"/>
                  </a:lnTo>
                  <a:lnTo>
                    <a:pt x="20740" y="8182"/>
                  </a:lnTo>
                  <a:lnTo>
                    <a:pt x="20908" y="8889"/>
                  </a:lnTo>
                  <a:lnTo>
                    <a:pt x="21312" y="10371"/>
                  </a:lnTo>
                  <a:lnTo>
                    <a:pt x="22154" y="13232"/>
                  </a:lnTo>
                  <a:lnTo>
                    <a:pt x="22962" y="16061"/>
                  </a:lnTo>
                  <a:lnTo>
                    <a:pt x="23366" y="17441"/>
                  </a:lnTo>
                  <a:lnTo>
                    <a:pt x="23737" y="18855"/>
                  </a:lnTo>
                  <a:lnTo>
                    <a:pt x="23972" y="19663"/>
                  </a:lnTo>
                  <a:lnTo>
                    <a:pt x="24275" y="20471"/>
                  </a:lnTo>
                  <a:lnTo>
                    <a:pt x="24275" y="19697"/>
                  </a:lnTo>
                  <a:lnTo>
                    <a:pt x="24107" y="19259"/>
                  </a:lnTo>
                  <a:lnTo>
                    <a:pt x="23972" y="18788"/>
                  </a:lnTo>
                  <a:lnTo>
                    <a:pt x="23602" y="17441"/>
                  </a:lnTo>
                  <a:lnTo>
                    <a:pt x="23232" y="16094"/>
                  </a:lnTo>
                  <a:lnTo>
                    <a:pt x="22457" y="13434"/>
                  </a:lnTo>
                  <a:lnTo>
                    <a:pt x="21649" y="10674"/>
                  </a:lnTo>
                  <a:lnTo>
                    <a:pt x="21245" y="9260"/>
                  </a:lnTo>
                  <a:lnTo>
                    <a:pt x="20875" y="7879"/>
                  </a:lnTo>
                  <a:lnTo>
                    <a:pt x="20605" y="6499"/>
                  </a:lnTo>
                  <a:lnTo>
                    <a:pt x="20302" y="5152"/>
                  </a:lnTo>
                  <a:lnTo>
                    <a:pt x="20134" y="4479"/>
                  </a:lnTo>
                  <a:lnTo>
                    <a:pt x="19932" y="3839"/>
                  </a:lnTo>
                  <a:lnTo>
                    <a:pt x="19764" y="3166"/>
                  </a:lnTo>
                  <a:lnTo>
                    <a:pt x="19629" y="2492"/>
                  </a:lnTo>
                  <a:lnTo>
                    <a:pt x="20504" y="2257"/>
                  </a:lnTo>
                  <a:lnTo>
                    <a:pt x="20976" y="2088"/>
                  </a:lnTo>
                  <a:lnTo>
                    <a:pt x="21818" y="1819"/>
                  </a:lnTo>
                  <a:lnTo>
                    <a:pt x="22626" y="1516"/>
                  </a:lnTo>
                  <a:lnTo>
                    <a:pt x="23434" y="1247"/>
                  </a:lnTo>
                  <a:lnTo>
                    <a:pt x="24275" y="1011"/>
                  </a:lnTo>
                  <a:lnTo>
                    <a:pt x="24275" y="742"/>
                  </a:lnTo>
                  <a:lnTo>
                    <a:pt x="24141" y="809"/>
                  </a:lnTo>
                  <a:lnTo>
                    <a:pt x="21851" y="1583"/>
                  </a:lnTo>
                  <a:lnTo>
                    <a:pt x="20706" y="1954"/>
                  </a:lnTo>
                  <a:lnTo>
                    <a:pt x="19595" y="2290"/>
                  </a:lnTo>
                  <a:lnTo>
                    <a:pt x="18922" y="2492"/>
                  </a:lnTo>
                  <a:lnTo>
                    <a:pt x="18518" y="2560"/>
                  </a:lnTo>
                  <a:lnTo>
                    <a:pt x="18350" y="2560"/>
                  </a:lnTo>
                  <a:lnTo>
                    <a:pt x="18215" y="2526"/>
                  </a:lnTo>
                  <a:lnTo>
                    <a:pt x="18181" y="2492"/>
                  </a:lnTo>
                  <a:lnTo>
                    <a:pt x="18047" y="2459"/>
                  </a:lnTo>
                  <a:lnTo>
                    <a:pt x="17609" y="2459"/>
                  </a:lnTo>
                  <a:lnTo>
                    <a:pt x="17340" y="2526"/>
                  </a:lnTo>
                  <a:lnTo>
                    <a:pt x="17205" y="2593"/>
                  </a:lnTo>
                  <a:lnTo>
                    <a:pt x="17104" y="2661"/>
                  </a:lnTo>
                  <a:lnTo>
                    <a:pt x="17003" y="2661"/>
                  </a:lnTo>
                  <a:lnTo>
                    <a:pt x="16969" y="2694"/>
                  </a:lnTo>
                  <a:lnTo>
                    <a:pt x="16969" y="2728"/>
                  </a:lnTo>
                  <a:lnTo>
                    <a:pt x="16969" y="2863"/>
                  </a:lnTo>
                  <a:lnTo>
                    <a:pt x="16969" y="2896"/>
                  </a:lnTo>
                  <a:lnTo>
                    <a:pt x="16296" y="3098"/>
                  </a:lnTo>
                  <a:lnTo>
                    <a:pt x="15623" y="3300"/>
                  </a:lnTo>
                  <a:lnTo>
                    <a:pt x="14242" y="3637"/>
                  </a:lnTo>
                  <a:lnTo>
                    <a:pt x="12862" y="3906"/>
                  </a:lnTo>
                  <a:lnTo>
                    <a:pt x="11481" y="4209"/>
                  </a:lnTo>
                  <a:lnTo>
                    <a:pt x="10707" y="4411"/>
                  </a:lnTo>
                  <a:lnTo>
                    <a:pt x="9933" y="4647"/>
                  </a:lnTo>
                  <a:lnTo>
                    <a:pt x="8418" y="5051"/>
                  </a:lnTo>
                  <a:lnTo>
                    <a:pt x="7812" y="5219"/>
                  </a:lnTo>
                  <a:lnTo>
                    <a:pt x="7239" y="5354"/>
                  </a:lnTo>
                  <a:lnTo>
                    <a:pt x="6869" y="5455"/>
                  </a:lnTo>
                  <a:lnTo>
                    <a:pt x="6667" y="5522"/>
                  </a:lnTo>
                  <a:lnTo>
                    <a:pt x="6532" y="5522"/>
                  </a:lnTo>
                  <a:lnTo>
                    <a:pt x="6532" y="5556"/>
                  </a:lnTo>
                  <a:lnTo>
                    <a:pt x="6532" y="5623"/>
                  </a:lnTo>
                  <a:lnTo>
                    <a:pt x="6095" y="5758"/>
                  </a:lnTo>
                  <a:lnTo>
                    <a:pt x="5859" y="5859"/>
                  </a:lnTo>
                  <a:lnTo>
                    <a:pt x="5657" y="5994"/>
                  </a:lnTo>
                  <a:lnTo>
                    <a:pt x="5489" y="6129"/>
                  </a:lnTo>
                  <a:lnTo>
                    <a:pt x="5320" y="6263"/>
                  </a:lnTo>
                  <a:lnTo>
                    <a:pt x="5186" y="6465"/>
                  </a:lnTo>
                  <a:lnTo>
                    <a:pt x="5085" y="6701"/>
                  </a:lnTo>
                  <a:lnTo>
                    <a:pt x="5017" y="6937"/>
                  </a:lnTo>
                  <a:lnTo>
                    <a:pt x="4984" y="7240"/>
                  </a:lnTo>
                  <a:lnTo>
                    <a:pt x="5017" y="7543"/>
                  </a:lnTo>
                  <a:lnTo>
                    <a:pt x="5051" y="7846"/>
                  </a:lnTo>
                  <a:lnTo>
                    <a:pt x="5219" y="8418"/>
                  </a:lnTo>
                  <a:lnTo>
                    <a:pt x="5354" y="8957"/>
                  </a:lnTo>
                  <a:lnTo>
                    <a:pt x="5691" y="10674"/>
                  </a:lnTo>
                  <a:lnTo>
                    <a:pt x="6095" y="12391"/>
                  </a:lnTo>
                  <a:lnTo>
                    <a:pt x="6229" y="12963"/>
                  </a:lnTo>
                  <a:lnTo>
                    <a:pt x="6398" y="13535"/>
                  </a:lnTo>
                  <a:lnTo>
                    <a:pt x="6768" y="14647"/>
                  </a:lnTo>
                  <a:lnTo>
                    <a:pt x="6330" y="14243"/>
                  </a:lnTo>
                  <a:lnTo>
                    <a:pt x="5893" y="13805"/>
                  </a:lnTo>
                  <a:lnTo>
                    <a:pt x="5792" y="13333"/>
                  </a:lnTo>
                  <a:lnTo>
                    <a:pt x="5691" y="12862"/>
                  </a:lnTo>
                  <a:lnTo>
                    <a:pt x="5421" y="11919"/>
                  </a:lnTo>
                  <a:lnTo>
                    <a:pt x="5118" y="10977"/>
                  </a:lnTo>
                  <a:lnTo>
                    <a:pt x="4815" y="10034"/>
                  </a:lnTo>
                  <a:lnTo>
                    <a:pt x="4579" y="9226"/>
                  </a:lnTo>
                  <a:lnTo>
                    <a:pt x="4310" y="8384"/>
                  </a:lnTo>
                  <a:lnTo>
                    <a:pt x="4209" y="8014"/>
                  </a:lnTo>
                  <a:lnTo>
                    <a:pt x="4142" y="7644"/>
                  </a:lnTo>
                  <a:lnTo>
                    <a:pt x="4007" y="6903"/>
                  </a:lnTo>
                  <a:lnTo>
                    <a:pt x="4041" y="6869"/>
                  </a:lnTo>
                  <a:lnTo>
                    <a:pt x="4041" y="6802"/>
                  </a:lnTo>
                  <a:lnTo>
                    <a:pt x="4007" y="6566"/>
                  </a:lnTo>
                  <a:lnTo>
                    <a:pt x="4041" y="6364"/>
                  </a:lnTo>
                  <a:lnTo>
                    <a:pt x="4108" y="6196"/>
                  </a:lnTo>
                  <a:lnTo>
                    <a:pt x="4243" y="6027"/>
                  </a:lnTo>
                  <a:lnTo>
                    <a:pt x="4411" y="5859"/>
                  </a:lnTo>
                  <a:lnTo>
                    <a:pt x="4579" y="5724"/>
                  </a:lnTo>
                  <a:lnTo>
                    <a:pt x="4815" y="5590"/>
                  </a:lnTo>
                  <a:lnTo>
                    <a:pt x="5051" y="5489"/>
                  </a:lnTo>
                  <a:lnTo>
                    <a:pt x="5556" y="5287"/>
                  </a:lnTo>
                  <a:lnTo>
                    <a:pt x="6095" y="5152"/>
                  </a:lnTo>
                  <a:lnTo>
                    <a:pt x="6903" y="4916"/>
                  </a:lnTo>
                  <a:lnTo>
                    <a:pt x="9663" y="4075"/>
                  </a:lnTo>
                  <a:lnTo>
                    <a:pt x="11077" y="3671"/>
                  </a:lnTo>
                  <a:lnTo>
                    <a:pt x="12458" y="3300"/>
                  </a:lnTo>
                  <a:lnTo>
                    <a:pt x="15421" y="2593"/>
                  </a:lnTo>
                  <a:lnTo>
                    <a:pt x="18383" y="1886"/>
                  </a:lnTo>
                  <a:lnTo>
                    <a:pt x="19865" y="1516"/>
                  </a:lnTo>
                  <a:lnTo>
                    <a:pt x="21346" y="1146"/>
                  </a:lnTo>
                  <a:lnTo>
                    <a:pt x="22828" y="742"/>
                  </a:lnTo>
                  <a:lnTo>
                    <a:pt x="24275" y="304"/>
                  </a:lnTo>
                  <a:lnTo>
                    <a:pt x="242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3" name="Google Shape;1803;p12"/>
            <p:cNvSpPr/>
            <p:nvPr/>
          </p:nvSpPr>
          <p:spPr>
            <a:xfrm>
              <a:off x="6823542" y="2472767"/>
              <a:ext cx="38614" cy="16769"/>
            </a:xfrm>
            <a:custGeom>
              <a:avLst/>
              <a:gdLst/>
              <a:ahLst/>
              <a:cxnLst/>
              <a:rect l="l" t="t" r="r" b="b"/>
              <a:pathLst>
                <a:path w="776" h="337" extrusionOk="0">
                  <a:moveTo>
                    <a:pt x="775" y="0"/>
                  </a:moveTo>
                  <a:lnTo>
                    <a:pt x="371" y="101"/>
                  </a:lnTo>
                  <a:lnTo>
                    <a:pt x="203" y="202"/>
                  </a:lnTo>
                  <a:lnTo>
                    <a:pt x="1" y="303"/>
                  </a:lnTo>
                  <a:lnTo>
                    <a:pt x="1" y="337"/>
                  </a:lnTo>
                  <a:lnTo>
                    <a:pt x="405" y="337"/>
                  </a:lnTo>
                  <a:lnTo>
                    <a:pt x="775" y="269"/>
                  </a:lnTo>
                  <a:lnTo>
                    <a:pt x="77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4" name="Google Shape;1804;p12"/>
            <p:cNvSpPr/>
            <p:nvPr/>
          </p:nvSpPr>
          <p:spPr>
            <a:xfrm>
              <a:off x="6810156" y="2378920"/>
              <a:ext cx="51999" cy="28512"/>
            </a:xfrm>
            <a:custGeom>
              <a:avLst/>
              <a:gdLst/>
              <a:ahLst/>
              <a:cxnLst/>
              <a:rect l="l" t="t" r="r" b="b"/>
              <a:pathLst>
                <a:path w="1045" h="573" extrusionOk="0">
                  <a:moveTo>
                    <a:pt x="1044" y="1"/>
                  </a:moveTo>
                  <a:lnTo>
                    <a:pt x="573" y="236"/>
                  </a:lnTo>
                  <a:lnTo>
                    <a:pt x="337" y="304"/>
                  </a:lnTo>
                  <a:lnTo>
                    <a:pt x="68" y="371"/>
                  </a:lnTo>
                  <a:lnTo>
                    <a:pt x="1" y="405"/>
                  </a:lnTo>
                  <a:lnTo>
                    <a:pt x="1" y="472"/>
                  </a:lnTo>
                  <a:lnTo>
                    <a:pt x="34" y="506"/>
                  </a:lnTo>
                  <a:lnTo>
                    <a:pt x="68" y="573"/>
                  </a:lnTo>
                  <a:lnTo>
                    <a:pt x="304" y="573"/>
                  </a:lnTo>
                  <a:lnTo>
                    <a:pt x="573" y="539"/>
                  </a:lnTo>
                  <a:lnTo>
                    <a:pt x="809" y="438"/>
                  </a:lnTo>
                  <a:lnTo>
                    <a:pt x="1044" y="337"/>
                  </a:lnTo>
                  <a:lnTo>
                    <a:pt x="104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5" name="Google Shape;1805;p12"/>
            <p:cNvSpPr/>
            <p:nvPr/>
          </p:nvSpPr>
          <p:spPr>
            <a:xfrm>
              <a:off x="6842003" y="2509590"/>
              <a:ext cx="20153" cy="16819"/>
            </a:xfrm>
            <a:custGeom>
              <a:avLst/>
              <a:gdLst/>
              <a:ahLst/>
              <a:cxnLst/>
              <a:rect l="l" t="t" r="r" b="b"/>
              <a:pathLst>
                <a:path w="405" h="338" extrusionOk="0">
                  <a:moveTo>
                    <a:pt x="404" y="1"/>
                  </a:moveTo>
                  <a:lnTo>
                    <a:pt x="236" y="68"/>
                  </a:lnTo>
                  <a:lnTo>
                    <a:pt x="68" y="135"/>
                  </a:lnTo>
                  <a:lnTo>
                    <a:pt x="0" y="203"/>
                  </a:lnTo>
                  <a:lnTo>
                    <a:pt x="0" y="270"/>
                  </a:lnTo>
                  <a:lnTo>
                    <a:pt x="34" y="304"/>
                  </a:lnTo>
                  <a:lnTo>
                    <a:pt x="101" y="337"/>
                  </a:lnTo>
                  <a:lnTo>
                    <a:pt x="270" y="337"/>
                  </a:lnTo>
                  <a:lnTo>
                    <a:pt x="404" y="30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1806" name="Google Shape;1806;p12"/>
          <p:cNvGrpSpPr/>
          <p:nvPr/>
        </p:nvGrpSpPr>
        <p:grpSpPr>
          <a:xfrm>
            <a:off x="10808943" y="4677433"/>
            <a:ext cx="1382797" cy="1968041"/>
            <a:chOff x="5825057" y="3508074"/>
            <a:chExt cx="1037098" cy="1476031"/>
          </a:xfrm>
        </p:grpSpPr>
        <p:sp>
          <p:nvSpPr>
            <p:cNvPr id="1807" name="Google Shape;1807;p12"/>
            <p:cNvSpPr/>
            <p:nvPr/>
          </p:nvSpPr>
          <p:spPr>
            <a:xfrm>
              <a:off x="5825057" y="3508074"/>
              <a:ext cx="1037098" cy="1476031"/>
            </a:xfrm>
            <a:custGeom>
              <a:avLst/>
              <a:gdLst/>
              <a:ahLst/>
              <a:cxnLst/>
              <a:rect l="l" t="t" r="r" b="b"/>
              <a:pathLst>
                <a:path w="20842" h="29663" extrusionOk="0">
                  <a:moveTo>
                    <a:pt x="19394" y="10707"/>
                  </a:moveTo>
                  <a:lnTo>
                    <a:pt x="19427" y="10876"/>
                  </a:lnTo>
                  <a:lnTo>
                    <a:pt x="19495" y="11044"/>
                  </a:lnTo>
                  <a:lnTo>
                    <a:pt x="19663" y="11347"/>
                  </a:lnTo>
                  <a:lnTo>
                    <a:pt x="19865" y="11616"/>
                  </a:lnTo>
                  <a:lnTo>
                    <a:pt x="19966" y="11717"/>
                  </a:lnTo>
                  <a:lnTo>
                    <a:pt x="20101" y="11818"/>
                  </a:lnTo>
                  <a:lnTo>
                    <a:pt x="19865" y="12458"/>
                  </a:lnTo>
                  <a:lnTo>
                    <a:pt x="19798" y="12357"/>
                  </a:lnTo>
                  <a:lnTo>
                    <a:pt x="19730" y="12222"/>
                  </a:lnTo>
                  <a:lnTo>
                    <a:pt x="19495" y="11785"/>
                  </a:lnTo>
                  <a:lnTo>
                    <a:pt x="19326" y="11549"/>
                  </a:lnTo>
                  <a:lnTo>
                    <a:pt x="19225" y="11414"/>
                  </a:lnTo>
                  <a:lnTo>
                    <a:pt x="19091" y="11347"/>
                  </a:lnTo>
                  <a:lnTo>
                    <a:pt x="19394" y="10707"/>
                  </a:lnTo>
                  <a:close/>
                  <a:moveTo>
                    <a:pt x="19023" y="11448"/>
                  </a:moveTo>
                  <a:lnTo>
                    <a:pt x="19225" y="11717"/>
                  </a:lnTo>
                  <a:lnTo>
                    <a:pt x="19394" y="12020"/>
                  </a:lnTo>
                  <a:lnTo>
                    <a:pt x="19528" y="12357"/>
                  </a:lnTo>
                  <a:lnTo>
                    <a:pt x="19629" y="12525"/>
                  </a:lnTo>
                  <a:lnTo>
                    <a:pt x="19764" y="12626"/>
                  </a:lnTo>
                  <a:lnTo>
                    <a:pt x="19798" y="12626"/>
                  </a:lnTo>
                  <a:lnTo>
                    <a:pt x="19629" y="13165"/>
                  </a:lnTo>
                  <a:lnTo>
                    <a:pt x="19394" y="12828"/>
                  </a:lnTo>
                  <a:lnTo>
                    <a:pt x="19192" y="12424"/>
                  </a:lnTo>
                  <a:lnTo>
                    <a:pt x="18990" y="12020"/>
                  </a:lnTo>
                  <a:lnTo>
                    <a:pt x="18956" y="12020"/>
                  </a:lnTo>
                  <a:lnTo>
                    <a:pt x="18922" y="12054"/>
                  </a:lnTo>
                  <a:lnTo>
                    <a:pt x="18956" y="12256"/>
                  </a:lnTo>
                  <a:lnTo>
                    <a:pt x="19023" y="12458"/>
                  </a:lnTo>
                  <a:lnTo>
                    <a:pt x="19192" y="12828"/>
                  </a:lnTo>
                  <a:lnTo>
                    <a:pt x="19360" y="13098"/>
                  </a:lnTo>
                  <a:lnTo>
                    <a:pt x="19427" y="13266"/>
                  </a:lnTo>
                  <a:lnTo>
                    <a:pt x="19562" y="13367"/>
                  </a:lnTo>
                  <a:lnTo>
                    <a:pt x="19259" y="14108"/>
                  </a:lnTo>
                  <a:lnTo>
                    <a:pt x="19192" y="13973"/>
                  </a:lnTo>
                  <a:lnTo>
                    <a:pt x="19091" y="13805"/>
                  </a:lnTo>
                  <a:lnTo>
                    <a:pt x="18922" y="13535"/>
                  </a:lnTo>
                  <a:lnTo>
                    <a:pt x="18687" y="13098"/>
                  </a:lnTo>
                  <a:lnTo>
                    <a:pt x="18417" y="12694"/>
                  </a:lnTo>
                  <a:lnTo>
                    <a:pt x="18821" y="11919"/>
                  </a:lnTo>
                  <a:lnTo>
                    <a:pt x="19023" y="11448"/>
                  </a:lnTo>
                  <a:close/>
                  <a:moveTo>
                    <a:pt x="18350" y="12828"/>
                  </a:moveTo>
                  <a:lnTo>
                    <a:pt x="18518" y="13199"/>
                  </a:lnTo>
                  <a:lnTo>
                    <a:pt x="18687" y="13535"/>
                  </a:lnTo>
                  <a:lnTo>
                    <a:pt x="18889" y="13939"/>
                  </a:lnTo>
                  <a:lnTo>
                    <a:pt x="19023" y="14142"/>
                  </a:lnTo>
                  <a:lnTo>
                    <a:pt x="19158" y="14276"/>
                  </a:lnTo>
                  <a:lnTo>
                    <a:pt x="19124" y="14377"/>
                  </a:lnTo>
                  <a:lnTo>
                    <a:pt x="18922" y="14781"/>
                  </a:lnTo>
                  <a:lnTo>
                    <a:pt x="18788" y="14512"/>
                  </a:lnTo>
                  <a:lnTo>
                    <a:pt x="18653" y="14310"/>
                  </a:lnTo>
                  <a:lnTo>
                    <a:pt x="18384" y="13805"/>
                  </a:lnTo>
                  <a:lnTo>
                    <a:pt x="18249" y="13535"/>
                  </a:lnTo>
                  <a:lnTo>
                    <a:pt x="18215" y="13401"/>
                  </a:lnTo>
                  <a:lnTo>
                    <a:pt x="18215" y="13266"/>
                  </a:lnTo>
                  <a:lnTo>
                    <a:pt x="18215" y="13232"/>
                  </a:lnTo>
                  <a:lnTo>
                    <a:pt x="18182" y="13266"/>
                  </a:lnTo>
                  <a:lnTo>
                    <a:pt x="18182" y="13266"/>
                  </a:lnTo>
                  <a:lnTo>
                    <a:pt x="18350" y="12828"/>
                  </a:lnTo>
                  <a:close/>
                  <a:moveTo>
                    <a:pt x="18182" y="13266"/>
                  </a:moveTo>
                  <a:lnTo>
                    <a:pt x="18148" y="13468"/>
                  </a:lnTo>
                  <a:lnTo>
                    <a:pt x="18148" y="13670"/>
                  </a:lnTo>
                  <a:lnTo>
                    <a:pt x="18215" y="13872"/>
                  </a:lnTo>
                  <a:lnTo>
                    <a:pt x="18316" y="14074"/>
                  </a:lnTo>
                  <a:lnTo>
                    <a:pt x="18518" y="14546"/>
                  </a:lnTo>
                  <a:lnTo>
                    <a:pt x="18653" y="14781"/>
                  </a:lnTo>
                  <a:lnTo>
                    <a:pt x="18788" y="15017"/>
                  </a:lnTo>
                  <a:lnTo>
                    <a:pt x="18619" y="15387"/>
                  </a:lnTo>
                  <a:lnTo>
                    <a:pt x="18552" y="15185"/>
                  </a:lnTo>
                  <a:lnTo>
                    <a:pt x="18451" y="14983"/>
                  </a:lnTo>
                  <a:lnTo>
                    <a:pt x="18249" y="14613"/>
                  </a:lnTo>
                  <a:lnTo>
                    <a:pt x="18081" y="14310"/>
                  </a:lnTo>
                  <a:lnTo>
                    <a:pt x="17980" y="14175"/>
                  </a:lnTo>
                  <a:lnTo>
                    <a:pt x="17845" y="14041"/>
                  </a:lnTo>
                  <a:lnTo>
                    <a:pt x="18182" y="13266"/>
                  </a:lnTo>
                  <a:close/>
                  <a:moveTo>
                    <a:pt x="17777" y="14209"/>
                  </a:moveTo>
                  <a:lnTo>
                    <a:pt x="17946" y="14512"/>
                  </a:lnTo>
                  <a:lnTo>
                    <a:pt x="18114" y="14781"/>
                  </a:lnTo>
                  <a:lnTo>
                    <a:pt x="18283" y="15185"/>
                  </a:lnTo>
                  <a:lnTo>
                    <a:pt x="18384" y="15387"/>
                  </a:lnTo>
                  <a:lnTo>
                    <a:pt x="18485" y="15589"/>
                  </a:lnTo>
                  <a:lnTo>
                    <a:pt x="18518" y="15589"/>
                  </a:lnTo>
                  <a:lnTo>
                    <a:pt x="18283" y="16094"/>
                  </a:lnTo>
                  <a:lnTo>
                    <a:pt x="18081" y="15758"/>
                  </a:lnTo>
                  <a:lnTo>
                    <a:pt x="17845" y="15286"/>
                  </a:lnTo>
                  <a:lnTo>
                    <a:pt x="17609" y="14815"/>
                  </a:lnTo>
                  <a:lnTo>
                    <a:pt x="17575" y="14781"/>
                  </a:lnTo>
                  <a:lnTo>
                    <a:pt x="17542" y="14781"/>
                  </a:lnTo>
                  <a:lnTo>
                    <a:pt x="17777" y="14209"/>
                  </a:lnTo>
                  <a:close/>
                  <a:moveTo>
                    <a:pt x="17508" y="14882"/>
                  </a:moveTo>
                  <a:lnTo>
                    <a:pt x="17575" y="15084"/>
                  </a:lnTo>
                  <a:lnTo>
                    <a:pt x="17643" y="15286"/>
                  </a:lnTo>
                  <a:lnTo>
                    <a:pt x="17811" y="15657"/>
                  </a:lnTo>
                  <a:lnTo>
                    <a:pt x="18148" y="16364"/>
                  </a:lnTo>
                  <a:lnTo>
                    <a:pt x="17878" y="16970"/>
                  </a:lnTo>
                  <a:lnTo>
                    <a:pt x="17643" y="16532"/>
                  </a:lnTo>
                  <a:lnTo>
                    <a:pt x="17407" y="16128"/>
                  </a:lnTo>
                  <a:lnTo>
                    <a:pt x="17205" y="15758"/>
                  </a:lnTo>
                  <a:lnTo>
                    <a:pt x="17508" y="14882"/>
                  </a:lnTo>
                  <a:close/>
                  <a:moveTo>
                    <a:pt x="17138" y="15892"/>
                  </a:moveTo>
                  <a:lnTo>
                    <a:pt x="17474" y="16633"/>
                  </a:lnTo>
                  <a:lnTo>
                    <a:pt x="17609" y="16902"/>
                  </a:lnTo>
                  <a:lnTo>
                    <a:pt x="17777" y="17205"/>
                  </a:lnTo>
                  <a:lnTo>
                    <a:pt x="17643" y="17441"/>
                  </a:lnTo>
                  <a:lnTo>
                    <a:pt x="17373" y="16936"/>
                  </a:lnTo>
                  <a:lnTo>
                    <a:pt x="17003" y="16229"/>
                  </a:lnTo>
                  <a:lnTo>
                    <a:pt x="17138" y="15892"/>
                  </a:lnTo>
                  <a:close/>
                  <a:moveTo>
                    <a:pt x="16936" y="16431"/>
                  </a:moveTo>
                  <a:lnTo>
                    <a:pt x="17037" y="16768"/>
                  </a:lnTo>
                  <a:lnTo>
                    <a:pt x="17171" y="17104"/>
                  </a:lnTo>
                  <a:lnTo>
                    <a:pt x="17340" y="17441"/>
                  </a:lnTo>
                  <a:lnTo>
                    <a:pt x="17441" y="17576"/>
                  </a:lnTo>
                  <a:lnTo>
                    <a:pt x="17542" y="17677"/>
                  </a:lnTo>
                  <a:lnTo>
                    <a:pt x="17340" y="18114"/>
                  </a:lnTo>
                  <a:lnTo>
                    <a:pt x="17104" y="17677"/>
                  </a:lnTo>
                  <a:lnTo>
                    <a:pt x="16936" y="17374"/>
                  </a:lnTo>
                  <a:lnTo>
                    <a:pt x="16700" y="17037"/>
                  </a:lnTo>
                  <a:lnTo>
                    <a:pt x="16936" y="16431"/>
                  </a:lnTo>
                  <a:close/>
                  <a:moveTo>
                    <a:pt x="16666" y="17172"/>
                  </a:moveTo>
                  <a:lnTo>
                    <a:pt x="16868" y="17542"/>
                  </a:lnTo>
                  <a:lnTo>
                    <a:pt x="17037" y="17912"/>
                  </a:lnTo>
                  <a:lnTo>
                    <a:pt x="17104" y="18148"/>
                  </a:lnTo>
                  <a:lnTo>
                    <a:pt x="17239" y="18384"/>
                  </a:lnTo>
                  <a:lnTo>
                    <a:pt x="16902" y="19124"/>
                  </a:lnTo>
                  <a:lnTo>
                    <a:pt x="16767" y="18922"/>
                  </a:lnTo>
                  <a:lnTo>
                    <a:pt x="16532" y="18316"/>
                  </a:lnTo>
                  <a:lnTo>
                    <a:pt x="16464" y="18148"/>
                  </a:lnTo>
                  <a:lnTo>
                    <a:pt x="16397" y="18081"/>
                  </a:lnTo>
                  <a:lnTo>
                    <a:pt x="16363" y="18013"/>
                  </a:lnTo>
                  <a:lnTo>
                    <a:pt x="16464" y="17744"/>
                  </a:lnTo>
                  <a:lnTo>
                    <a:pt x="16666" y="17172"/>
                  </a:lnTo>
                  <a:close/>
                  <a:moveTo>
                    <a:pt x="6499" y="8654"/>
                  </a:moveTo>
                  <a:lnTo>
                    <a:pt x="9428" y="9866"/>
                  </a:lnTo>
                  <a:lnTo>
                    <a:pt x="10876" y="10472"/>
                  </a:lnTo>
                  <a:lnTo>
                    <a:pt x="12323" y="11111"/>
                  </a:lnTo>
                  <a:lnTo>
                    <a:pt x="13030" y="11414"/>
                  </a:lnTo>
                  <a:lnTo>
                    <a:pt x="13771" y="11684"/>
                  </a:lnTo>
                  <a:lnTo>
                    <a:pt x="14478" y="11987"/>
                  </a:lnTo>
                  <a:lnTo>
                    <a:pt x="15185" y="12290"/>
                  </a:lnTo>
                  <a:lnTo>
                    <a:pt x="16464" y="12963"/>
                  </a:lnTo>
                  <a:lnTo>
                    <a:pt x="17104" y="13232"/>
                  </a:lnTo>
                  <a:lnTo>
                    <a:pt x="17441" y="13367"/>
                  </a:lnTo>
                  <a:lnTo>
                    <a:pt x="17811" y="13468"/>
                  </a:lnTo>
                  <a:lnTo>
                    <a:pt x="17138" y="15084"/>
                  </a:lnTo>
                  <a:lnTo>
                    <a:pt x="16801" y="15892"/>
                  </a:lnTo>
                  <a:lnTo>
                    <a:pt x="16532" y="16734"/>
                  </a:lnTo>
                  <a:lnTo>
                    <a:pt x="16027" y="18047"/>
                  </a:lnTo>
                  <a:lnTo>
                    <a:pt x="15488" y="19326"/>
                  </a:lnTo>
                  <a:lnTo>
                    <a:pt x="14882" y="19023"/>
                  </a:lnTo>
                  <a:lnTo>
                    <a:pt x="14276" y="18788"/>
                  </a:lnTo>
                  <a:lnTo>
                    <a:pt x="13030" y="18316"/>
                  </a:lnTo>
                  <a:lnTo>
                    <a:pt x="12290" y="17980"/>
                  </a:lnTo>
                  <a:lnTo>
                    <a:pt x="11583" y="17643"/>
                  </a:lnTo>
                  <a:lnTo>
                    <a:pt x="10876" y="17273"/>
                  </a:lnTo>
                  <a:lnTo>
                    <a:pt x="10135" y="16970"/>
                  </a:lnTo>
                  <a:lnTo>
                    <a:pt x="8586" y="16330"/>
                  </a:lnTo>
                  <a:lnTo>
                    <a:pt x="7037" y="15657"/>
                  </a:lnTo>
                  <a:lnTo>
                    <a:pt x="5455" y="14983"/>
                  </a:lnTo>
                  <a:lnTo>
                    <a:pt x="4681" y="14680"/>
                  </a:lnTo>
                  <a:lnTo>
                    <a:pt x="3873" y="14377"/>
                  </a:lnTo>
                  <a:lnTo>
                    <a:pt x="3906" y="14310"/>
                  </a:lnTo>
                  <a:lnTo>
                    <a:pt x="4815" y="12290"/>
                  </a:lnTo>
                  <a:lnTo>
                    <a:pt x="5724" y="10303"/>
                  </a:lnTo>
                  <a:lnTo>
                    <a:pt x="6499" y="8654"/>
                  </a:lnTo>
                  <a:close/>
                  <a:moveTo>
                    <a:pt x="16262" y="18215"/>
                  </a:moveTo>
                  <a:lnTo>
                    <a:pt x="16330" y="18485"/>
                  </a:lnTo>
                  <a:lnTo>
                    <a:pt x="16431" y="18821"/>
                  </a:lnTo>
                  <a:lnTo>
                    <a:pt x="16599" y="19158"/>
                  </a:lnTo>
                  <a:lnTo>
                    <a:pt x="16767" y="19427"/>
                  </a:lnTo>
                  <a:lnTo>
                    <a:pt x="16599" y="19730"/>
                  </a:lnTo>
                  <a:lnTo>
                    <a:pt x="16397" y="19192"/>
                  </a:lnTo>
                  <a:lnTo>
                    <a:pt x="16229" y="18922"/>
                  </a:lnTo>
                  <a:lnTo>
                    <a:pt x="16060" y="18720"/>
                  </a:lnTo>
                  <a:lnTo>
                    <a:pt x="16262" y="18215"/>
                  </a:lnTo>
                  <a:close/>
                  <a:moveTo>
                    <a:pt x="15993" y="18855"/>
                  </a:moveTo>
                  <a:lnTo>
                    <a:pt x="16229" y="19427"/>
                  </a:lnTo>
                  <a:lnTo>
                    <a:pt x="16363" y="19730"/>
                  </a:lnTo>
                  <a:lnTo>
                    <a:pt x="16498" y="20000"/>
                  </a:lnTo>
                  <a:lnTo>
                    <a:pt x="16363" y="20303"/>
                  </a:lnTo>
                  <a:lnTo>
                    <a:pt x="16195" y="20000"/>
                  </a:lnTo>
                  <a:lnTo>
                    <a:pt x="16027" y="19596"/>
                  </a:lnTo>
                  <a:lnTo>
                    <a:pt x="15892" y="19158"/>
                  </a:lnTo>
                  <a:lnTo>
                    <a:pt x="15993" y="18855"/>
                  </a:lnTo>
                  <a:close/>
                  <a:moveTo>
                    <a:pt x="15791" y="19394"/>
                  </a:moveTo>
                  <a:lnTo>
                    <a:pt x="15858" y="19764"/>
                  </a:lnTo>
                  <a:lnTo>
                    <a:pt x="15926" y="20067"/>
                  </a:lnTo>
                  <a:lnTo>
                    <a:pt x="16027" y="20370"/>
                  </a:lnTo>
                  <a:lnTo>
                    <a:pt x="16094" y="20505"/>
                  </a:lnTo>
                  <a:lnTo>
                    <a:pt x="16195" y="20639"/>
                  </a:lnTo>
                  <a:lnTo>
                    <a:pt x="16060" y="20942"/>
                  </a:lnTo>
                  <a:lnTo>
                    <a:pt x="15858" y="20505"/>
                  </a:lnTo>
                  <a:lnTo>
                    <a:pt x="15724" y="20235"/>
                  </a:lnTo>
                  <a:lnTo>
                    <a:pt x="15589" y="19932"/>
                  </a:lnTo>
                  <a:lnTo>
                    <a:pt x="15791" y="19394"/>
                  </a:lnTo>
                  <a:close/>
                  <a:moveTo>
                    <a:pt x="15522" y="20067"/>
                  </a:moveTo>
                  <a:lnTo>
                    <a:pt x="15757" y="20740"/>
                  </a:lnTo>
                  <a:lnTo>
                    <a:pt x="15825" y="20976"/>
                  </a:lnTo>
                  <a:lnTo>
                    <a:pt x="15892" y="21111"/>
                  </a:lnTo>
                  <a:lnTo>
                    <a:pt x="15959" y="21212"/>
                  </a:lnTo>
                  <a:lnTo>
                    <a:pt x="15858" y="21447"/>
                  </a:lnTo>
                  <a:lnTo>
                    <a:pt x="15690" y="21144"/>
                  </a:lnTo>
                  <a:lnTo>
                    <a:pt x="15353" y="20437"/>
                  </a:lnTo>
                  <a:lnTo>
                    <a:pt x="15522" y="20067"/>
                  </a:lnTo>
                  <a:close/>
                  <a:moveTo>
                    <a:pt x="15286" y="20606"/>
                  </a:moveTo>
                  <a:lnTo>
                    <a:pt x="15488" y="21245"/>
                  </a:lnTo>
                  <a:lnTo>
                    <a:pt x="15589" y="21515"/>
                  </a:lnTo>
                  <a:lnTo>
                    <a:pt x="15724" y="21750"/>
                  </a:lnTo>
                  <a:lnTo>
                    <a:pt x="15555" y="22155"/>
                  </a:lnTo>
                  <a:lnTo>
                    <a:pt x="15454" y="21919"/>
                  </a:lnTo>
                  <a:lnTo>
                    <a:pt x="15353" y="21683"/>
                  </a:lnTo>
                  <a:lnTo>
                    <a:pt x="15219" y="21414"/>
                  </a:lnTo>
                  <a:lnTo>
                    <a:pt x="15084" y="21144"/>
                  </a:lnTo>
                  <a:lnTo>
                    <a:pt x="15286" y="20606"/>
                  </a:lnTo>
                  <a:close/>
                  <a:moveTo>
                    <a:pt x="15017" y="21279"/>
                  </a:moveTo>
                  <a:lnTo>
                    <a:pt x="15185" y="21750"/>
                  </a:lnTo>
                  <a:lnTo>
                    <a:pt x="15286" y="22087"/>
                  </a:lnTo>
                  <a:lnTo>
                    <a:pt x="15353" y="22222"/>
                  </a:lnTo>
                  <a:lnTo>
                    <a:pt x="15454" y="22357"/>
                  </a:lnTo>
                  <a:lnTo>
                    <a:pt x="15488" y="22357"/>
                  </a:lnTo>
                  <a:lnTo>
                    <a:pt x="15320" y="22794"/>
                  </a:lnTo>
                  <a:lnTo>
                    <a:pt x="15151" y="22525"/>
                  </a:lnTo>
                  <a:lnTo>
                    <a:pt x="14949" y="22188"/>
                  </a:lnTo>
                  <a:lnTo>
                    <a:pt x="14781" y="21885"/>
                  </a:lnTo>
                  <a:lnTo>
                    <a:pt x="15017" y="21279"/>
                  </a:lnTo>
                  <a:close/>
                  <a:moveTo>
                    <a:pt x="14747" y="21986"/>
                  </a:moveTo>
                  <a:lnTo>
                    <a:pt x="14815" y="22289"/>
                  </a:lnTo>
                  <a:lnTo>
                    <a:pt x="14949" y="22525"/>
                  </a:lnTo>
                  <a:lnTo>
                    <a:pt x="15050" y="22794"/>
                  </a:lnTo>
                  <a:lnTo>
                    <a:pt x="15219" y="23064"/>
                  </a:lnTo>
                  <a:lnTo>
                    <a:pt x="15050" y="23400"/>
                  </a:lnTo>
                  <a:lnTo>
                    <a:pt x="14949" y="23198"/>
                  </a:lnTo>
                  <a:lnTo>
                    <a:pt x="14882" y="22996"/>
                  </a:lnTo>
                  <a:lnTo>
                    <a:pt x="14747" y="22693"/>
                  </a:lnTo>
                  <a:lnTo>
                    <a:pt x="14579" y="22390"/>
                  </a:lnTo>
                  <a:lnTo>
                    <a:pt x="14747" y="21986"/>
                  </a:lnTo>
                  <a:close/>
                  <a:moveTo>
                    <a:pt x="14545" y="22458"/>
                  </a:moveTo>
                  <a:lnTo>
                    <a:pt x="14680" y="23097"/>
                  </a:lnTo>
                  <a:lnTo>
                    <a:pt x="14815" y="23400"/>
                  </a:lnTo>
                  <a:lnTo>
                    <a:pt x="14882" y="23535"/>
                  </a:lnTo>
                  <a:lnTo>
                    <a:pt x="14983" y="23670"/>
                  </a:lnTo>
                  <a:lnTo>
                    <a:pt x="14815" y="24074"/>
                  </a:lnTo>
                  <a:lnTo>
                    <a:pt x="14680" y="23771"/>
                  </a:lnTo>
                  <a:lnTo>
                    <a:pt x="14478" y="23434"/>
                  </a:lnTo>
                  <a:lnTo>
                    <a:pt x="14377" y="23299"/>
                  </a:lnTo>
                  <a:lnTo>
                    <a:pt x="14276" y="23131"/>
                  </a:lnTo>
                  <a:lnTo>
                    <a:pt x="14545" y="22458"/>
                  </a:lnTo>
                  <a:close/>
                  <a:moveTo>
                    <a:pt x="14242" y="23198"/>
                  </a:moveTo>
                  <a:lnTo>
                    <a:pt x="14512" y="23905"/>
                  </a:lnTo>
                  <a:lnTo>
                    <a:pt x="14613" y="24141"/>
                  </a:lnTo>
                  <a:lnTo>
                    <a:pt x="14714" y="24343"/>
                  </a:lnTo>
                  <a:lnTo>
                    <a:pt x="14613" y="24713"/>
                  </a:lnTo>
                  <a:lnTo>
                    <a:pt x="14478" y="24444"/>
                  </a:lnTo>
                  <a:lnTo>
                    <a:pt x="14377" y="24175"/>
                  </a:lnTo>
                  <a:lnTo>
                    <a:pt x="14242" y="23905"/>
                  </a:lnTo>
                  <a:lnTo>
                    <a:pt x="14074" y="23670"/>
                  </a:lnTo>
                  <a:lnTo>
                    <a:pt x="14108" y="23569"/>
                  </a:lnTo>
                  <a:lnTo>
                    <a:pt x="14242" y="23198"/>
                  </a:lnTo>
                  <a:close/>
                  <a:moveTo>
                    <a:pt x="13973" y="23838"/>
                  </a:moveTo>
                  <a:lnTo>
                    <a:pt x="14007" y="23939"/>
                  </a:lnTo>
                  <a:lnTo>
                    <a:pt x="14242" y="24511"/>
                  </a:lnTo>
                  <a:lnTo>
                    <a:pt x="14343" y="24747"/>
                  </a:lnTo>
                  <a:lnTo>
                    <a:pt x="14411" y="24882"/>
                  </a:lnTo>
                  <a:lnTo>
                    <a:pt x="14478" y="25016"/>
                  </a:lnTo>
                  <a:lnTo>
                    <a:pt x="14343" y="25420"/>
                  </a:lnTo>
                  <a:lnTo>
                    <a:pt x="14276" y="25319"/>
                  </a:lnTo>
                  <a:lnTo>
                    <a:pt x="14209" y="25218"/>
                  </a:lnTo>
                  <a:lnTo>
                    <a:pt x="14141" y="25117"/>
                  </a:lnTo>
                  <a:lnTo>
                    <a:pt x="14040" y="24915"/>
                  </a:lnTo>
                  <a:lnTo>
                    <a:pt x="13939" y="24646"/>
                  </a:lnTo>
                  <a:lnTo>
                    <a:pt x="13838" y="24511"/>
                  </a:lnTo>
                  <a:lnTo>
                    <a:pt x="13737" y="24410"/>
                  </a:lnTo>
                  <a:lnTo>
                    <a:pt x="13973" y="23838"/>
                  </a:lnTo>
                  <a:close/>
                  <a:moveTo>
                    <a:pt x="13704" y="24511"/>
                  </a:moveTo>
                  <a:lnTo>
                    <a:pt x="13838" y="24848"/>
                  </a:lnTo>
                  <a:lnTo>
                    <a:pt x="13973" y="25185"/>
                  </a:lnTo>
                  <a:lnTo>
                    <a:pt x="14108" y="25387"/>
                  </a:lnTo>
                  <a:lnTo>
                    <a:pt x="14175" y="25521"/>
                  </a:lnTo>
                  <a:lnTo>
                    <a:pt x="14310" y="25555"/>
                  </a:lnTo>
                  <a:lnTo>
                    <a:pt x="14108" y="26127"/>
                  </a:lnTo>
                  <a:lnTo>
                    <a:pt x="14040" y="26026"/>
                  </a:lnTo>
                  <a:lnTo>
                    <a:pt x="13838" y="25521"/>
                  </a:lnTo>
                  <a:lnTo>
                    <a:pt x="13704" y="25218"/>
                  </a:lnTo>
                  <a:lnTo>
                    <a:pt x="13603" y="25084"/>
                  </a:lnTo>
                  <a:lnTo>
                    <a:pt x="13502" y="24983"/>
                  </a:lnTo>
                  <a:lnTo>
                    <a:pt x="13704" y="24511"/>
                  </a:lnTo>
                  <a:close/>
                  <a:moveTo>
                    <a:pt x="13468" y="25050"/>
                  </a:moveTo>
                  <a:lnTo>
                    <a:pt x="13569" y="25218"/>
                  </a:lnTo>
                  <a:lnTo>
                    <a:pt x="13636" y="25420"/>
                  </a:lnTo>
                  <a:lnTo>
                    <a:pt x="13737" y="25757"/>
                  </a:lnTo>
                  <a:lnTo>
                    <a:pt x="13838" y="26060"/>
                  </a:lnTo>
                  <a:lnTo>
                    <a:pt x="13906" y="26195"/>
                  </a:lnTo>
                  <a:lnTo>
                    <a:pt x="14007" y="26329"/>
                  </a:lnTo>
                  <a:lnTo>
                    <a:pt x="13838" y="26733"/>
                  </a:lnTo>
                  <a:lnTo>
                    <a:pt x="13670" y="26397"/>
                  </a:lnTo>
                  <a:lnTo>
                    <a:pt x="13569" y="26094"/>
                  </a:lnTo>
                  <a:lnTo>
                    <a:pt x="13468" y="25757"/>
                  </a:lnTo>
                  <a:lnTo>
                    <a:pt x="13333" y="25454"/>
                  </a:lnTo>
                  <a:lnTo>
                    <a:pt x="13300" y="25454"/>
                  </a:lnTo>
                  <a:lnTo>
                    <a:pt x="13468" y="25050"/>
                  </a:lnTo>
                  <a:close/>
                  <a:moveTo>
                    <a:pt x="13266" y="25521"/>
                  </a:moveTo>
                  <a:lnTo>
                    <a:pt x="13333" y="25892"/>
                  </a:lnTo>
                  <a:lnTo>
                    <a:pt x="13401" y="26262"/>
                  </a:lnTo>
                  <a:lnTo>
                    <a:pt x="13468" y="26430"/>
                  </a:lnTo>
                  <a:lnTo>
                    <a:pt x="13535" y="26599"/>
                  </a:lnTo>
                  <a:lnTo>
                    <a:pt x="13603" y="26767"/>
                  </a:lnTo>
                  <a:lnTo>
                    <a:pt x="13737" y="26902"/>
                  </a:lnTo>
                  <a:lnTo>
                    <a:pt x="13603" y="27238"/>
                  </a:lnTo>
                  <a:lnTo>
                    <a:pt x="13367" y="26834"/>
                  </a:lnTo>
                  <a:lnTo>
                    <a:pt x="13199" y="26498"/>
                  </a:lnTo>
                  <a:lnTo>
                    <a:pt x="12997" y="26195"/>
                  </a:lnTo>
                  <a:lnTo>
                    <a:pt x="13266" y="25521"/>
                  </a:lnTo>
                  <a:close/>
                  <a:moveTo>
                    <a:pt x="270" y="23400"/>
                  </a:moveTo>
                  <a:lnTo>
                    <a:pt x="405" y="23569"/>
                  </a:lnTo>
                  <a:lnTo>
                    <a:pt x="573" y="23703"/>
                  </a:lnTo>
                  <a:lnTo>
                    <a:pt x="741" y="23838"/>
                  </a:lnTo>
                  <a:lnTo>
                    <a:pt x="977" y="23939"/>
                  </a:lnTo>
                  <a:lnTo>
                    <a:pt x="1381" y="24141"/>
                  </a:lnTo>
                  <a:lnTo>
                    <a:pt x="1785" y="24276"/>
                  </a:lnTo>
                  <a:lnTo>
                    <a:pt x="3469" y="24949"/>
                  </a:lnTo>
                  <a:lnTo>
                    <a:pt x="4310" y="25286"/>
                  </a:lnTo>
                  <a:lnTo>
                    <a:pt x="5152" y="25589"/>
                  </a:lnTo>
                  <a:lnTo>
                    <a:pt x="6936" y="26262"/>
                  </a:lnTo>
                  <a:lnTo>
                    <a:pt x="8721" y="26969"/>
                  </a:lnTo>
                  <a:lnTo>
                    <a:pt x="9529" y="27339"/>
                  </a:lnTo>
                  <a:lnTo>
                    <a:pt x="9529" y="27339"/>
                  </a:lnTo>
                  <a:lnTo>
                    <a:pt x="7273" y="26531"/>
                  </a:lnTo>
                  <a:lnTo>
                    <a:pt x="5455" y="25892"/>
                  </a:lnTo>
                  <a:lnTo>
                    <a:pt x="4546" y="25555"/>
                  </a:lnTo>
                  <a:lnTo>
                    <a:pt x="3637" y="25218"/>
                  </a:lnTo>
                  <a:lnTo>
                    <a:pt x="3536" y="25185"/>
                  </a:lnTo>
                  <a:lnTo>
                    <a:pt x="2896" y="24915"/>
                  </a:lnTo>
                  <a:lnTo>
                    <a:pt x="2223" y="24612"/>
                  </a:lnTo>
                  <a:lnTo>
                    <a:pt x="1583" y="24276"/>
                  </a:lnTo>
                  <a:lnTo>
                    <a:pt x="910" y="23973"/>
                  </a:lnTo>
                  <a:lnTo>
                    <a:pt x="304" y="23602"/>
                  </a:lnTo>
                  <a:lnTo>
                    <a:pt x="236" y="23434"/>
                  </a:lnTo>
                  <a:lnTo>
                    <a:pt x="270" y="23400"/>
                  </a:lnTo>
                  <a:close/>
                  <a:moveTo>
                    <a:pt x="3940" y="14546"/>
                  </a:moveTo>
                  <a:lnTo>
                    <a:pt x="4041" y="14680"/>
                  </a:lnTo>
                  <a:lnTo>
                    <a:pt x="4512" y="14882"/>
                  </a:lnTo>
                  <a:lnTo>
                    <a:pt x="6431" y="15690"/>
                  </a:lnTo>
                  <a:lnTo>
                    <a:pt x="7879" y="16296"/>
                  </a:lnTo>
                  <a:lnTo>
                    <a:pt x="9360" y="16902"/>
                  </a:lnTo>
                  <a:lnTo>
                    <a:pt x="10135" y="17273"/>
                  </a:lnTo>
                  <a:lnTo>
                    <a:pt x="10909" y="17609"/>
                  </a:lnTo>
                  <a:lnTo>
                    <a:pt x="12458" y="18350"/>
                  </a:lnTo>
                  <a:lnTo>
                    <a:pt x="13199" y="18653"/>
                  </a:lnTo>
                  <a:lnTo>
                    <a:pt x="13939" y="18922"/>
                  </a:lnTo>
                  <a:lnTo>
                    <a:pt x="14680" y="19225"/>
                  </a:lnTo>
                  <a:lnTo>
                    <a:pt x="15050" y="19394"/>
                  </a:lnTo>
                  <a:lnTo>
                    <a:pt x="15387" y="19562"/>
                  </a:lnTo>
                  <a:lnTo>
                    <a:pt x="14781" y="21043"/>
                  </a:lnTo>
                  <a:lnTo>
                    <a:pt x="14478" y="21750"/>
                  </a:lnTo>
                  <a:lnTo>
                    <a:pt x="14175" y="22525"/>
                  </a:lnTo>
                  <a:lnTo>
                    <a:pt x="13603" y="24040"/>
                  </a:lnTo>
                  <a:lnTo>
                    <a:pt x="12963" y="25589"/>
                  </a:lnTo>
                  <a:lnTo>
                    <a:pt x="12727" y="26195"/>
                  </a:lnTo>
                  <a:lnTo>
                    <a:pt x="12492" y="26834"/>
                  </a:lnTo>
                  <a:lnTo>
                    <a:pt x="12357" y="27137"/>
                  </a:lnTo>
                  <a:lnTo>
                    <a:pt x="12189" y="27407"/>
                  </a:lnTo>
                  <a:lnTo>
                    <a:pt x="12020" y="27710"/>
                  </a:lnTo>
                  <a:lnTo>
                    <a:pt x="11818" y="27945"/>
                  </a:lnTo>
                  <a:lnTo>
                    <a:pt x="11212" y="27777"/>
                  </a:lnTo>
                  <a:lnTo>
                    <a:pt x="10640" y="27508"/>
                  </a:lnTo>
                  <a:lnTo>
                    <a:pt x="9495" y="27003"/>
                  </a:lnTo>
                  <a:lnTo>
                    <a:pt x="7845" y="26329"/>
                  </a:lnTo>
                  <a:lnTo>
                    <a:pt x="6196" y="25690"/>
                  </a:lnTo>
                  <a:lnTo>
                    <a:pt x="2829" y="24410"/>
                  </a:lnTo>
                  <a:lnTo>
                    <a:pt x="2189" y="24175"/>
                  </a:lnTo>
                  <a:lnTo>
                    <a:pt x="1550" y="23939"/>
                  </a:lnTo>
                  <a:lnTo>
                    <a:pt x="943" y="23636"/>
                  </a:lnTo>
                  <a:lnTo>
                    <a:pt x="640" y="23468"/>
                  </a:lnTo>
                  <a:lnTo>
                    <a:pt x="371" y="23266"/>
                  </a:lnTo>
                  <a:lnTo>
                    <a:pt x="371" y="23232"/>
                  </a:lnTo>
                  <a:lnTo>
                    <a:pt x="371" y="23198"/>
                  </a:lnTo>
                  <a:lnTo>
                    <a:pt x="405" y="23131"/>
                  </a:lnTo>
                  <a:lnTo>
                    <a:pt x="405" y="23064"/>
                  </a:lnTo>
                  <a:lnTo>
                    <a:pt x="472" y="22895"/>
                  </a:lnTo>
                  <a:lnTo>
                    <a:pt x="708" y="22155"/>
                  </a:lnTo>
                  <a:lnTo>
                    <a:pt x="1583" y="19932"/>
                  </a:lnTo>
                  <a:lnTo>
                    <a:pt x="2661" y="17239"/>
                  </a:lnTo>
                  <a:lnTo>
                    <a:pt x="3805" y="14579"/>
                  </a:lnTo>
                  <a:lnTo>
                    <a:pt x="3873" y="14579"/>
                  </a:lnTo>
                  <a:lnTo>
                    <a:pt x="3906" y="14546"/>
                  </a:lnTo>
                  <a:close/>
                  <a:moveTo>
                    <a:pt x="12963" y="26296"/>
                  </a:moveTo>
                  <a:lnTo>
                    <a:pt x="13199" y="26834"/>
                  </a:lnTo>
                  <a:lnTo>
                    <a:pt x="13333" y="27137"/>
                  </a:lnTo>
                  <a:lnTo>
                    <a:pt x="13502" y="27440"/>
                  </a:lnTo>
                  <a:lnTo>
                    <a:pt x="13266" y="27912"/>
                  </a:lnTo>
                  <a:lnTo>
                    <a:pt x="13232" y="27945"/>
                  </a:lnTo>
                  <a:lnTo>
                    <a:pt x="13165" y="27710"/>
                  </a:lnTo>
                  <a:lnTo>
                    <a:pt x="13098" y="27508"/>
                  </a:lnTo>
                  <a:lnTo>
                    <a:pt x="12963" y="27104"/>
                  </a:lnTo>
                  <a:lnTo>
                    <a:pt x="12795" y="26700"/>
                  </a:lnTo>
                  <a:lnTo>
                    <a:pt x="12929" y="26397"/>
                  </a:lnTo>
                  <a:lnTo>
                    <a:pt x="12963" y="26296"/>
                  </a:lnTo>
                  <a:close/>
                  <a:moveTo>
                    <a:pt x="12391" y="27609"/>
                  </a:moveTo>
                  <a:lnTo>
                    <a:pt x="12424" y="27777"/>
                  </a:lnTo>
                  <a:lnTo>
                    <a:pt x="12492" y="27912"/>
                  </a:lnTo>
                  <a:lnTo>
                    <a:pt x="12626" y="28248"/>
                  </a:lnTo>
                  <a:lnTo>
                    <a:pt x="12626" y="28248"/>
                  </a:lnTo>
                  <a:lnTo>
                    <a:pt x="12020" y="28080"/>
                  </a:lnTo>
                  <a:lnTo>
                    <a:pt x="12222" y="27844"/>
                  </a:lnTo>
                  <a:lnTo>
                    <a:pt x="12391" y="27609"/>
                  </a:lnTo>
                  <a:close/>
                  <a:moveTo>
                    <a:pt x="12727" y="26902"/>
                  </a:moveTo>
                  <a:lnTo>
                    <a:pt x="12862" y="27440"/>
                  </a:lnTo>
                  <a:lnTo>
                    <a:pt x="12963" y="27811"/>
                  </a:lnTo>
                  <a:lnTo>
                    <a:pt x="13030" y="28013"/>
                  </a:lnTo>
                  <a:lnTo>
                    <a:pt x="13131" y="28147"/>
                  </a:lnTo>
                  <a:lnTo>
                    <a:pt x="13030" y="28349"/>
                  </a:lnTo>
                  <a:lnTo>
                    <a:pt x="12997" y="28349"/>
                  </a:lnTo>
                  <a:lnTo>
                    <a:pt x="12997" y="28248"/>
                  </a:lnTo>
                  <a:lnTo>
                    <a:pt x="12963" y="28215"/>
                  </a:lnTo>
                  <a:lnTo>
                    <a:pt x="12929" y="28215"/>
                  </a:lnTo>
                  <a:lnTo>
                    <a:pt x="12896" y="28248"/>
                  </a:lnTo>
                  <a:lnTo>
                    <a:pt x="12660" y="27777"/>
                  </a:lnTo>
                  <a:lnTo>
                    <a:pt x="12593" y="27575"/>
                  </a:lnTo>
                  <a:lnTo>
                    <a:pt x="12525" y="27339"/>
                  </a:lnTo>
                  <a:lnTo>
                    <a:pt x="12727" y="26902"/>
                  </a:lnTo>
                  <a:close/>
                  <a:moveTo>
                    <a:pt x="19764" y="18788"/>
                  </a:moveTo>
                  <a:lnTo>
                    <a:pt x="19360" y="19697"/>
                  </a:lnTo>
                  <a:lnTo>
                    <a:pt x="19023" y="20606"/>
                  </a:lnTo>
                  <a:lnTo>
                    <a:pt x="18687" y="21548"/>
                  </a:lnTo>
                  <a:lnTo>
                    <a:pt x="18316" y="22491"/>
                  </a:lnTo>
                  <a:lnTo>
                    <a:pt x="17878" y="23468"/>
                  </a:lnTo>
                  <a:lnTo>
                    <a:pt x="17441" y="24410"/>
                  </a:lnTo>
                  <a:lnTo>
                    <a:pt x="16969" y="25387"/>
                  </a:lnTo>
                  <a:lnTo>
                    <a:pt x="16532" y="26329"/>
                  </a:lnTo>
                  <a:lnTo>
                    <a:pt x="16296" y="26834"/>
                  </a:lnTo>
                  <a:lnTo>
                    <a:pt x="16094" y="27373"/>
                  </a:lnTo>
                  <a:lnTo>
                    <a:pt x="15892" y="27878"/>
                  </a:lnTo>
                  <a:lnTo>
                    <a:pt x="15623" y="28383"/>
                  </a:lnTo>
                  <a:lnTo>
                    <a:pt x="15724" y="28147"/>
                  </a:lnTo>
                  <a:lnTo>
                    <a:pt x="16767" y="25723"/>
                  </a:lnTo>
                  <a:lnTo>
                    <a:pt x="17811" y="23333"/>
                  </a:lnTo>
                  <a:lnTo>
                    <a:pt x="18249" y="22188"/>
                  </a:lnTo>
                  <a:lnTo>
                    <a:pt x="18653" y="21043"/>
                  </a:lnTo>
                  <a:lnTo>
                    <a:pt x="18889" y="20437"/>
                  </a:lnTo>
                  <a:lnTo>
                    <a:pt x="19158" y="19899"/>
                  </a:lnTo>
                  <a:lnTo>
                    <a:pt x="19764" y="18788"/>
                  </a:lnTo>
                  <a:close/>
                  <a:moveTo>
                    <a:pt x="5489" y="26060"/>
                  </a:moveTo>
                  <a:lnTo>
                    <a:pt x="6532" y="26430"/>
                  </a:lnTo>
                  <a:lnTo>
                    <a:pt x="8451" y="27070"/>
                  </a:lnTo>
                  <a:lnTo>
                    <a:pt x="10371" y="27743"/>
                  </a:lnTo>
                  <a:lnTo>
                    <a:pt x="11145" y="28013"/>
                  </a:lnTo>
                  <a:lnTo>
                    <a:pt x="11650" y="28181"/>
                  </a:lnTo>
                  <a:lnTo>
                    <a:pt x="11616" y="28215"/>
                  </a:lnTo>
                  <a:lnTo>
                    <a:pt x="11549" y="28349"/>
                  </a:lnTo>
                  <a:lnTo>
                    <a:pt x="11515" y="28450"/>
                  </a:lnTo>
                  <a:lnTo>
                    <a:pt x="11111" y="28282"/>
                  </a:lnTo>
                  <a:lnTo>
                    <a:pt x="9327" y="27541"/>
                  </a:lnTo>
                  <a:lnTo>
                    <a:pt x="7509" y="26868"/>
                  </a:lnTo>
                  <a:lnTo>
                    <a:pt x="6499" y="26464"/>
                  </a:lnTo>
                  <a:lnTo>
                    <a:pt x="5489" y="26060"/>
                  </a:lnTo>
                  <a:close/>
                  <a:moveTo>
                    <a:pt x="12323" y="28316"/>
                  </a:moveTo>
                  <a:lnTo>
                    <a:pt x="12761" y="28450"/>
                  </a:lnTo>
                  <a:lnTo>
                    <a:pt x="12525" y="28417"/>
                  </a:lnTo>
                  <a:lnTo>
                    <a:pt x="12323" y="28316"/>
                  </a:lnTo>
                  <a:close/>
                  <a:moveTo>
                    <a:pt x="371" y="23905"/>
                  </a:moveTo>
                  <a:lnTo>
                    <a:pt x="741" y="24141"/>
                  </a:lnTo>
                  <a:lnTo>
                    <a:pt x="1145" y="24377"/>
                  </a:lnTo>
                  <a:lnTo>
                    <a:pt x="1550" y="24579"/>
                  </a:lnTo>
                  <a:lnTo>
                    <a:pt x="1987" y="24747"/>
                  </a:lnTo>
                  <a:lnTo>
                    <a:pt x="2829" y="25084"/>
                  </a:lnTo>
                  <a:lnTo>
                    <a:pt x="3704" y="25420"/>
                  </a:lnTo>
                  <a:lnTo>
                    <a:pt x="5691" y="26296"/>
                  </a:lnTo>
                  <a:lnTo>
                    <a:pt x="6701" y="26733"/>
                  </a:lnTo>
                  <a:lnTo>
                    <a:pt x="7711" y="27137"/>
                  </a:lnTo>
                  <a:lnTo>
                    <a:pt x="9630" y="27878"/>
                  </a:lnTo>
                  <a:lnTo>
                    <a:pt x="11515" y="28652"/>
                  </a:lnTo>
                  <a:lnTo>
                    <a:pt x="11515" y="28753"/>
                  </a:lnTo>
                  <a:lnTo>
                    <a:pt x="11381" y="28720"/>
                  </a:lnTo>
                  <a:lnTo>
                    <a:pt x="10640" y="28383"/>
                  </a:lnTo>
                  <a:lnTo>
                    <a:pt x="9866" y="28080"/>
                  </a:lnTo>
                  <a:lnTo>
                    <a:pt x="8317" y="27474"/>
                  </a:lnTo>
                  <a:lnTo>
                    <a:pt x="7340" y="27070"/>
                  </a:lnTo>
                  <a:lnTo>
                    <a:pt x="6364" y="26666"/>
                  </a:lnTo>
                  <a:lnTo>
                    <a:pt x="4411" y="25791"/>
                  </a:lnTo>
                  <a:lnTo>
                    <a:pt x="2459" y="24949"/>
                  </a:lnTo>
                  <a:lnTo>
                    <a:pt x="1482" y="24579"/>
                  </a:lnTo>
                  <a:lnTo>
                    <a:pt x="506" y="24208"/>
                  </a:lnTo>
                  <a:lnTo>
                    <a:pt x="506" y="24175"/>
                  </a:lnTo>
                  <a:lnTo>
                    <a:pt x="472" y="24141"/>
                  </a:lnTo>
                  <a:lnTo>
                    <a:pt x="371" y="23905"/>
                  </a:lnTo>
                  <a:close/>
                  <a:moveTo>
                    <a:pt x="11852" y="28349"/>
                  </a:moveTo>
                  <a:lnTo>
                    <a:pt x="11919" y="28417"/>
                  </a:lnTo>
                  <a:lnTo>
                    <a:pt x="12020" y="28484"/>
                  </a:lnTo>
                  <a:lnTo>
                    <a:pt x="12256" y="28585"/>
                  </a:lnTo>
                  <a:lnTo>
                    <a:pt x="12525" y="28686"/>
                  </a:lnTo>
                  <a:lnTo>
                    <a:pt x="12795" y="28753"/>
                  </a:lnTo>
                  <a:lnTo>
                    <a:pt x="12727" y="28888"/>
                  </a:lnTo>
                  <a:lnTo>
                    <a:pt x="12256" y="28753"/>
                  </a:lnTo>
                  <a:lnTo>
                    <a:pt x="11785" y="28551"/>
                  </a:lnTo>
                  <a:lnTo>
                    <a:pt x="11785" y="28349"/>
                  </a:lnTo>
                  <a:close/>
                  <a:moveTo>
                    <a:pt x="13064" y="28753"/>
                  </a:moveTo>
                  <a:lnTo>
                    <a:pt x="13098" y="28821"/>
                  </a:lnTo>
                  <a:lnTo>
                    <a:pt x="13165" y="28854"/>
                  </a:lnTo>
                  <a:lnTo>
                    <a:pt x="13401" y="28888"/>
                  </a:lnTo>
                  <a:lnTo>
                    <a:pt x="13636" y="28922"/>
                  </a:lnTo>
                  <a:lnTo>
                    <a:pt x="14074" y="29023"/>
                  </a:lnTo>
                  <a:lnTo>
                    <a:pt x="13805" y="29056"/>
                  </a:lnTo>
                  <a:lnTo>
                    <a:pt x="13502" y="29023"/>
                  </a:lnTo>
                  <a:lnTo>
                    <a:pt x="13232" y="28989"/>
                  </a:lnTo>
                  <a:lnTo>
                    <a:pt x="12929" y="28955"/>
                  </a:lnTo>
                  <a:lnTo>
                    <a:pt x="12963" y="28753"/>
                  </a:lnTo>
                  <a:close/>
                  <a:moveTo>
                    <a:pt x="11751" y="28753"/>
                  </a:moveTo>
                  <a:lnTo>
                    <a:pt x="11852" y="28787"/>
                  </a:lnTo>
                  <a:lnTo>
                    <a:pt x="12290" y="28955"/>
                  </a:lnTo>
                  <a:lnTo>
                    <a:pt x="12727" y="29090"/>
                  </a:lnTo>
                  <a:lnTo>
                    <a:pt x="12761" y="29292"/>
                  </a:lnTo>
                  <a:lnTo>
                    <a:pt x="12256" y="29090"/>
                  </a:lnTo>
                  <a:lnTo>
                    <a:pt x="11751" y="28888"/>
                  </a:lnTo>
                  <a:lnTo>
                    <a:pt x="11751" y="28753"/>
                  </a:lnTo>
                  <a:close/>
                  <a:moveTo>
                    <a:pt x="15084" y="28989"/>
                  </a:moveTo>
                  <a:lnTo>
                    <a:pt x="14916" y="29124"/>
                  </a:lnTo>
                  <a:lnTo>
                    <a:pt x="14714" y="29258"/>
                  </a:lnTo>
                  <a:lnTo>
                    <a:pt x="14512" y="29359"/>
                  </a:lnTo>
                  <a:lnTo>
                    <a:pt x="14310" y="29427"/>
                  </a:lnTo>
                  <a:lnTo>
                    <a:pt x="14074" y="29460"/>
                  </a:lnTo>
                  <a:lnTo>
                    <a:pt x="13872" y="29460"/>
                  </a:lnTo>
                  <a:lnTo>
                    <a:pt x="13401" y="29427"/>
                  </a:lnTo>
                  <a:lnTo>
                    <a:pt x="12963" y="29326"/>
                  </a:lnTo>
                  <a:lnTo>
                    <a:pt x="12997" y="29292"/>
                  </a:lnTo>
                  <a:lnTo>
                    <a:pt x="12963" y="29225"/>
                  </a:lnTo>
                  <a:lnTo>
                    <a:pt x="12963" y="29157"/>
                  </a:lnTo>
                  <a:lnTo>
                    <a:pt x="13502" y="29225"/>
                  </a:lnTo>
                  <a:lnTo>
                    <a:pt x="14276" y="29225"/>
                  </a:lnTo>
                  <a:lnTo>
                    <a:pt x="14545" y="29157"/>
                  </a:lnTo>
                  <a:lnTo>
                    <a:pt x="14815" y="29090"/>
                  </a:lnTo>
                  <a:lnTo>
                    <a:pt x="15084" y="28989"/>
                  </a:lnTo>
                  <a:close/>
                  <a:moveTo>
                    <a:pt x="9765" y="1"/>
                  </a:moveTo>
                  <a:lnTo>
                    <a:pt x="9731" y="35"/>
                  </a:lnTo>
                  <a:lnTo>
                    <a:pt x="9529" y="775"/>
                  </a:lnTo>
                  <a:lnTo>
                    <a:pt x="9327" y="1482"/>
                  </a:lnTo>
                  <a:lnTo>
                    <a:pt x="9057" y="2189"/>
                  </a:lnTo>
                  <a:lnTo>
                    <a:pt x="8788" y="2863"/>
                  </a:lnTo>
                  <a:lnTo>
                    <a:pt x="8216" y="4243"/>
                  </a:lnTo>
                  <a:lnTo>
                    <a:pt x="7576" y="5590"/>
                  </a:lnTo>
                  <a:lnTo>
                    <a:pt x="6398" y="8250"/>
                  </a:lnTo>
                  <a:lnTo>
                    <a:pt x="5825" y="9563"/>
                  </a:lnTo>
                  <a:lnTo>
                    <a:pt x="5186" y="10876"/>
                  </a:lnTo>
                  <a:lnTo>
                    <a:pt x="4714" y="11818"/>
                  </a:lnTo>
                  <a:lnTo>
                    <a:pt x="4277" y="12795"/>
                  </a:lnTo>
                  <a:lnTo>
                    <a:pt x="3469" y="14781"/>
                  </a:lnTo>
                  <a:lnTo>
                    <a:pt x="2257" y="17576"/>
                  </a:lnTo>
                  <a:lnTo>
                    <a:pt x="1078" y="20437"/>
                  </a:lnTo>
                  <a:lnTo>
                    <a:pt x="674" y="21481"/>
                  </a:lnTo>
                  <a:lnTo>
                    <a:pt x="270" y="22525"/>
                  </a:lnTo>
                  <a:lnTo>
                    <a:pt x="169" y="22828"/>
                  </a:lnTo>
                  <a:lnTo>
                    <a:pt x="102" y="23030"/>
                  </a:lnTo>
                  <a:lnTo>
                    <a:pt x="68" y="23198"/>
                  </a:lnTo>
                  <a:lnTo>
                    <a:pt x="34" y="23232"/>
                  </a:lnTo>
                  <a:lnTo>
                    <a:pt x="1" y="23299"/>
                  </a:lnTo>
                  <a:lnTo>
                    <a:pt x="102" y="23535"/>
                  </a:lnTo>
                  <a:lnTo>
                    <a:pt x="135" y="23771"/>
                  </a:lnTo>
                  <a:lnTo>
                    <a:pt x="203" y="24006"/>
                  </a:lnTo>
                  <a:lnTo>
                    <a:pt x="304" y="24242"/>
                  </a:lnTo>
                  <a:lnTo>
                    <a:pt x="337" y="24276"/>
                  </a:lnTo>
                  <a:lnTo>
                    <a:pt x="405" y="24276"/>
                  </a:lnTo>
                  <a:lnTo>
                    <a:pt x="2459" y="25252"/>
                  </a:lnTo>
                  <a:lnTo>
                    <a:pt x="4512" y="26161"/>
                  </a:lnTo>
                  <a:lnTo>
                    <a:pt x="6633" y="27036"/>
                  </a:lnTo>
                  <a:lnTo>
                    <a:pt x="8721" y="27878"/>
                  </a:lnTo>
                  <a:lnTo>
                    <a:pt x="10135" y="28450"/>
                  </a:lnTo>
                  <a:lnTo>
                    <a:pt x="11549" y="29056"/>
                  </a:lnTo>
                  <a:lnTo>
                    <a:pt x="11583" y="29090"/>
                  </a:lnTo>
                  <a:lnTo>
                    <a:pt x="11650" y="29090"/>
                  </a:lnTo>
                  <a:lnTo>
                    <a:pt x="12020" y="29258"/>
                  </a:lnTo>
                  <a:lnTo>
                    <a:pt x="12694" y="29494"/>
                  </a:lnTo>
                  <a:lnTo>
                    <a:pt x="13064" y="29595"/>
                  </a:lnTo>
                  <a:lnTo>
                    <a:pt x="13401" y="29662"/>
                  </a:lnTo>
                  <a:lnTo>
                    <a:pt x="14141" y="29662"/>
                  </a:lnTo>
                  <a:lnTo>
                    <a:pt x="14478" y="29595"/>
                  </a:lnTo>
                  <a:lnTo>
                    <a:pt x="14848" y="29460"/>
                  </a:lnTo>
                  <a:lnTo>
                    <a:pt x="15151" y="29292"/>
                  </a:lnTo>
                  <a:lnTo>
                    <a:pt x="15421" y="29090"/>
                  </a:lnTo>
                  <a:lnTo>
                    <a:pt x="15656" y="28821"/>
                  </a:lnTo>
                  <a:lnTo>
                    <a:pt x="15825" y="28518"/>
                  </a:lnTo>
                  <a:lnTo>
                    <a:pt x="15993" y="28181"/>
                  </a:lnTo>
                  <a:lnTo>
                    <a:pt x="16161" y="27844"/>
                  </a:lnTo>
                  <a:lnTo>
                    <a:pt x="16431" y="27205"/>
                  </a:lnTo>
                  <a:lnTo>
                    <a:pt x="16868" y="26127"/>
                  </a:lnTo>
                  <a:lnTo>
                    <a:pt x="17373" y="25117"/>
                  </a:lnTo>
                  <a:lnTo>
                    <a:pt x="17878" y="24074"/>
                  </a:lnTo>
                  <a:lnTo>
                    <a:pt x="18350" y="23030"/>
                  </a:lnTo>
                  <a:lnTo>
                    <a:pt x="18788" y="21952"/>
                  </a:lnTo>
                  <a:lnTo>
                    <a:pt x="19192" y="20841"/>
                  </a:lnTo>
                  <a:lnTo>
                    <a:pt x="19596" y="19730"/>
                  </a:lnTo>
                  <a:lnTo>
                    <a:pt x="20067" y="18653"/>
                  </a:lnTo>
                  <a:lnTo>
                    <a:pt x="20437" y="17946"/>
                  </a:lnTo>
                  <a:lnTo>
                    <a:pt x="20841" y="17273"/>
                  </a:lnTo>
                  <a:lnTo>
                    <a:pt x="20841" y="16902"/>
                  </a:lnTo>
                  <a:lnTo>
                    <a:pt x="20505" y="17407"/>
                  </a:lnTo>
                  <a:lnTo>
                    <a:pt x="20202" y="17879"/>
                  </a:lnTo>
                  <a:lnTo>
                    <a:pt x="20505" y="17172"/>
                  </a:lnTo>
                  <a:lnTo>
                    <a:pt x="20673" y="16835"/>
                  </a:lnTo>
                  <a:lnTo>
                    <a:pt x="20841" y="16498"/>
                  </a:lnTo>
                  <a:lnTo>
                    <a:pt x="20841" y="15960"/>
                  </a:lnTo>
                  <a:lnTo>
                    <a:pt x="20639" y="16296"/>
                  </a:lnTo>
                  <a:lnTo>
                    <a:pt x="20370" y="16768"/>
                  </a:lnTo>
                  <a:lnTo>
                    <a:pt x="20168" y="17273"/>
                  </a:lnTo>
                  <a:lnTo>
                    <a:pt x="19966" y="17744"/>
                  </a:lnTo>
                  <a:lnTo>
                    <a:pt x="19730" y="18249"/>
                  </a:lnTo>
                  <a:lnTo>
                    <a:pt x="19192" y="19259"/>
                  </a:lnTo>
                  <a:lnTo>
                    <a:pt x="18922" y="19764"/>
                  </a:lnTo>
                  <a:lnTo>
                    <a:pt x="18653" y="20303"/>
                  </a:lnTo>
                  <a:lnTo>
                    <a:pt x="18451" y="20841"/>
                  </a:lnTo>
                  <a:lnTo>
                    <a:pt x="18249" y="21414"/>
                  </a:lnTo>
                  <a:lnTo>
                    <a:pt x="18047" y="21986"/>
                  </a:lnTo>
                  <a:lnTo>
                    <a:pt x="17845" y="22559"/>
                  </a:lnTo>
                  <a:lnTo>
                    <a:pt x="17373" y="23670"/>
                  </a:lnTo>
                  <a:lnTo>
                    <a:pt x="16868" y="24781"/>
                  </a:lnTo>
                  <a:lnTo>
                    <a:pt x="16363" y="25892"/>
                  </a:lnTo>
                  <a:lnTo>
                    <a:pt x="15858" y="27003"/>
                  </a:lnTo>
                  <a:lnTo>
                    <a:pt x="15555" y="27844"/>
                  </a:lnTo>
                  <a:lnTo>
                    <a:pt x="15353" y="28248"/>
                  </a:lnTo>
                  <a:lnTo>
                    <a:pt x="15252" y="28417"/>
                  </a:lnTo>
                  <a:lnTo>
                    <a:pt x="15084" y="28585"/>
                  </a:lnTo>
                  <a:lnTo>
                    <a:pt x="14983" y="28686"/>
                  </a:lnTo>
                  <a:lnTo>
                    <a:pt x="14848" y="28753"/>
                  </a:lnTo>
                  <a:lnTo>
                    <a:pt x="14747" y="28787"/>
                  </a:lnTo>
                  <a:lnTo>
                    <a:pt x="14613" y="28821"/>
                  </a:lnTo>
                  <a:lnTo>
                    <a:pt x="14343" y="28821"/>
                  </a:lnTo>
                  <a:lnTo>
                    <a:pt x="14040" y="28753"/>
                  </a:lnTo>
                  <a:lnTo>
                    <a:pt x="13636" y="28585"/>
                  </a:lnTo>
                  <a:lnTo>
                    <a:pt x="13232" y="28417"/>
                  </a:lnTo>
                  <a:lnTo>
                    <a:pt x="13670" y="27575"/>
                  </a:lnTo>
                  <a:lnTo>
                    <a:pt x="13704" y="27541"/>
                  </a:lnTo>
                  <a:lnTo>
                    <a:pt x="13906" y="27137"/>
                  </a:lnTo>
                  <a:lnTo>
                    <a:pt x="14141" y="26666"/>
                  </a:lnTo>
                  <a:lnTo>
                    <a:pt x="14343" y="26161"/>
                  </a:lnTo>
                  <a:lnTo>
                    <a:pt x="14680" y="25117"/>
                  </a:lnTo>
                  <a:lnTo>
                    <a:pt x="14747" y="25117"/>
                  </a:lnTo>
                  <a:lnTo>
                    <a:pt x="14781" y="25050"/>
                  </a:lnTo>
                  <a:lnTo>
                    <a:pt x="14781" y="25016"/>
                  </a:lnTo>
                  <a:lnTo>
                    <a:pt x="14781" y="24983"/>
                  </a:lnTo>
                  <a:lnTo>
                    <a:pt x="14747" y="24949"/>
                  </a:lnTo>
                  <a:lnTo>
                    <a:pt x="14848" y="24646"/>
                  </a:lnTo>
                  <a:lnTo>
                    <a:pt x="14882" y="24545"/>
                  </a:lnTo>
                  <a:lnTo>
                    <a:pt x="14916" y="24545"/>
                  </a:lnTo>
                  <a:lnTo>
                    <a:pt x="14983" y="24579"/>
                  </a:lnTo>
                  <a:lnTo>
                    <a:pt x="15017" y="24545"/>
                  </a:lnTo>
                  <a:lnTo>
                    <a:pt x="15050" y="24511"/>
                  </a:lnTo>
                  <a:lnTo>
                    <a:pt x="15050" y="24478"/>
                  </a:lnTo>
                  <a:lnTo>
                    <a:pt x="14949" y="24309"/>
                  </a:lnTo>
                  <a:lnTo>
                    <a:pt x="15151" y="23771"/>
                  </a:lnTo>
                  <a:lnTo>
                    <a:pt x="15219" y="23737"/>
                  </a:lnTo>
                  <a:lnTo>
                    <a:pt x="15252" y="23703"/>
                  </a:lnTo>
                  <a:lnTo>
                    <a:pt x="15252" y="23636"/>
                  </a:lnTo>
                  <a:lnTo>
                    <a:pt x="15219" y="23602"/>
                  </a:lnTo>
                  <a:lnTo>
                    <a:pt x="15353" y="23232"/>
                  </a:lnTo>
                  <a:lnTo>
                    <a:pt x="15421" y="23232"/>
                  </a:lnTo>
                  <a:lnTo>
                    <a:pt x="15488" y="23198"/>
                  </a:lnTo>
                  <a:lnTo>
                    <a:pt x="15488" y="23165"/>
                  </a:lnTo>
                  <a:lnTo>
                    <a:pt x="15488" y="23097"/>
                  </a:lnTo>
                  <a:lnTo>
                    <a:pt x="15454" y="22996"/>
                  </a:lnTo>
                  <a:lnTo>
                    <a:pt x="15858" y="21952"/>
                  </a:lnTo>
                  <a:lnTo>
                    <a:pt x="15892" y="21986"/>
                  </a:lnTo>
                  <a:lnTo>
                    <a:pt x="15993" y="21986"/>
                  </a:lnTo>
                  <a:lnTo>
                    <a:pt x="16027" y="21952"/>
                  </a:lnTo>
                  <a:lnTo>
                    <a:pt x="16027" y="21919"/>
                  </a:lnTo>
                  <a:lnTo>
                    <a:pt x="15959" y="21717"/>
                  </a:lnTo>
                  <a:lnTo>
                    <a:pt x="16161" y="21313"/>
                  </a:lnTo>
                  <a:lnTo>
                    <a:pt x="16195" y="21245"/>
                  </a:lnTo>
                  <a:lnTo>
                    <a:pt x="16397" y="20808"/>
                  </a:lnTo>
                  <a:lnTo>
                    <a:pt x="16431" y="20808"/>
                  </a:lnTo>
                  <a:lnTo>
                    <a:pt x="16498" y="20774"/>
                  </a:lnTo>
                  <a:lnTo>
                    <a:pt x="16532" y="20774"/>
                  </a:lnTo>
                  <a:lnTo>
                    <a:pt x="16532" y="20707"/>
                  </a:lnTo>
                  <a:lnTo>
                    <a:pt x="16498" y="20572"/>
                  </a:lnTo>
                  <a:lnTo>
                    <a:pt x="16666" y="20202"/>
                  </a:lnTo>
                  <a:lnTo>
                    <a:pt x="16700" y="20202"/>
                  </a:lnTo>
                  <a:lnTo>
                    <a:pt x="16734" y="20168"/>
                  </a:lnTo>
                  <a:lnTo>
                    <a:pt x="16868" y="20235"/>
                  </a:lnTo>
                  <a:lnTo>
                    <a:pt x="17037" y="20269"/>
                  </a:lnTo>
                  <a:lnTo>
                    <a:pt x="17306" y="20370"/>
                  </a:lnTo>
                  <a:lnTo>
                    <a:pt x="17575" y="20471"/>
                  </a:lnTo>
                  <a:lnTo>
                    <a:pt x="17946" y="20673"/>
                  </a:lnTo>
                  <a:lnTo>
                    <a:pt x="18114" y="20774"/>
                  </a:lnTo>
                  <a:lnTo>
                    <a:pt x="18316" y="20808"/>
                  </a:lnTo>
                  <a:lnTo>
                    <a:pt x="18350" y="20808"/>
                  </a:lnTo>
                  <a:lnTo>
                    <a:pt x="18384" y="20774"/>
                  </a:lnTo>
                  <a:lnTo>
                    <a:pt x="18417" y="20707"/>
                  </a:lnTo>
                  <a:lnTo>
                    <a:pt x="18417" y="20673"/>
                  </a:lnTo>
                  <a:lnTo>
                    <a:pt x="18384" y="20572"/>
                  </a:lnTo>
                  <a:lnTo>
                    <a:pt x="18283" y="20505"/>
                  </a:lnTo>
                  <a:lnTo>
                    <a:pt x="18081" y="20370"/>
                  </a:lnTo>
                  <a:lnTo>
                    <a:pt x="17676" y="20202"/>
                  </a:lnTo>
                  <a:lnTo>
                    <a:pt x="17239" y="20033"/>
                  </a:lnTo>
                  <a:lnTo>
                    <a:pt x="16969" y="19966"/>
                  </a:lnTo>
                  <a:lnTo>
                    <a:pt x="16868" y="19966"/>
                  </a:lnTo>
                  <a:lnTo>
                    <a:pt x="16767" y="20000"/>
                  </a:lnTo>
                  <a:lnTo>
                    <a:pt x="16969" y="19562"/>
                  </a:lnTo>
                  <a:lnTo>
                    <a:pt x="17070" y="19562"/>
                  </a:lnTo>
                  <a:lnTo>
                    <a:pt x="17104" y="19495"/>
                  </a:lnTo>
                  <a:lnTo>
                    <a:pt x="17138" y="19461"/>
                  </a:lnTo>
                  <a:lnTo>
                    <a:pt x="17104" y="19394"/>
                  </a:lnTo>
                  <a:lnTo>
                    <a:pt x="17070" y="19360"/>
                  </a:lnTo>
                  <a:lnTo>
                    <a:pt x="17306" y="18855"/>
                  </a:lnTo>
                  <a:lnTo>
                    <a:pt x="17441" y="18552"/>
                  </a:lnTo>
                  <a:lnTo>
                    <a:pt x="17474" y="18518"/>
                  </a:lnTo>
                  <a:lnTo>
                    <a:pt x="17508" y="18451"/>
                  </a:lnTo>
                  <a:lnTo>
                    <a:pt x="17980" y="17441"/>
                  </a:lnTo>
                  <a:lnTo>
                    <a:pt x="18047" y="17441"/>
                  </a:lnTo>
                  <a:lnTo>
                    <a:pt x="18081" y="17374"/>
                  </a:lnTo>
                  <a:lnTo>
                    <a:pt x="18047" y="17273"/>
                  </a:lnTo>
                  <a:lnTo>
                    <a:pt x="18384" y="16566"/>
                  </a:lnTo>
                  <a:lnTo>
                    <a:pt x="18417" y="16532"/>
                  </a:lnTo>
                  <a:lnTo>
                    <a:pt x="18417" y="16498"/>
                  </a:lnTo>
                  <a:lnTo>
                    <a:pt x="19528" y="14108"/>
                  </a:lnTo>
                  <a:lnTo>
                    <a:pt x="19697" y="14243"/>
                  </a:lnTo>
                  <a:lnTo>
                    <a:pt x="19865" y="14310"/>
                  </a:lnTo>
                  <a:lnTo>
                    <a:pt x="20235" y="14445"/>
                  </a:lnTo>
                  <a:lnTo>
                    <a:pt x="20841" y="14714"/>
                  </a:lnTo>
                  <a:lnTo>
                    <a:pt x="20841" y="14445"/>
                  </a:lnTo>
                  <a:lnTo>
                    <a:pt x="20639" y="14377"/>
                  </a:lnTo>
                  <a:lnTo>
                    <a:pt x="20101" y="14142"/>
                  </a:lnTo>
                  <a:lnTo>
                    <a:pt x="19831" y="14074"/>
                  </a:lnTo>
                  <a:lnTo>
                    <a:pt x="19562" y="14041"/>
                  </a:lnTo>
                  <a:lnTo>
                    <a:pt x="19629" y="13872"/>
                  </a:lnTo>
                  <a:lnTo>
                    <a:pt x="19865" y="13266"/>
                  </a:lnTo>
                  <a:lnTo>
                    <a:pt x="20067" y="12660"/>
                  </a:lnTo>
                  <a:lnTo>
                    <a:pt x="20269" y="12088"/>
                  </a:lnTo>
                  <a:lnTo>
                    <a:pt x="20505" y="11482"/>
                  </a:lnTo>
                  <a:lnTo>
                    <a:pt x="20673" y="11145"/>
                  </a:lnTo>
                  <a:lnTo>
                    <a:pt x="20841" y="10842"/>
                  </a:lnTo>
                  <a:lnTo>
                    <a:pt x="20841" y="10371"/>
                  </a:lnTo>
                  <a:lnTo>
                    <a:pt x="20774" y="10472"/>
                  </a:lnTo>
                  <a:lnTo>
                    <a:pt x="20404" y="9798"/>
                  </a:lnTo>
                  <a:lnTo>
                    <a:pt x="20269" y="9462"/>
                  </a:lnTo>
                  <a:lnTo>
                    <a:pt x="20134" y="9091"/>
                  </a:lnTo>
                  <a:lnTo>
                    <a:pt x="20134" y="9058"/>
                  </a:lnTo>
                  <a:lnTo>
                    <a:pt x="20101" y="9091"/>
                  </a:lnTo>
                  <a:lnTo>
                    <a:pt x="20101" y="9293"/>
                  </a:lnTo>
                  <a:lnTo>
                    <a:pt x="20134" y="9529"/>
                  </a:lnTo>
                  <a:lnTo>
                    <a:pt x="20269" y="9933"/>
                  </a:lnTo>
                  <a:lnTo>
                    <a:pt x="20437" y="10337"/>
                  </a:lnTo>
                  <a:lnTo>
                    <a:pt x="20639" y="10707"/>
                  </a:lnTo>
                  <a:lnTo>
                    <a:pt x="20471" y="11044"/>
                  </a:lnTo>
                  <a:lnTo>
                    <a:pt x="20336" y="10876"/>
                  </a:lnTo>
                  <a:lnTo>
                    <a:pt x="20269" y="10707"/>
                  </a:lnTo>
                  <a:lnTo>
                    <a:pt x="20101" y="10371"/>
                  </a:lnTo>
                  <a:lnTo>
                    <a:pt x="20000" y="10202"/>
                  </a:lnTo>
                  <a:lnTo>
                    <a:pt x="19865" y="10068"/>
                  </a:lnTo>
                  <a:lnTo>
                    <a:pt x="19831" y="10068"/>
                  </a:lnTo>
                  <a:lnTo>
                    <a:pt x="19831" y="10101"/>
                  </a:lnTo>
                  <a:lnTo>
                    <a:pt x="19932" y="10303"/>
                  </a:lnTo>
                  <a:lnTo>
                    <a:pt x="20000" y="10505"/>
                  </a:lnTo>
                  <a:lnTo>
                    <a:pt x="20067" y="10707"/>
                  </a:lnTo>
                  <a:lnTo>
                    <a:pt x="20134" y="10909"/>
                  </a:lnTo>
                  <a:lnTo>
                    <a:pt x="20235" y="11078"/>
                  </a:lnTo>
                  <a:lnTo>
                    <a:pt x="20370" y="11246"/>
                  </a:lnTo>
                  <a:lnTo>
                    <a:pt x="20202" y="11583"/>
                  </a:lnTo>
                  <a:lnTo>
                    <a:pt x="20134" y="11549"/>
                  </a:lnTo>
                  <a:lnTo>
                    <a:pt x="19899" y="11280"/>
                  </a:lnTo>
                  <a:lnTo>
                    <a:pt x="19764" y="11111"/>
                  </a:lnTo>
                  <a:lnTo>
                    <a:pt x="19663" y="10909"/>
                  </a:lnTo>
                  <a:lnTo>
                    <a:pt x="19495" y="10539"/>
                  </a:lnTo>
                  <a:lnTo>
                    <a:pt x="19461" y="10505"/>
                  </a:lnTo>
                  <a:lnTo>
                    <a:pt x="20168" y="8923"/>
                  </a:lnTo>
                  <a:lnTo>
                    <a:pt x="20841" y="7341"/>
                  </a:lnTo>
                  <a:lnTo>
                    <a:pt x="20841" y="6667"/>
                  </a:lnTo>
                  <a:lnTo>
                    <a:pt x="20336" y="7846"/>
                  </a:lnTo>
                  <a:lnTo>
                    <a:pt x="19831" y="9024"/>
                  </a:lnTo>
                  <a:lnTo>
                    <a:pt x="19326" y="10202"/>
                  </a:lnTo>
                  <a:lnTo>
                    <a:pt x="18788" y="11347"/>
                  </a:lnTo>
                  <a:lnTo>
                    <a:pt x="18350" y="12290"/>
                  </a:lnTo>
                  <a:lnTo>
                    <a:pt x="17912" y="13232"/>
                  </a:lnTo>
                  <a:lnTo>
                    <a:pt x="17508" y="13131"/>
                  </a:lnTo>
                  <a:lnTo>
                    <a:pt x="17171" y="12997"/>
                  </a:lnTo>
                  <a:lnTo>
                    <a:pt x="16801" y="12862"/>
                  </a:lnTo>
                  <a:lnTo>
                    <a:pt x="16464" y="12694"/>
                  </a:lnTo>
                  <a:lnTo>
                    <a:pt x="15118" y="11953"/>
                  </a:lnTo>
                  <a:lnTo>
                    <a:pt x="14343" y="11616"/>
                  </a:lnTo>
                  <a:lnTo>
                    <a:pt x="13569" y="11313"/>
                  </a:lnTo>
                  <a:lnTo>
                    <a:pt x="12795" y="11010"/>
                  </a:lnTo>
                  <a:lnTo>
                    <a:pt x="12020" y="10707"/>
                  </a:lnTo>
                  <a:lnTo>
                    <a:pt x="10640" y="10101"/>
                  </a:lnTo>
                  <a:lnTo>
                    <a:pt x="9226" y="9495"/>
                  </a:lnTo>
                  <a:lnTo>
                    <a:pt x="8317" y="9159"/>
                  </a:lnTo>
                  <a:lnTo>
                    <a:pt x="7879" y="8990"/>
                  </a:lnTo>
                  <a:lnTo>
                    <a:pt x="7441" y="8788"/>
                  </a:lnTo>
                  <a:lnTo>
                    <a:pt x="7004" y="8620"/>
                  </a:lnTo>
                  <a:lnTo>
                    <a:pt x="6802" y="8553"/>
                  </a:lnTo>
                  <a:lnTo>
                    <a:pt x="6566" y="8485"/>
                  </a:lnTo>
                  <a:lnTo>
                    <a:pt x="8014" y="5253"/>
                  </a:lnTo>
                  <a:lnTo>
                    <a:pt x="8552" y="4007"/>
                  </a:lnTo>
                  <a:lnTo>
                    <a:pt x="9091" y="2762"/>
                  </a:lnTo>
                  <a:lnTo>
                    <a:pt x="9327" y="2122"/>
                  </a:lnTo>
                  <a:lnTo>
                    <a:pt x="9529" y="1482"/>
                  </a:lnTo>
                  <a:lnTo>
                    <a:pt x="9697" y="809"/>
                  </a:lnTo>
                  <a:lnTo>
                    <a:pt x="9866" y="169"/>
                  </a:lnTo>
                  <a:lnTo>
                    <a:pt x="9899" y="203"/>
                  </a:lnTo>
                  <a:lnTo>
                    <a:pt x="10371" y="371"/>
                  </a:lnTo>
                  <a:lnTo>
                    <a:pt x="10775" y="540"/>
                  </a:lnTo>
                  <a:lnTo>
                    <a:pt x="11650" y="977"/>
                  </a:lnTo>
                  <a:lnTo>
                    <a:pt x="12088" y="1146"/>
                  </a:lnTo>
                  <a:lnTo>
                    <a:pt x="12559" y="1280"/>
                  </a:lnTo>
                  <a:lnTo>
                    <a:pt x="13468" y="1583"/>
                  </a:lnTo>
                  <a:lnTo>
                    <a:pt x="14478" y="1920"/>
                  </a:lnTo>
                  <a:lnTo>
                    <a:pt x="15488" y="2358"/>
                  </a:lnTo>
                  <a:lnTo>
                    <a:pt x="17474" y="3233"/>
                  </a:lnTo>
                  <a:lnTo>
                    <a:pt x="18586" y="3671"/>
                  </a:lnTo>
                  <a:lnTo>
                    <a:pt x="19697" y="4108"/>
                  </a:lnTo>
                  <a:lnTo>
                    <a:pt x="20740" y="4546"/>
                  </a:lnTo>
                  <a:lnTo>
                    <a:pt x="20841" y="4580"/>
                  </a:lnTo>
                  <a:lnTo>
                    <a:pt x="20841" y="4243"/>
                  </a:lnTo>
                  <a:lnTo>
                    <a:pt x="20033" y="3940"/>
                  </a:lnTo>
                  <a:lnTo>
                    <a:pt x="18720" y="3435"/>
                  </a:lnTo>
                  <a:lnTo>
                    <a:pt x="17407" y="2896"/>
                  </a:lnTo>
                  <a:lnTo>
                    <a:pt x="15488" y="2055"/>
                  </a:lnTo>
                  <a:lnTo>
                    <a:pt x="14512" y="1651"/>
                  </a:lnTo>
                  <a:lnTo>
                    <a:pt x="13535" y="1314"/>
                  </a:lnTo>
                  <a:lnTo>
                    <a:pt x="12458" y="977"/>
                  </a:lnTo>
                  <a:lnTo>
                    <a:pt x="11919" y="775"/>
                  </a:lnTo>
                  <a:lnTo>
                    <a:pt x="11414" y="540"/>
                  </a:lnTo>
                  <a:lnTo>
                    <a:pt x="11044" y="371"/>
                  </a:lnTo>
                  <a:lnTo>
                    <a:pt x="10674" y="203"/>
                  </a:lnTo>
                  <a:lnTo>
                    <a:pt x="10337" y="102"/>
                  </a:lnTo>
                  <a:lnTo>
                    <a:pt x="9933" y="35"/>
                  </a:lnTo>
                  <a:lnTo>
                    <a:pt x="9899" y="35"/>
                  </a:lnTo>
                  <a:lnTo>
                    <a:pt x="9866" y="68"/>
                  </a:lnTo>
                  <a:lnTo>
                    <a:pt x="983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8" name="Google Shape;1808;p12"/>
            <p:cNvSpPr/>
            <p:nvPr/>
          </p:nvSpPr>
          <p:spPr>
            <a:xfrm>
              <a:off x="6848670" y="3911827"/>
              <a:ext cx="13485" cy="28562"/>
            </a:xfrm>
            <a:custGeom>
              <a:avLst/>
              <a:gdLst/>
              <a:ahLst/>
              <a:cxnLst/>
              <a:rect l="l" t="t" r="r" b="b"/>
              <a:pathLst>
                <a:path w="271" h="574" extrusionOk="0">
                  <a:moveTo>
                    <a:pt x="68" y="1"/>
                  </a:moveTo>
                  <a:lnTo>
                    <a:pt x="35" y="35"/>
                  </a:lnTo>
                  <a:lnTo>
                    <a:pt x="1" y="68"/>
                  </a:lnTo>
                  <a:lnTo>
                    <a:pt x="1" y="102"/>
                  </a:lnTo>
                  <a:lnTo>
                    <a:pt x="136" y="338"/>
                  </a:lnTo>
                  <a:lnTo>
                    <a:pt x="270" y="573"/>
                  </a:lnTo>
                  <a:lnTo>
                    <a:pt x="270" y="169"/>
                  </a:lnTo>
                  <a:lnTo>
                    <a:pt x="136" y="35"/>
                  </a:lnTo>
                  <a:lnTo>
                    <a:pt x="6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09" name="Google Shape;1809;p12"/>
            <p:cNvSpPr/>
            <p:nvPr/>
          </p:nvSpPr>
          <p:spPr>
            <a:xfrm>
              <a:off x="6845336" y="3940339"/>
              <a:ext cx="16819" cy="50307"/>
            </a:xfrm>
            <a:custGeom>
              <a:avLst/>
              <a:gdLst/>
              <a:ahLst/>
              <a:cxnLst/>
              <a:rect l="l" t="t" r="r" b="b"/>
              <a:pathLst>
                <a:path w="338" h="1011" extrusionOk="0">
                  <a:moveTo>
                    <a:pt x="68" y="0"/>
                  </a:moveTo>
                  <a:lnTo>
                    <a:pt x="34" y="34"/>
                  </a:lnTo>
                  <a:lnTo>
                    <a:pt x="1" y="101"/>
                  </a:lnTo>
                  <a:lnTo>
                    <a:pt x="1" y="202"/>
                  </a:lnTo>
                  <a:lnTo>
                    <a:pt x="34" y="371"/>
                  </a:lnTo>
                  <a:lnTo>
                    <a:pt x="102" y="539"/>
                  </a:lnTo>
                  <a:lnTo>
                    <a:pt x="169" y="707"/>
                  </a:lnTo>
                  <a:lnTo>
                    <a:pt x="337" y="1010"/>
                  </a:lnTo>
                  <a:lnTo>
                    <a:pt x="337" y="505"/>
                  </a:lnTo>
                  <a:lnTo>
                    <a:pt x="236" y="270"/>
                  </a:lnTo>
                  <a:lnTo>
                    <a:pt x="102" y="68"/>
                  </a:lnTo>
                  <a:lnTo>
                    <a:pt x="102" y="34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1810" name="Google Shape;1810;p12"/>
          <p:cNvGrpSpPr/>
          <p:nvPr/>
        </p:nvGrpSpPr>
        <p:grpSpPr>
          <a:xfrm>
            <a:off x="4617217" y="6299145"/>
            <a:ext cx="2957536" cy="563017"/>
            <a:chOff x="2330363" y="4724358"/>
            <a:chExt cx="2218152" cy="422263"/>
          </a:xfrm>
        </p:grpSpPr>
        <p:sp>
          <p:nvSpPr>
            <p:cNvPr id="1811" name="Google Shape;1811;p12"/>
            <p:cNvSpPr/>
            <p:nvPr/>
          </p:nvSpPr>
          <p:spPr>
            <a:xfrm>
              <a:off x="4117941" y="4942157"/>
              <a:ext cx="124002" cy="132411"/>
            </a:xfrm>
            <a:custGeom>
              <a:avLst/>
              <a:gdLst/>
              <a:ahLst/>
              <a:cxnLst/>
              <a:rect l="l" t="t" r="r" b="b"/>
              <a:pathLst>
                <a:path w="2492" h="2661" extrusionOk="0">
                  <a:moveTo>
                    <a:pt x="1885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23" y="1617"/>
                  </a:lnTo>
                  <a:lnTo>
                    <a:pt x="2289" y="2223"/>
                  </a:lnTo>
                  <a:lnTo>
                    <a:pt x="2256" y="2324"/>
                  </a:lnTo>
                  <a:lnTo>
                    <a:pt x="2256" y="2391"/>
                  </a:lnTo>
                  <a:lnTo>
                    <a:pt x="2222" y="2425"/>
                  </a:lnTo>
                  <a:lnTo>
                    <a:pt x="2121" y="2425"/>
                  </a:lnTo>
                  <a:lnTo>
                    <a:pt x="1650" y="2492"/>
                  </a:lnTo>
                  <a:lnTo>
                    <a:pt x="741" y="2492"/>
                  </a:lnTo>
                  <a:lnTo>
                    <a:pt x="505" y="2425"/>
                  </a:lnTo>
                  <a:lnTo>
                    <a:pt x="404" y="2391"/>
                  </a:lnTo>
                  <a:lnTo>
                    <a:pt x="337" y="2324"/>
                  </a:lnTo>
                  <a:lnTo>
                    <a:pt x="236" y="2156"/>
                  </a:lnTo>
                  <a:lnTo>
                    <a:pt x="202" y="1920"/>
                  </a:lnTo>
                  <a:lnTo>
                    <a:pt x="135" y="1516"/>
                  </a:lnTo>
                  <a:lnTo>
                    <a:pt x="101" y="1112"/>
                  </a:lnTo>
                  <a:lnTo>
                    <a:pt x="135" y="674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69" y="236"/>
                  </a:lnTo>
                  <a:lnTo>
                    <a:pt x="875" y="203"/>
                  </a:lnTo>
                  <a:lnTo>
                    <a:pt x="1515" y="135"/>
                  </a:lnTo>
                  <a:close/>
                  <a:moveTo>
                    <a:pt x="1279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7" y="169"/>
                  </a:lnTo>
                  <a:lnTo>
                    <a:pt x="67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7" y="472"/>
                  </a:lnTo>
                  <a:lnTo>
                    <a:pt x="34" y="708"/>
                  </a:lnTo>
                  <a:lnTo>
                    <a:pt x="0" y="1213"/>
                  </a:lnTo>
                  <a:lnTo>
                    <a:pt x="34" y="1752"/>
                  </a:lnTo>
                  <a:lnTo>
                    <a:pt x="67" y="2088"/>
                  </a:lnTo>
                  <a:lnTo>
                    <a:pt x="135" y="2223"/>
                  </a:lnTo>
                  <a:lnTo>
                    <a:pt x="202" y="2391"/>
                  </a:lnTo>
                  <a:lnTo>
                    <a:pt x="236" y="2459"/>
                  </a:lnTo>
                  <a:lnTo>
                    <a:pt x="303" y="2526"/>
                  </a:lnTo>
                  <a:lnTo>
                    <a:pt x="438" y="2593"/>
                  </a:lnTo>
                  <a:lnTo>
                    <a:pt x="606" y="2627"/>
                  </a:lnTo>
                  <a:lnTo>
                    <a:pt x="741" y="2627"/>
                  </a:lnTo>
                  <a:lnTo>
                    <a:pt x="1212" y="2661"/>
                  </a:lnTo>
                  <a:lnTo>
                    <a:pt x="1683" y="2627"/>
                  </a:lnTo>
                  <a:lnTo>
                    <a:pt x="2020" y="2627"/>
                  </a:lnTo>
                  <a:lnTo>
                    <a:pt x="2222" y="2593"/>
                  </a:lnTo>
                  <a:lnTo>
                    <a:pt x="2289" y="2560"/>
                  </a:lnTo>
                  <a:lnTo>
                    <a:pt x="2357" y="2526"/>
                  </a:lnTo>
                  <a:lnTo>
                    <a:pt x="2424" y="2358"/>
                  </a:lnTo>
                  <a:lnTo>
                    <a:pt x="2458" y="2156"/>
                  </a:lnTo>
                  <a:lnTo>
                    <a:pt x="2458" y="1785"/>
                  </a:lnTo>
                  <a:lnTo>
                    <a:pt x="2491" y="943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2" name="Google Shape;1812;p12"/>
            <p:cNvSpPr/>
            <p:nvPr/>
          </p:nvSpPr>
          <p:spPr>
            <a:xfrm>
              <a:off x="4171533" y="4979029"/>
              <a:ext cx="33538" cy="35230"/>
            </a:xfrm>
            <a:custGeom>
              <a:avLst/>
              <a:gdLst/>
              <a:ahLst/>
              <a:cxnLst/>
              <a:rect l="l" t="t" r="r" b="b"/>
              <a:pathLst>
                <a:path w="674" h="708" extrusionOk="0">
                  <a:moveTo>
                    <a:pt x="169" y="0"/>
                  </a:moveTo>
                  <a:lnTo>
                    <a:pt x="135" y="101"/>
                  </a:lnTo>
                  <a:lnTo>
                    <a:pt x="135" y="202"/>
                  </a:lnTo>
                  <a:lnTo>
                    <a:pt x="68" y="202"/>
                  </a:lnTo>
                  <a:lnTo>
                    <a:pt x="0" y="236"/>
                  </a:lnTo>
                  <a:lnTo>
                    <a:pt x="0" y="303"/>
                  </a:lnTo>
                  <a:lnTo>
                    <a:pt x="34" y="337"/>
                  </a:lnTo>
                  <a:lnTo>
                    <a:pt x="135" y="337"/>
                  </a:lnTo>
                  <a:lnTo>
                    <a:pt x="135" y="505"/>
                  </a:lnTo>
                  <a:lnTo>
                    <a:pt x="135" y="674"/>
                  </a:lnTo>
                  <a:lnTo>
                    <a:pt x="169" y="708"/>
                  </a:lnTo>
                  <a:lnTo>
                    <a:pt x="236" y="708"/>
                  </a:lnTo>
                  <a:lnTo>
                    <a:pt x="270" y="674"/>
                  </a:lnTo>
                  <a:lnTo>
                    <a:pt x="270" y="505"/>
                  </a:lnTo>
                  <a:lnTo>
                    <a:pt x="270" y="303"/>
                  </a:lnTo>
                  <a:lnTo>
                    <a:pt x="337" y="303"/>
                  </a:lnTo>
                  <a:lnTo>
                    <a:pt x="505" y="337"/>
                  </a:lnTo>
                  <a:lnTo>
                    <a:pt x="640" y="337"/>
                  </a:lnTo>
                  <a:lnTo>
                    <a:pt x="674" y="303"/>
                  </a:lnTo>
                  <a:lnTo>
                    <a:pt x="674" y="270"/>
                  </a:lnTo>
                  <a:lnTo>
                    <a:pt x="674" y="202"/>
                  </a:lnTo>
                  <a:lnTo>
                    <a:pt x="606" y="169"/>
                  </a:lnTo>
                  <a:lnTo>
                    <a:pt x="270" y="169"/>
                  </a:lnTo>
                  <a:lnTo>
                    <a:pt x="270" y="68"/>
                  </a:lnTo>
                  <a:lnTo>
                    <a:pt x="23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3" name="Google Shape;1813;p12"/>
            <p:cNvSpPr/>
            <p:nvPr/>
          </p:nvSpPr>
          <p:spPr>
            <a:xfrm>
              <a:off x="3876655" y="5019235"/>
              <a:ext cx="26870" cy="35230"/>
            </a:xfrm>
            <a:custGeom>
              <a:avLst/>
              <a:gdLst/>
              <a:ahLst/>
              <a:cxnLst/>
              <a:rect l="l" t="t" r="r" b="b"/>
              <a:pathLst>
                <a:path w="540" h="708" extrusionOk="0">
                  <a:moveTo>
                    <a:pt x="405" y="135"/>
                  </a:moveTo>
                  <a:lnTo>
                    <a:pt x="405" y="236"/>
                  </a:lnTo>
                  <a:lnTo>
                    <a:pt x="405" y="304"/>
                  </a:lnTo>
                  <a:lnTo>
                    <a:pt x="338" y="472"/>
                  </a:lnTo>
                  <a:lnTo>
                    <a:pt x="270" y="607"/>
                  </a:lnTo>
                  <a:lnTo>
                    <a:pt x="203" y="607"/>
                  </a:lnTo>
                  <a:lnTo>
                    <a:pt x="169" y="506"/>
                  </a:lnTo>
                  <a:lnTo>
                    <a:pt x="136" y="405"/>
                  </a:lnTo>
                  <a:lnTo>
                    <a:pt x="136" y="304"/>
                  </a:lnTo>
                  <a:lnTo>
                    <a:pt x="203" y="236"/>
                  </a:lnTo>
                  <a:lnTo>
                    <a:pt x="371" y="169"/>
                  </a:lnTo>
                  <a:lnTo>
                    <a:pt x="338" y="135"/>
                  </a:lnTo>
                  <a:close/>
                  <a:moveTo>
                    <a:pt x="371" y="1"/>
                  </a:moveTo>
                  <a:lnTo>
                    <a:pt x="270" y="34"/>
                  </a:lnTo>
                  <a:lnTo>
                    <a:pt x="203" y="102"/>
                  </a:lnTo>
                  <a:lnTo>
                    <a:pt x="136" y="169"/>
                  </a:lnTo>
                  <a:lnTo>
                    <a:pt x="68" y="236"/>
                  </a:lnTo>
                  <a:lnTo>
                    <a:pt x="1" y="337"/>
                  </a:lnTo>
                  <a:lnTo>
                    <a:pt x="1" y="405"/>
                  </a:lnTo>
                  <a:lnTo>
                    <a:pt x="68" y="607"/>
                  </a:lnTo>
                  <a:lnTo>
                    <a:pt x="136" y="674"/>
                  </a:lnTo>
                  <a:lnTo>
                    <a:pt x="203" y="708"/>
                  </a:lnTo>
                  <a:lnTo>
                    <a:pt x="270" y="708"/>
                  </a:lnTo>
                  <a:lnTo>
                    <a:pt x="371" y="674"/>
                  </a:lnTo>
                  <a:lnTo>
                    <a:pt x="439" y="607"/>
                  </a:lnTo>
                  <a:lnTo>
                    <a:pt x="472" y="539"/>
                  </a:lnTo>
                  <a:lnTo>
                    <a:pt x="506" y="337"/>
                  </a:lnTo>
                  <a:lnTo>
                    <a:pt x="540" y="169"/>
                  </a:lnTo>
                  <a:lnTo>
                    <a:pt x="506" y="68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4" name="Google Shape;1814;p12"/>
            <p:cNvSpPr/>
            <p:nvPr/>
          </p:nvSpPr>
          <p:spPr>
            <a:xfrm>
              <a:off x="2377237" y="4851694"/>
              <a:ext cx="134103" cy="77128"/>
            </a:xfrm>
            <a:custGeom>
              <a:avLst/>
              <a:gdLst/>
              <a:ahLst/>
              <a:cxnLst/>
              <a:rect l="l" t="t" r="r" b="b"/>
              <a:pathLst>
                <a:path w="2695" h="1550" extrusionOk="0">
                  <a:moveTo>
                    <a:pt x="2021" y="135"/>
                  </a:moveTo>
                  <a:lnTo>
                    <a:pt x="2358" y="169"/>
                  </a:lnTo>
                  <a:lnTo>
                    <a:pt x="2492" y="236"/>
                  </a:lnTo>
                  <a:lnTo>
                    <a:pt x="2560" y="304"/>
                  </a:lnTo>
                  <a:lnTo>
                    <a:pt x="2593" y="438"/>
                  </a:lnTo>
                  <a:lnTo>
                    <a:pt x="2593" y="573"/>
                  </a:lnTo>
                  <a:lnTo>
                    <a:pt x="2560" y="876"/>
                  </a:lnTo>
                  <a:lnTo>
                    <a:pt x="2492" y="1112"/>
                  </a:lnTo>
                  <a:lnTo>
                    <a:pt x="2459" y="1246"/>
                  </a:lnTo>
                  <a:lnTo>
                    <a:pt x="2391" y="1314"/>
                  </a:lnTo>
                  <a:lnTo>
                    <a:pt x="2324" y="1347"/>
                  </a:lnTo>
                  <a:lnTo>
                    <a:pt x="2223" y="1381"/>
                  </a:lnTo>
                  <a:lnTo>
                    <a:pt x="1617" y="1448"/>
                  </a:lnTo>
                  <a:lnTo>
                    <a:pt x="1146" y="1448"/>
                  </a:lnTo>
                  <a:lnTo>
                    <a:pt x="641" y="1415"/>
                  </a:lnTo>
                  <a:lnTo>
                    <a:pt x="270" y="1381"/>
                  </a:lnTo>
                  <a:lnTo>
                    <a:pt x="203" y="1381"/>
                  </a:lnTo>
                  <a:lnTo>
                    <a:pt x="169" y="1347"/>
                  </a:lnTo>
                  <a:lnTo>
                    <a:pt x="136" y="1246"/>
                  </a:lnTo>
                  <a:lnTo>
                    <a:pt x="102" y="1044"/>
                  </a:lnTo>
                  <a:lnTo>
                    <a:pt x="136" y="607"/>
                  </a:lnTo>
                  <a:lnTo>
                    <a:pt x="169" y="169"/>
                  </a:lnTo>
                  <a:lnTo>
                    <a:pt x="540" y="203"/>
                  </a:lnTo>
                  <a:lnTo>
                    <a:pt x="910" y="169"/>
                  </a:lnTo>
                  <a:lnTo>
                    <a:pt x="1651" y="135"/>
                  </a:lnTo>
                  <a:close/>
                  <a:moveTo>
                    <a:pt x="1785" y="1"/>
                  </a:moveTo>
                  <a:lnTo>
                    <a:pt x="1247" y="34"/>
                  </a:lnTo>
                  <a:lnTo>
                    <a:pt x="674" y="68"/>
                  </a:lnTo>
                  <a:lnTo>
                    <a:pt x="405" y="68"/>
                  </a:lnTo>
                  <a:lnTo>
                    <a:pt x="169" y="34"/>
                  </a:lnTo>
                  <a:lnTo>
                    <a:pt x="68" y="34"/>
                  </a:lnTo>
                  <a:lnTo>
                    <a:pt x="68" y="102"/>
                  </a:lnTo>
                  <a:lnTo>
                    <a:pt x="68" y="135"/>
                  </a:lnTo>
                  <a:lnTo>
                    <a:pt x="35" y="472"/>
                  </a:lnTo>
                  <a:lnTo>
                    <a:pt x="1" y="910"/>
                  </a:lnTo>
                  <a:lnTo>
                    <a:pt x="1" y="1145"/>
                  </a:lnTo>
                  <a:lnTo>
                    <a:pt x="35" y="1314"/>
                  </a:lnTo>
                  <a:lnTo>
                    <a:pt x="68" y="1448"/>
                  </a:lnTo>
                  <a:lnTo>
                    <a:pt x="136" y="1482"/>
                  </a:lnTo>
                  <a:lnTo>
                    <a:pt x="169" y="1516"/>
                  </a:lnTo>
                  <a:lnTo>
                    <a:pt x="775" y="1549"/>
                  </a:lnTo>
                  <a:lnTo>
                    <a:pt x="1348" y="1549"/>
                  </a:lnTo>
                  <a:lnTo>
                    <a:pt x="1920" y="1516"/>
                  </a:lnTo>
                  <a:lnTo>
                    <a:pt x="2492" y="1448"/>
                  </a:lnTo>
                  <a:lnTo>
                    <a:pt x="2526" y="1415"/>
                  </a:lnTo>
                  <a:lnTo>
                    <a:pt x="2526" y="1381"/>
                  </a:lnTo>
                  <a:lnTo>
                    <a:pt x="2627" y="1011"/>
                  </a:lnTo>
                  <a:lnTo>
                    <a:pt x="2661" y="809"/>
                  </a:lnTo>
                  <a:lnTo>
                    <a:pt x="2694" y="607"/>
                  </a:lnTo>
                  <a:lnTo>
                    <a:pt x="2694" y="405"/>
                  </a:lnTo>
                  <a:lnTo>
                    <a:pt x="2627" y="270"/>
                  </a:lnTo>
                  <a:lnTo>
                    <a:pt x="2593" y="169"/>
                  </a:lnTo>
                  <a:lnTo>
                    <a:pt x="2526" y="135"/>
                  </a:lnTo>
                  <a:lnTo>
                    <a:pt x="2425" y="68"/>
                  </a:lnTo>
                  <a:lnTo>
                    <a:pt x="2324" y="34"/>
                  </a:lnTo>
                  <a:lnTo>
                    <a:pt x="20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5" name="Google Shape;1815;p12"/>
            <p:cNvSpPr/>
            <p:nvPr/>
          </p:nvSpPr>
          <p:spPr>
            <a:xfrm>
              <a:off x="4019068" y="5000824"/>
              <a:ext cx="31896" cy="8409"/>
            </a:xfrm>
            <a:custGeom>
              <a:avLst/>
              <a:gdLst/>
              <a:ahLst/>
              <a:cxnLst/>
              <a:rect l="l" t="t" r="r" b="b"/>
              <a:pathLst>
                <a:path w="641" h="169" extrusionOk="0">
                  <a:moveTo>
                    <a:pt x="34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35" y="135"/>
                  </a:lnTo>
                  <a:lnTo>
                    <a:pt x="270" y="169"/>
                  </a:lnTo>
                  <a:lnTo>
                    <a:pt x="573" y="169"/>
                  </a:lnTo>
                  <a:lnTo>
                    <a:pt x="607" y="135"/>
                  </a:lnTo>
                  <a:lnTo>
                    <a:pt x="640" y="101"/>
                  </a:lnTo>
                  <a:lnTo>
                    <a:pt x="640" y="67"/>
                  </a:lnTo>
                  <a:lnTo>
                    <a:pt x="607" y="34"/>
                  </a:lnTo>
                  <a:lnTo>
                    <a:pt x="47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6" name="Google Shape;1816;p12"/>
            <p:cNvSpPr/>
            <p:nvPr/>
          </p:nvSpPr>
          <p:spPr>
            <a:xfrm>
              <a:off x="3962093" y="4940515"/>
              <a:ext cx="139129" cy="132362"/>
            </a:xfrm>
            <a:custGeom>
              <a:avLst/>
              <a:gdLst/>
              <a:ahLst/>
              <a:cxnLst/>
              <a:rect l="l" t="t" r="r" b="b"/>
              <a:pathLst>
                <a:path w="2796" h="2660" extrusionOk="0">
                  <a:moveTo>
                    <a:pt x="439" y="0"/>
                  </a:moveTo>
                  <a:lnTo>
                    <a:pt x="203" y="67"/>
                  </a:lnTo>
                  <a:lnTo>
                    <a:pt x="102" y="101"/>
                  </a:lnTo>
                  <a:lnTo>
                    <a:pt x="35" y="168"/>
                  </a:lnTo>
                  <a:lnTo>
                    <a:pt x="1" y="236"/>
                  </a:lnTo>
                  <a:lnTo>
                    <a:pt x="35" y="269"/>
                  </a:lnTo>
                  <a:lnTo>
                    <a:pt x="102" y="269"/>
                  </a:lnTo>
                  <a:lnTo>
                    <a:pt x="136" y="236"/>
                  </a:lnTo>
                  <a:lnTo>
                    <a:pt x="203" y="202"/>
                  </a:lnTo>
                  <a:lnTo>
                    <a:pt x="304" y="168"/>
                  </a:lnTo>
                  <a:lnTo>
                    <a:pt x="540" y="135"/>
                  </a:lnTo>
                  <a:lnTo>
                    <a:pt x="977" y="168"/>
                  </a:lnTo>
                  <a:lnTo>
                    <a:pt x="1920" y="202"/>
                  </a:lnTo>
                  <a:lnTo>
                    <a:pt x="2257" y="236"/>
                  </a:lnTo>
                  <a:lnTo>
                    <a:pt x="2391" y="269"/>
                  </a:lnTo>
                  <a:lnTo>
                    <a:pt x="2526" y="337"/>
                  </a:lnTo>
                  <a:lnTo>
                    <a:pt x="2593" y="370"/>
                  </a:lnTo>
                  <a:lnTo>
                    <a:pt x="2627" y="438"/>
                  </a:lnTo>
                  <a:lnTo>
                    <a:pt x="2661" y="606"/>
                  </a:lnTo>
                  <a:lnTo>
                    <a:pt x="2627" y="909"/>
                  </a:lnTo>
                  <a:lnTo>
                    <a:pt x="2661" y="1549"/>
                  </a:lnTo>
                  <a:lnTo>
                    <a:pt x="2627" y="2189"/>
                  </a:lnTo>
                  <a:lnTo>
                    <a:pt x="2593" y="2424"/>
                  </a:lnTo>
                  <a:lnTo>
                    <a:pt x="2593" y="2458"/>
                  </a:lnTo>
                  <a:lnTo>
                    <a:pt x="2526" y="2458"/>
                  </a:lnTo>
                  <a:lnTo>
                    <a:pt x="2425" y="2492"/>
                  </a:lnTo>
                  <a:lnTo>
                    <a:pt x="2156" y="2492"/>
                  </a:lnTo>
                  <a:lnTo>
                    <a:pt x="1449" y="2458"/>
                  </a:lnTo>
                  <a:lnTo>
                    <a:pt x="1146" y="2492"/>
                  </a:lnTo>
                  <a:lnTo>
                    <a:pt x="843" y="2525"/>
                  </a:lnTo>
                  <a:lnTo>
                    <a:pt x="708" y="2525"/>
                  </a:lnTo>
                  <a:lnTo>
                    <a:pt x="573" y="2458"/>
                  </a:lnTo>
                  <a:lnTo>
                    <a:pt x="472" y="2391"/>
                  </a:lnTo>
                  <a:lnTo>
                    <a:pt x="405" y="2256"/>
                  </a:lnTo>
                  <a:lnTo>
                    <a:pt x="338" y="2020"/>
                  </a:lnTo>
                  <a:lnTo>
                    <a:pt x="304" y="1785"/>
                  </a:lnTo>
                  <a:lnTo>
                    <a:pt x="304" y="1246"/>
                  </a:lnTo>
                  <a:lnTo>
                    <a:pt x="304" y="774"/>
                  </a:lnTo>
                  <a:lnTo>
                    <a:pt x="338" y="303"/>
                  </a:lnTo>
                  <a:lnTo>
                    <a:pt x="304" y="269"/>
                  </a:lnTo>
                  <a:lnTo>
                    <a:pt x="304" y="236"/>
                  </a:lnTo>
                  <a:lnTo>
                    <a:pt x="270" y="236"/>
                  </a:lnTo>
                  <a:lnTo>
                    <a:pt x="237" y="269"/>
                  </a:lnTo>
                  <a:lnTo>
                    <a:pt x="203" y="505"/>
                  </a:lnTo>
                  <a:lnTo>
                    <a:pt x="169" y="774"/>
                  </a:lnTo>
                  <a:lnTo>
                    <a:pt x="169" y="1246"/>
                  </a:lnTo>
                  <a:lnTo>
                    <a:pt x="203" y="1852"/>
                  </a:lnTo>
                  <a:lnTo>
                    <a:pt x="237" y="2121"/>
                  </a:lnTo>
                  <a:lnTo>
                    <a:pt x="270" y="2290"/>
                  </a:lnTo>
                  <a:lnTo>
                    <a:pt x="304" y="2391"/>
                  </a:lnTo>
                  <a:lnTo>
                    <a:pt x="371" y="2492"/>
                  </a:lnTo>
                  <a:lnTo>
                    <a:pt x="472" y="2559"/>
                  </a:lnTo>
                  <a:lnTo>
                    <a:pt x="540" y="2593"/>
                  </a:lnTo>
                  <a:lnTo>
                    <a:pt x="641" y="2626"/>
                  </a:lnTo>
                  <a:lnTo>
                    <a:pt x="843" y="2660"/>
                  </a:lnTo>
                  <a:lnTo>
                    <a:pt x="1078" y="2626"/>
                  </a:lnTo>
                  <a:lnTo>
                    <a:pt x="2290" y="2626"/>
                  </a:lnTo>
                  <a:lnTo>
                    <a:pt x="2694" y="2593"/>
                  </a:lnTo>
                  <a:lnTo>
                    <a:pt x="2728" y="2559"/>
                  </a:lnTo>
                  <a:lnTo>
                    <a:pt x="2728" y="2525"/>
                  </a:lnTo>
                  <a:lnTo>
                    <a:pt x="2762" y="2054"/>
                  </a:lnTo>
                  <a:lnTo>
                    <a:pt x="2795" y="1616"/>
                  </a:lnTo>
                  <a:lnTo>
                    <a:pt x="2762" y="707"/>
                  </a:lnTo>
                  <a:lnTo>
                    <a:pt x="2762" y="438"/>
                  </a:lnTo>
                  <a:lnTo>
                    <a:pt x="2728" y="370"/>
                  </a:lnTo>
                  <a:lnTo>
                    <a:pt x="2661" y="269"/>
                  </a:lnTo>
                  <a:lnTo>
                    <a:pt x="2593" y="236"/>
                  </a:lnTo>
                  <a:lnTo>
                    <a:pt x="2526" y="168"/>
                  </a:lnTo>
                  <a:lnTo>
                    <a:pt x="2257" y="101"/>
                  </a:lnTo>
                  <a:lnTo>
                    <a:pt x="1920" y="67"/>
                  </a:lnTo>
                  <a:lnTo>
                    <a:pt x="1583" y="67"/>
                  </a:lnTo>
                  <a:lnTo>
                    <a:pt x="910" y="34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7" name="Google Shape;1817;p12"/>
            <p:cNvSpPr/>
            <p:nvPr/>
          </p:nvSpPr>
          <p:spPr>
            <a:xfrm>
              <a:off x="3581827" y="4848360"/>
              <a:ext cx="134053" cy="83796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7" y="202"/>
                  </a:lnTo>
                  <a:lnTo>
                    <a:pt x="1212" y="202"/>
                  </a:lnTo>
                  <a:lnTo>
                    <a:pt x="1886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6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70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9" y="270"/>
                  </a:lnTo>
                  <a:lnTo>
                    <a:pt x="135" y="236"/>
                  </a:lnTo>
                  <a:lnTo>
                    <a:pt x="169" y="236"/>
                  </a:lnTo>
                  <a:lnTo>
                    <a:pt x="169" y="202"/>
                  </a:lnTo>
                  <a:lnTo>
                    <a:pt x="169" y="169"/>
                  </a:lnTo>
                  <a:lnTo>
                    <a:pt x="438" y="135"/>
                  </a:lnTo>
                  <a:close/>
                  <a:moveTo>
                    <a:pt x="270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8" y="337"/>
                  </a:lnTo>
                  <a:lnTo>
                    <a:pt x="68" y="472"/>
                  </a:lnTo>
                  <a:lnTo>
                    <a:pt x="68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9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1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8" name="Google Shape;1818;p12"/>
            <p:cNvSpPr/>
            <p:nvPr/>
          </p:nvSpPr>
          <p:spPr>
            <a:xfrm>
              <a:off x="3539929" y="4942157"/>
              <a:ext cx="120668" cy="129077"/>
            </a:xfrm>
            <a:custGeom>
              <a:avLst/>
              <a:gdLst/>
              <a:ahLst/>
              <a:cxnLst/>
              <a:rect l="l" t="t" r="r" b="b"/>
              <a:pathLst>
                <a:path w="2425" h="2594" extrusionOk="0">
                  <a:moveTo>
                    <a:pt x="1044" y="1"/>
                  </a:moveTo>
                  <a:lnTo>
                    <a:pt x="640" y="34"/>
                  </a:lnTo>
                  <a:lnTo>
                    <a:pt x="371" y="68"/>
                  </a:lnTo>
                  <a:lnTo>
                    <a:pt x="270" y="102"/>
                  </a:lnTo>
                  <a:lnTo>
                    <a:pt x="135" y="169"/>
                  </a:lnTo>
                  <a:lnTo>
                    <a:pt x="102" y="270"/>
                  </a:lnTo>
                  <a:lnTo>
                    <a:pt x="68" y="371"/>
                  </a:lnTo>
                  <a:lnTo>
                    <a:pt x="68" y="607"/>
                  </a:lnTo>
                  <a:lnTo>
                    <a:pt x="34" y="1819"/>
                  </a:lnTo>
                  <a:lnTo>
                    <a:pt x="1" y="2122"/>
                  </a:lnTo>
                  <a:lnTo>
                    <a:pt x="34" y="2290"/>
                  </a:lnTo>
                  <a:lnTo>
                    <a:pt x="68" y="2358"/>
                  </a:lnTo>
                  <a:lnTo>
                    <a:pt x="102" y="2391"/>
                  </a:lnTo>
                  <a:lnTo>
                    <a:pt x="135" y="2391"/>
                  </a:lnTo>
                  <a:lnTo>
                    <a:pt x="135" y="2358"/>
                  </a:lnTo>
                  <a:lnTo>
                    <a:pt x="135" y="2257"/>
                  </a:lnTo>
                  <a:lnTo>
                    <a:pt x="135" y="2088"/>
                  </a:lnTo>
                  <a:lnTo>
                    <a:pt x="169" y="1819"/>
                  </a:lnTo>
                  <a:lnTo>
                    <a:pt x="203" y="842"/>
                  </a:lnTo>
                  <a:lnTo>
                    <a:pt x="203" y="539"/>
                  </a:lnTo>
                  <a:lnTo>
                    <a:pt x="236" y="371"/>
                  </a:lnTo>
                  <a:lnTo>
                    <a:pt x="270" y="304"/>
                  </a:lnTo>
                  <a:lnTo>
                    <a:pt x="337" y="236"/>
                  </a:lnTo>
                  <a:lnTo>
                    <a:pt x="539" y="169"/>
                  </a:lnTo>
                  <a:lnTo>
                    <a:pt x="775" y="135"/>
                  </a:lnTo>
                  <a:lnTo>
                    <a:pt x="1145" y="135"/>
                  </a:lnTo>
                  <a:lnTo>
                    <a:pt x="1549" y="169"/>
                  </a:lnTo>
                  <a:lnTo>
                    <a:pt x="1920" y="203"/>
                  </a:lnTo>
                  <a:lnTo>
                    <a:pt x="2290" y="304"/>
                  </a:lnTo>
                  <a:lnTo>
                    <a:pt x="2256" y="674"/>
                  </a:lnTo>
                  <a:lnTo>
                    <a:pt x="2290" y="1044"/>
                  </a:lnTo>
                  <a:lnTo>
                    <a:pt x="2223" y="1651"/>
                  </a:lnTo>
                  <a:lnTo>
                    <a:pt x="2189" y="2290"/>
                  </a:lnTo>
                  <a:lnTo>
                    <a:pt x="1886" y="2358"/>
                  </a:lnTo>
                  <a:lnTo>
                    <a:pt x="1549" y="2358"/>
                  </a:lnTo>
                  <a:lnTo>
                    <a:pt x="910" y="2290"/>
                  </a:lnTo>
                  <a:lnTo>
                    <a:pt x="438" y="2290"/>
                  </a:lnTo>
                  <a:lnTo>
                    <a:pt x="236" y="2358"/>
                  </a:lnTo>
                  <a:lnTo>
                    <a:pt x="135" y="2391"/>
                  </a:lnTo>
                  <a:lnTo>
                    <a:pt x="68" y="2492"/>
                  </a:lnTo>
                  <a:lnTo>
                    <a:pt x="68" y="2526"/>
                  </a:lnTo>
                  <a:lnTo>
                    <a:pt x="169" y="2526"/>
                  </a:lnTo>
                  <a:lnTo>
                    <a:pt x="304" y="2492"/>
                  </a:lnTo>
                  <a:lnTo>
                    <a:pt x="506" y="2459"/>
                  </a:lnTo>
                  <a:lnTo>
                    <a:pt x="809" y="2459"/>
                  </a:lnTo>
                  <a:lnTo>
                    <a:pt x="1112" y="2492"/>
                  </a:lnTo>
                  <a:lnTo>
                    <a:pt x="1650" y="2526"/>
                  </a:lnTo>
                  <a:lnTo>
                    <a:pt x="1920" y="2526"/>
                  </a:lnTo>
                  <a:lnTo>
                    <a:pt x="2189" y="2459"/>
                  </a:lnTo>
                  <a:lnTo>
                    <a:pt x="2189" y="2526"/>
                  </a:lnTo>
                  <a:lnTo>
                    <a:pt x="2223" y="2560"/>
                  </a:lnTo>
                  <a:lnTo>
                    <a:pt x="2256" y="2593"/>
                  </a:lnTo>
                  <a:lnTo>
                    <a:pt x="2290" y="2593"/>
                  </a:lnTo>
                  <a:lnTo>
                    <a:pt x="2324" y="2560"/>
                  </a:lnTo>
                  <a:lnTo>
                    <a:pt x="2357" y="2358"/>
                  </a:lnTo>
                  <a:lnTo>
                    <a:pt x="2357" y="2156"/>
                  </a:lnTo>
                  <a:lnTo>
                    <a:pt x="2391" y="1752"/>
                  </a:lnTo>
                  <a:lnTo>
                    <a:pt x="2391" y="1381"/>
                  </a:lnTo>
                  <a:lnTo>
                    <a:pt x="2425" y="977"/>
                  </a:lnTo>
                  <a:lnTo>
                    <a:pt x="2391" y="438"/>
                  </a:lnTo>
                  <a:lnTo>
                    <a:pt x="2391" y="304"/>
                  </a:lnTo>
                  <a:lnTo>
                    <a:pt x="2425" y="304"/>
                  </a:lnTo>
                  <a:lnTo>
                    <a:pt x="2425" y="236"/>
                  </a:lnTo>
                  <a:lnTo>
                    <a:pt x="2425" y="203"/>
                  </a:lnTo>
                  <a:lnTo>
                    <a:pt x="2391" y="169"/>
                  </a:lnTo>
                  <a:lnTo>
                    <a:pt x="2357" y="169"/>
                  </a:lnTo>
                  <a:lnTo>
                    <a:pt x="1953" y="68"/>
                  </a:lnTo>
                  <a:lnTo>
                    <a:pt x="151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19" name="Google Shape;1819;p12"/>
            <p:cNvSpPr/>
            <p:nvPr/>
          </p:nvSpPr>
          <p:spPr>
            <a:xfrm>
              <a:off x="4193327" y="5087904"/>
              <a:ext cx="122310" cy="58717"/>
            </a:xfrm>
            <a:custGeom>
              <a:avLst/>
              <a:gdLst/>
              <a:ahLst/>
              <a:cxnLst/>
              <a:rect l="l" t="t" r="r" b="b"/>
              <a:pathLst>
                <a:path w="2458" h="1180" extrusionOk="0">
                  <a:moveTo>
                    <a:pt x="1616" y="1"/>
                  </a:moveTo>
                  <a:lnTo>
                    <a:pt x="1178" y="68"/>
                  </a:lnTo>
                  <a:lnTo>
                    <a:pt x="909" y="102"/>
                  </a:lnTo>
                  <a:lnTo>
                    <a:pt x="640" y="68"/>
                  </a:lnTo>
                  <a:lnTo>
                    <a:pt x="404" y="68"/>
                  </a:lnTo>
                  <a:lnTo>
                    <a:pt x="168" y="136"/>
                  </a:lnTo>
                  <a:lnTo>
                    <a:pt x="168" y="102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34" y="371"/>
                  </a:lnTo>
                  <a:lnTo>
                    <a:pt x="34" y="641"/>
                  </a:lnTo>
                  <a:lnTo>
                    <a:pt x="0" y="1179"/>
                  </a:lnTo>
                  <a:lnTo>
                    <a:pt x="135" y="1179"/>
                  </a:lnTo>
                  <a:lnTo>
                    <a:pt x="168" y="742"/>
                  </a:lnTo>
                  <a:lnTo>
                    <a:pt x="135" y="270"/>
                  </a:lnTo>
                  <a:lnTo>
                    <a:pt x="404" y="237"/>
                  </a:lnTo>
                  <a:lnTo>
                    <a:pt x="673" y="203"/>
                  </a:lnTo>
                  <a:lnTo>
                    <a:pt x="1414" y="203"/>
                  </a:lnTo>
                  <a:lnTo>
                    <a:pt x="1616" y="169"/>
                  </a:lnTo>
                  <a:lnTo>
                    <a:pt x="1852" y="136"/>
                  </a:lnTo>
                  <a:lnTo>
                    <a:pt x="2054" y="136"/>
                  </a:lnTo>
                  <a:lnTo>
                    <a:pt x="2189" y="203"/>
                  </a:lnTo>
                  <a:lnTo>
                    <a:pt x="2256" y="304"/>
                  </a:lnTo>
                  <a:lnTo>
                    <a:pt x="2323" y="405"/>
                  </a:lnTo>
                  <a:lnTo>
                    <a:pt x="2357" y="573"/>
                  </a:lnTo>
                  <a:lnTo>
                    <a:pt x="2357" y="876"/>
                  </a:lnTo>
                  <a:lnTo>
                    <a:pt x="2357" y="1179"/>
                  </a:lnTo>
                  <a:lnTo>
                    <a:pt x="2458" y="1179"/>
                  </a:lnTo>
                  <a:lnTo>
                    <a:pt x="2458" y="843"/>
                  </a:lnTo>
                  <a:lnTo>
                    <a:pt x="2424" y="472"/>
                  </a:lnTo>
                  <a:lnTo>
                    <a:pt x="2391" y="338"/>
                  </a:lnTo>
                  <a:lnTo>
                    <a:pt x="2290" y="203"/>
                  </a:lnTo>
                  <a:lnTo>
                    <a:pt x="2189" y="68"/>
                  </a:lnTo>
                  <a:lnTo>
                    <a:pt x="202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20" name="Google Shape;1820;p12"/>
            <p:cNvSpPr/>
            <p:nvPr/>
          </p:nvSpPr>
          <p:spPr>
            <a:xfrm>
              <a:off x="4339075" y="5086262"/>
              <a:ext cx="129028" cy="60359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472" y="0"/>
                  </a:moveTo>
                  <a:lnTo>
                    <a:pt x="101" y="101"/>
                  </a:lnTo>
                  <a:lnTo>
                    <a:pt x="68" y="135"/>
                  </a:lnTo>
                  <a:lnTo>
                    <a:pt x="68" y="169"/>
                  </a:lnTo>
                  <a:lnTo>
                    <a:pt x="0" y="674"/>
                  </a:lnTo>
                  <a:lnTo>
                    <a:pt x="0" y="1212"/>
                  </a:lnTo>
                  <a:lnTo>
                    <a:pt x="135" y="1212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2" y="169"/>
                  </a:lnTo>
                  <a:lnTo>
                    <a:pt x="2323" y="236"/>
                  </a:lnTo>
                  <a:lnTo>
                    <a:pt x="2391" y="337"/>
                  </a:lnTo>
                  <a:lnTo>
                    <a:pt x="2458" y="539"/>
                  </a:lnTo>
                  <a:lnTo>
                    <a:pt x="2458" y="741"/>
                  </a:lnTo>
                  <a:lnTo>
                    <a:pt x="2458" y="1179"/>
                  </a:lnTo>
                  <a:lnTo>
                    <a:pt x="2458" y="1212"/>
                  </a:lnTo>
                  <a:lnTo>
                    <a:pt x="2593" y="1212"/>
                  </a:lnTo>
                  <a:lnTo>
                    <a:pt x="2593" y="707"/>
                  </a:lnTo>
                  <a:lnTo>
                    <a:pt x="2593" y="438"/>
                  </a:lnTo>
                  <a:lnTo>
                    <a:pt x="2559" y="337"/>
                  </a:lnTo>
                  <a:lnTo>
                    <a:pt x="2492" y="236"/>
                  </a:lnTo>
                  <a:lnTo>
                    <a:pt x="2424" y="135"/>
                  </a:lnTo>
                  <a:lnTo>
                    <a:pt x="2323" y="68"/>
                  </a:lnTo>
                  <a:lnTo>
                    <a:pt x="2222" y="34"/>
                  </a:lnTo>
                  <a:lnTo>
                    <a:pt x="21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21" name="Google Shape;1821;p12"/>
            <p:cNvSpPr/>
            <p:nvPr/>
          </p:nvSpPr>
          <p:spPr>
            <a:xfrm>
              <a:off x="2424160" y="5041030"/>
              <a:ext cx="26870" cy="6718"/>
            </a:xfrm>
            <a:custGeom>
              <a:avLst/>
              <a:gdLst/>
              <a:ahLst/>
              <a:cxnLst/>
              <a:rect l="l" t="t" r="r" b="b"/>
              <a:pathLst>
                <a:path w="540" h="135" extrusionOk="0">
                  <a:moveTo>
                    <a:pt x="270" y="0"/>
                  </a:moveTo>
                  <a:lnTo>
                    <a:pt x="135" y="34"/>
                  </a:lnTo>
                  <a:lnTo>
                    <a:pt x="68" y="68"/>
                  </a:lnTo>
                  <a:lnTo>
                    <a:pt x="1" y="68"/>
                  </a:lnTo>
                  <a:lnTo>
                    <a:pt x="1" y="101"/>
                  </a:lnTo>
                  <a:lnTo>
                    <a:pt x="34" y="135"/>
                  </a:lnTo>
                  <a:lnTo>
                    <a:pt x="236" y="135"/>
                  </a:lnTo>
                  <a:lnTo>
                    <a:pt x="472" y="101"/>
                  </a:lnTo>
                  <a:lnTo>
                    <a:pt x="506" y="68"/>
                  </a:lnTo>
                  <a:lnTo>
                    <a:pt x="539" y="68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22" name="Google Shape;1822;p12"/>
            <p:cNvSpPr/>
            <p:nvPr/>
          </p:nvSpPr>
          <p:spPr>
            <a:xfrm>
              <a:off x="3826397" y="4948875"/>
              <a:ext cx="129077" cy="127386"/>
            </a:xfrm>
            <a:custGeom>
              <a:avLst/>
              <a:gdLst/>
              <a:ahLst/>
              <a:cxnLst/>
              <a:rect l="l" t="t" r="r" b="b"/>
              <a:pathLst>
                <a:path w="2594" h="2560" extrusionOk="0">
                  <a:moveTo>
                    <a:pt x="2290" y="101"/>
                  </a:moveTo>
                  <a:lnTo>
                    <a:pt x="2425" y="135"/>
                  </a:lnTo>
                  <a:lnTo>
                    <a:pt x="2459" y="169"/>
                  </a:lnTo>
                  <a:lnTo>
                    <a:pt x="2492" y="808"/>
                  </a:lnTo>
                  <a:lnTo>
                    <a:pt x="2492" y="1448"/>
                  </a:lnTo>
                  <a:lnTo>
                    <a:pt x="2459" y="1751"/>
                  </a:lnTo>
                  <a:lnTo>
                    <a:pt x="2425" y="2054"/>
                  </a:lnTo>
                  <a:lnTo>
                    <a:pt x="2358" y="2189"/>
                  </a:lnTo>
                  <a:lnTo>
                    <a:pt x="2290" y="2290"/>
                  </a:lnTo>
                  <a:lnTo>
                    <a:pt x="2189" y="2391"/>
                  </a:lnTo>
                  <a:lnTo>
                    <a:pt x="2055" y="2425"/>
                  </a:lnTo>
                  <a:lnTo>
                    <a:pt x="1550" y="2425"/>
                  </a:lnTo>
                  <a:lnTo>
                    <a:pt x="1045" y="2391"/>
                  </a:lnTo>
                  <a:lnTo>
                    <a:pt x="741" y="2391"/>
                  </a:lnTo>
                  <a:lnTo>
                    <a:pt x="573" y="2357"/>
                  </a:lnTo>
                  <a:lnTo>
                    <a:pt x="438" y="2324"/>
                  </a:lnTo>
                  <a:lnTo>
                    <a:pt x="337" y="2256"/>
                  </a:lnTo>
                  <a:lnTo>
                    <a:pt x="236" y="2189"/>
                  </a:lnTo>
                  <a:lnTo>
                    <a:pt x="169" y="2054"/>
                  </a:lnTo>
                  <a:lnTo>
                    <a:pt x="135" y="1886"/>
                  </a:lnTo>
                  <a:lnTo>
                    <a:pt x="135" y="1684"/>
                  </a:lnTo>
                  <a:lnTo>
                    <a:pt x="169" y="1482"/>
                  </a:lnTo>
                  <a:lnTo>
                    <a:pt x="203" y="1111"/>
                  </a:lnTo>
                  <a:lnTo>
                    <a:pt x="203" y="876"/>
                  </a:lnTo>
                  <a:lnTo>
                    <a:pt x="169" y="640"/>
                  </a:lnTo>
                  <a:lnTo>
                    <a:pt x="169" y="404"/>
                  </a:lnTo>
                  <a:lnTo>
                    <a:pt x="169" y="169"/>
                  </a:lnTo>
                  <a:lnTo>
                    <a:pt x="1314" y="135"/>
                  </a:lnTo>
                  <a:lnTo>
                    <a:pt x="1954" y="101"/>
                  </a:lnTo>
                  <a:close/>
                  <a:moveTo>
                    <a:pt x="1348" y="0"/>
                  </a:moveTo>
                  <a:lnTo>
                    <a:pt x="169" y="34"/>
                  </a:lnTo>
                  <a:lnTo>
                    <a:pt x="135" y="68"/>
                  </a:lnTo>
                  <a:lnTo>
                    <a:pt x="102" y="68"/>
                  </a:lnTo>
                  <a:lnTo>
                    <a:pt x="34" y="270"/>
                  </a:lnTo>
                  <a:lnTo>
                    <a:pt x="34" y="472"/>
                  </a:lnTo>
                  <a:lnTo>
                    <a:pt x="68" y="909"/>
                  </a:lnTo>
                  <a:lnTo>
                    <a:pt x="68" y="1145"/>
                  </a:lnTo>
                  <a:lnTo>
                    <a:pt x="68" y="1347"/>
                  </a:lnTo>
                  <a:lnTo>
                    <a:pt x="1" y="1819"/>
                  </a:lnTo>
                  <a:lnTo>
                    <a:pt x="34" y="2021"/>
                  </a:lnTo>
                  <a:lnTo>
                    <a:pt x="68" y="2189"/>
                  </a:lnTo>
                  <a:lnTo>
                    <a:pt x="169" y="2290"/>
                  </a:lnTo>
                  <a:lnTo>
                    <a:pt x="270" y="2391"/>
                  </a:lnTo>
                  <a:lnTo>
                    <a:pt x="405" y="2458"/>
                  </a:lnTo>
                  <a:lnTo>
                    <a:pt x="573" y="2492"/>
                  </a:lnTo>
                  <a:lnTo>
                    <a:pt x="944" y="2526"/>
                  </a:lnTo>
                  <a:lnTo>
                    <a:pt x="1482" y="2559"/>
                  </a:lnTo>
                  <a:lnTo>
                    <a:pt x="2055" y="2559"/>
                  </a:lnTo>
                  <a:lnTo>
                    <a:pt x="2189" y="2526"/>
                  </a:lnTo>
                  <a:lnTo>
                    <a:pt x="2324" y="2492"/>
                  </a:lnTo>
                  <a:lnTo>
                    <a:pt x="2459" y="2425"/>
                  </a:lnTo>
                  <a:lnTo>
                    <a:pt x="2492" y="2357"/>
                  </a:lnTo>
                  <a:lnTo>
                    <a:pt x="2526" y="2324"/>
                  </a:lnTo>
                  <a:lnTo>
                    <a:pt x="2560" y="2021"/>
                  </a:lnTo>
                  <a:lnTo>
                    <a:pt x="2593" y="1751"/>
                  </a:lnTo>
                  <a:lnTo>
                    <a:pt x="2593" y="1179"/>
                  </a:lnTo>
                  <a:lnTo>
                    <a:pt x="2560" y="606"/>
                  </a:lnTo>
                  <a:lnTo>
                    <a:pt x="2560" y="34"/>
                  </a:lnTo>
                  <a:lnTo>
                    <a:pt x="256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23" name="Google Shape;1823;p12"/>
            <p:cNvSpPr/>
            <p:nvPr/>
          </p:nvSpPr>
          <p:spPr>
            <a:xfrm>
              <a:off x="2375595" y="4948875"/>
              <a:ext cx="125694" cy="125694"/>
            </a:xfrm>
            <a:custGeom>
              <a:avLst/>
              <a:gdLst/>
              <a:ahLst/>
              <a:cxnLst/>
              <a:rect l="l" t="t" r="r" b="b"/>
              <a:pathLst>
                <a:path w="2526" h="2526" extrusionOk="0">
                  <a:moveTo>
                    <a:pt x="2323" y="135"/>
                  </a:moveTo>
                  <a:lnTo>
                    <a:pt x="2323" y="606"/>
                  </a:lnTo>
                  <a:lnTo>
                    <a:pt x="2290" y="1078"/>
                  </a:lnTo>
                  <a:lnTo>
                    <a:pt x="2323" y="1381"/>
                  </a:lnTo>
                  <a:lnTo>
                    <a:pt x="2357" y="1684"/>
                  </a:lnTo>
                  <a:lnTo>
                    <a:pt x="2391" y="1852"/>
                  </a:lnTo>
                  <a:lnTo>
                    <a:pt x="2391" y="2054"/>
                  </a:lnTo>
                  <a:lnTo>
                    <a:pt x="2357" y="2223"/>
                  </a:lnTo>
                  <a:lnTo>
                    <a:pt x="2290" y="2290"/>
                  </a:lnTo>
                  <a:lnTo>
                    <a:pt x="2222" y="2324"/>
                  </a:lnTo>
                  <a:lnTo>
                    <a:pt x="2054" y="2357"/>
                  </a:lnTo>
                  <a:lnTo>
                    <a:pt x="1886" y="2391"/>
                  </a:lnTo>
                  <a:lnTo>
                    <a:pt x="1010" y="2391"/>
                  </a:lnTo>
                  <a:lnTo>
                    <a:pt x="775" y="2357"/>
                  </a:lnTo>
                  <a:lnTo>
                    <a:pt x="539" y="2324"/>
                  </a:lnTo>
                  <a:lnTo>
                    <a:pt x="236" y="2324"/>
                  </a:lnTo>
                  <a:lnTo>
                    <a:pt x="202" y="2290"/>
                  </a:lnTo>
                  <a:lnTo>
                    <a:pt x="169" y="2256"/>
                  </a:lnTo>
                  <a:lnTo>
                    <a:pt x="135" y="2088"/>
                  </a:lnTo>
                  <a:lnTo>
                    <a:pt x="135" y="1617"/>
                  </a:lnTo>
                  <a:lnTo>
                    <a:pt x="202" y="1145"/>
                  </a:lnTo>
                  <a:lnTo>
                    <a:pt x="202" y="640"/>
                  </a:lnTo>
                  <a:lnTo>
                    <a:pt x="169" y="438"/>
                  </a:lnTo>
                  <a:lnTo>
                    <a:pt x="135" y="202"/>
                  </a:lnTo>
                  <a:lnTo>
                    <a:pt x="674" y="169"/>
                  </a:lnTo>
                  <a:lnTo>
                    <a:pt x="1212" y="202"/>
                  </a:lnTo>
                  <a:lnTo>
                    <a:pt x="1785" y="169"/>
                  </a:lnTo>
                  <a:lnTo>
                    <a:pt x="2323" y="135"/>
                  </a:lnTo>
                  <a:close/>
                  <a:moveTo>
                    <a:pt x="2357" y="0"/>
                  </a:moveTo>
                  <a:lnTo>
                    <a:pt x="2088" y="34"/>
                  </a:lnTo>
                  <a:lnTo>
                    <a:pt x="1785" y="68"/>
                  </a:lnTo>
                  <a:lnTo>
                    <a:pt x="1212" y="68"/>
                  </a:lnTo>
                  <a:lnTo>
                    <a:pt x="640" y="34"/>
                  </a:lnTo>
                  <a:lnTo>
                    <a:pt x="68" y="68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0" y="202"/>
                  </a:lnTo>
                  <a:lnTo>
                    <a:pt x="68" y="202"/>
                  </a:lnTo>
                  <a:lnTo>
                    <a:pt x="34" y="741"/>
                  </a:lnTo>
                  <a:lnTo>
                    <a:pt x="34" y="1280"/>
                  </a:lnTo>
                  <a:lnTo>
                    <a:pt x="0" y="1852"/>
                  </a:lnTo>
                  <a:lnTo>
                    <a:pt x="0" y="2122"/>
                  </a:lnTo>
                  <a:lnTo>
                    <a:pt x="34" y="2391"/>
                  </a:lnTo>
                  <a:lnTo>
                    <a:pt x="34" y="2458"/>
                  </a:lnTo>
                  <a:lnTo>
                    <a:pt x="438" y="2458"/>
                  </a:lnTo>
                  <a:lnTo>
                    <a:pt x="775" y="2492"/>
                  </a:lnTo>
                  <a:lnTo>
                    <a:pt x="1448" y="2526"/>
                  </a:lnTo>
                  <a:lnTo>
                    <a:pt x="1953" y="2526"/>
                  </a:lnTo>
                  <a:lnTo>
                    <a:pt x="2189" y="2492"/>
                  </a:lnTo>
                  <a:lnTo>
                    <a:pt x="2290" y="2458"/>
                  </a:lnTo>
                  <a:lnTo>
                    <a:pt x="2391" y="2391"/>
                  </a:lnTo>
                  <a:lnTo>
                    <a:pt x="2458" y="2324"/>
                  </a:lnTo>
                  <a:lnTo>
                    <a:pt x="2492" y="2223"/>
                  </a:lnTo>
                  <a:lnTo>
                    <a:pt x="2525" y="2021"/>
                  </a:lnTo>
                  <a:lnTo>
                    <a:pt x="2525" y="1819"/>
                  </a:lnTo>
                  <a:lnTo>
                    <a:pt x="2492" y="1617"/>
                  </a:lnTo>
                  <a:lnTo>
                    <a:pt x="2458" y="1347"/>
                  </a:lnTo>
                  <a:lnTo>
                    <a:pt x="2424" y="1078"/>
                  </a:lnTo>
                  <a:lnTo>
                    <a:pt x="2458" y="573"/>
                  </a:lnTo>
                  <a:lnTo>
                    <a:pt x="2458" y="337"/>
                  </a:lnTo>
                  <a:lnTo>
                    <a:pt x="2458" y="68"/>
                  </a:lnTo>
                  <a:lnTo>
                    <a:pt x="2424" y="34"/>
                  </a:lnTo>
                  <a:lnTo>
                    <a:pt x="235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24" name="Google Shape;1824;p12"/>
            <p:cNvSpPr/>
            <p:nvPr/>
          </p:nvSpPr>
          <p:spPr>
            <a:xfrm>
              <a:off x="3684034" y="4945541"/>
              <a:ext cx="129028" cy="129028"/>
            </a:xfrm>
            <a:custGeom>
              <a:avLst/>
              <a:gdLst/>
              <a:ahLst/>
              <a:cxnLst/>
              <a:rect l="l" t="t" r="r" b="b"/>
              <a:pathLst>
                <a:path w="2593" h="2593" extrusionOk="0">
                  <a:moveTo>
                    <a:pt x="606" y="101"/>
                  </a:moveTo>
                  <a:lnTo>
                    <a:pt x="1111" y="135"/>
                  </a:lnTo>
                  <a:lnTo>
                    <a:pt x="1616" y="168"/>
                  </a:lnTo>
                  <a:lnTo>
                    <a:pt x="2121" y="202"/>
                  </a:lnTo>
                  <a:lnTo>
                    <a:pt x="2256" y="236"/>
                  </a:lnTo>
                  <a:lnTo>
                    <a:pt x="2357" y="269"/>
                  </a:lnTo>
                  <a:lnTo>
                    <a:pt x="2390" y="370"/>
                  </a:lnTo>
                  <a:lnTo>
                    <a:pt x="2424" y="471"/>
                  </a:lnTo>
                  <a:lnTo>
                    <a:pt x="2458" y="707"/>
                  </a:lnTo>
                  <a:lnTo>
                    <a:pt x="2458" y="943"/>
                  </a:lnTo>
                  <a:lnTo>
                    <a:pt x="2424" y="1482"/>
                  </a:lnTo>
                  <a:lnTo>
                    <a:pt x="2390" y="2020"/>
                  </a:lnTo>
                  <a:lnTo>
                    <a:pt x="2357" y="2189"/>
                  </a:lnTo>
                  <a:lnTo>
                    <a:pt x="2289" y="2290"/>
                  </a:lnTo>
                  <a:lnTo>
                    <a:pt x="2188" y="2391"/>
                  </a:lnTo>
                  <a:lnTo>
                    <a:pt x="2087" y="2424"/>
                  </a:lnTo>
                  <a:lnTo>
                    <a:pt x="1953" y="2458"/>
                  </a:lnTo>
                  <a:lnTo>
                    <a:pt x="1818" y="2458"/>
                  </a:lnTo>
                  <a:lnTo>
                    <a:pt x="1549" y="2424"/>
                  </a:lnTo>
                  <a:lnTo>
                    <a:pt x="943" y="2391"/>
                  </a:lnTo>
                  <a:lnTo>
                    <a:pt x="539" y="2357"/>
                  </a:lnTo>
                  <a:lnTo>
                    <a:pt x="337" y="2323"/>
                  </a:lnTo>
                  <a:lnTo>
                    <a:pt x="236" y="2256"/>
                  </a:lnTo>
                  <a:lnTo>
                    <a:pt x="202" y="2189"/>
                  </a:lnTo>
                  <a:lnTo>
                    <a:pt x="135" y="1953"/>
                  </a:lnTo>
                  <a:lnTo>
                    <a:pt x="101" y="1717"/>
                  </a:lnTo>
                  <a:lnTo>
                    <a:pt x="101" y="1212"/>
                  </a:lnTo>
                  <a:lnTo>
                    <a:pt x="135" y="707"/>
                  </a:lnTo>
                  <a:lnTo>
                    <a:pt x="135" y="202"/>
                  </a:lnTo>
                  <a:lnTo>
                    <a:pt x="370" y="135"/>
                  </a:lnTo>
                  <a:lnTo>
                    <a:pt x="606" y="101"/>
                  </a:lnTo>
                  <a:close/>
                  <a:moveTo>
                    <a:pt x="438" y="0"/>
                  </a:moveTo>
                  <a:lnTo>
                    <a:pt x="67" y="67"/>
                  </a:lnTo>
                  <a:lnTo>
                    <a:pt x="34" y="101"/>
                  </a:lnTo>
                  <a:lnTo>
                    <a:pt x="34" y="135"/>
                  </a:lnTo>
                  <a:lnTo>
                    <a:pt x="34" y="168"/>
                  </a:lnTo>
                  <a:lnTo>
                    <a:pt x="0" y="842"/>
                  </a:lnTo>
                  <a:lnTo>
                    <a:pt x="0" y="1515"/>
                  </a:lnTo>
                  <a:lnTo>
                    <a:pt x="0" y="1717"/>
                  </a:lnTo>
                  <a:lnTo>
                    <a:pt x="0" y="1987"/>
                  </a:lnTo>
                  <a:lnTo>
                    <a:pt x="34" y="2121"/>
                  </a:lnTo>
                  <a:lnTo>
                    <a:pt x="67" y="2256"/>
                  </a:lnTo>
                  <a:lnTo>
                    <a:pt x="135" y="2357"/>
                  </a:lnTo>
                  <a:lnTo>
                    <a:pt x="236" y="2424"/>
                  </a:lnTo>
                  <a:lnTo>
                    <a:pt x="337" y="2458"/>
                  </a:lnTo>
                  <a:lnTo>
                    <a:pt x="438" y="2492"/>
                  </a:lnTo>
                  <a:lnTo>
                    <a:pt x="673" y="2492"/>
                  </a:lnTo>
                  <a:lnTo>
                    <a:pt x="1178" y="2559"/>
                  </a:lnTo>
                  <a:lnTo>
                    <a:pt x="1650" y="2559"/>
                  </a:lnTo>
                  <a:lnTo>
                    <a:pt x="1885" y="2593"/>
                  </a:lnTo>
                  <a:lnTo>
                    <a:pt x="2121" y="2559"/>
                  </a:lnTo>
                  <a:lnTo>
                    <a:pt x="2222" y="2525"/>
                  </a:lnTo>
                  <a:lnTo>
                    <a:pt x="2323" y="2492"/>
                  </a:lnTo>
                  <a:lnTo>
                    <a:pt x="2390" y="2391"/>
                  </a:lnTo>
                  <a:lnTo>
                    <a:pt x="2458" y="2290"/>
                  </a:lnTo>
                  <a:lnTo>
                    <a:pt x="2525" y="1987"/>
                  </a:lnTo>
                  <a:lnTo>
                    <a:pt x="2559" y="1684"/>
                  </a:lnTo>
                  <a:lnTo>
                    <a:pt x="2559" y="1044"/>
                  </a:lnTo>
                  <a:lnTo>
                    <a:pt x="2592" y="572"/>
                  </a:lnTo>
                  <a:lnTo>
                    <a:pt x="2559" y="370"/>
                  </a:lnTo>
                  <a:lnTo>
                    <a:pt x="2525" y="236"/>
                  </a:lnTo>
                  <a:lnTo>
                    <a:pt x="2458" y="168"/>
                  </a:lnTo>
                  <a:lnTo>
                    <a:pt x="2357" y="101"/>
                  </a:lnTo>
                  <a:lnTo>
                    <a:pt x="2256" y="67"/>
                  </a:lnTo>
                  <a:lnTo>
                    <a:pt x="1986" y="34"/>
                  </a:lnTo>
                  <a:lnTo>
                    <a:pt x="1481" y="34"/>
                  </a:lnTo>
                  <a:lnTo>
                    <a:pt x="77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25" name="Google Shape;1825;p12"/>
            <p:cNvSpPr/>
            <p:nvPr/>
          </p:nvSpPr>
          <p:spPr>
            <a:xfrm>
              <a:off x="3735934" y="5022569"/>
              <a:ext cx="25179" cy="31896"/>
            </a:xfrm>
            <a:custGeom>
              <a:avLst/>
              <a:gdLst/>
              <a:ahLst/>
              <a:cxnLst/>
              <a:rect l="l" t="t" r="r" b="b"/>
              <a:pathLst>
                <a:path w="506" h="641" extrusionOk="0">
                  <a:moveTo>
                    <a:pt x="270" y="136"/>
                  </a:moveTo>
                  <a:lnTo>
                    <a:pt x="371" y="169"/>
                  </a:lnTo>
                  <a:lnTo>
                    <a:pt x="304" y="237"/>
                  </a:lnTo>
                  <a:lnTo>
                    <a:pt x="270" y="270"/>
                  </a:lnTo>
                  <a:lnTo>
                    <a:pt x="169" y="270"/>
                  </a:lnTo>
                  <a:lnTo>
                    <a:pt x="135" y="203"/>
                  </a:lnTo>
                  <a:lnTo>
                    <a:pt x="135" y="136"/>
                  </a:lnTo>
                  <a:close/>
                  <a:moveTo>
                    <a:pt x="203" y="1"/>
                  </a:moveTo>
                  <a:lnTo>
                    <a:pt x="135" y="35"/>
                  </a:lnTo>
                  <a:lnTo>
                    <a:pt x="68" y="68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68" y="338"/>
                  </a:lnTo>
                  <a:lnTo>
                    <a:pt x="203" y="405"/>
                  </a:lnTo>
                  <a:lnTo>
                    <a:pt x="304" y="405"/>
                  </a:lnTo>
                  <a:lnTo>
                    <a:pt x="270" y="439"/>
                  </a:lnTo>
                  <a:lnTo>
                    <a:pt x="236" y="506"/>
                  </a:lnTo>
                  <a:lnTo>
                    <a:pt x="203" y="472"/>
                  </a:lnTo>
                  <a:lnTo>
                    <a:pt x="135" y="472"/>
                  </a:lnTo>
                  <a:lnTo>
                    <a:pt x="135" y="573"/>
                  </a:lnTo>
                  <a:lnTo>
                    <a:pt x="169" y="641"/>
                  </a:lnTo>
                  <a:lnTo>
                    <a:pt x="236" y="641"/>
                  </a:lnTo>
                  <a:lnTo>
                    <a:pt x="304" y="607"/>
                  </a:lnTo>
                  <a:lnTo>
                    <a:pt x="371" y="540"/>
                  </a:lnTo>
                  <a:lnTo>
                    <a:pt x="438" y="439"/>
                  </a:lnTo>
                  <a:lnTo>
                    <a:pt x="472" y="304"/>
                  </a:lnTo>
                  <a:lnTo>
                    <a:pt x="506" y="203"/>
                  </a:lnTo>
                  <a:lnTo>
                    <a:pt x="472" y="169"/>
                  </a:lnTo>
                  <a:lnTo>
                    <a:pt x="405" y="136"/>
                  </a:lnTo>
                  <a:lnTo>
                    <a:pt x="371" y="68"/>
                  </a:lnTo>
                  <a:lnTo>
                    <a:pt x="304" y="35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26" name="Google Shape;1826;p12"/>
            <p:cNvSpPr/>
            <p:nvPr/>
          </p:nvSpPr>
          <p:spPr>
            <a:xfrm>
              <a:off x="2422469" y="5014210"/>
              <a:ext cx="25179" cy="20153"/>
            </a:xfrm>
            <a:custGeom>
              <a:avLst/>
              <a:gdLst/>
              <a:ahLst/>
              <a:cxnLst/>
              <a:rect l="l" t="t" r="r" b="b"/>
              <a:pathLst>
                <a:path w="506" h="405" extrusionOk="0">
                  <a:moveTo>
                    <a:pt x="203" y="102"/>
                  </a:moveTo>
                  <a:lnTo>
                    <a:pt x="203" y="135"/>
                  </a:lnTo>
                  <a:lnTo>
                    <a:pt x="237" y="169"/>
                  </a:lnTo>
                  <a:lnTo>
                    <a:pt x="338" y="135"/>
                  </a:lnTo>
                  <a:lnTo>
                    <a:pt x="203" y="270"/>
                  </a:lnTo>
                  <a:lnTo>
                    <a:pt x="136" y="304"/>
                  </a:lnTo>
                  <a:lnTo>
                    <a:pt x="102" y="304"/>
                  </a:lnTo>
                  <a:lnTo>
                    <a:pt x="136" y="203"/>
                  </a:lnTo>
                  <a:lnTo>
                    <a:pt x="169" y="135"/>
                  </a:lnTo>
                  <a:lnTo>
                    <a:pt x="203" y="102"/>
                  </a:lnTo>
                  <a:close/>
                  <a:moveTo>
                    <a:pt x="169" y="1"/>
                  </a:moveTo>
                  <a:lnTo>
                    <a:pt x="102" y="68"/>
                  </a:lnTo>
                  <a:lnTo>
                    <a:pt x="35" y="102"/>
                  </a:lnTo>
                  <a:lnTo>
                    <a:pt x="1" y="270"/>
                  </a:lnTo>
                  <a:lnTo>
                    <a:pt x="1" y="371"/>
                  </a:lnTo>
                  <a:lnTo>
                    <a:pt x="68" y="405"/>
                  </a:lnTo>
                  <a:lnTo>
                    <a:pt x="237" y="405"/>
                  </a:lnTo>
                  <a:lnTo>
                    <a:pt x="371" y="304"/>
                  </a:lnTo>
                  <a:lnTo>
                    <a:pt x="439" y="236"/>
                  </a:lnTo>
                  <a:lnTo>
                    <a:pt x="506" y="169"/>
                  </a:lnTo>
                  <a:lnTo>
                    <a:pt x="506" y="102"/>
                  </a:lnTo>
                  <a:lnTo>
                    <a:pt x="472" y="34"/>
                  </a:lnTo>
                  <a:lnTo>
                    <a:pt x="439" y="34"/>
                  </a:lnTo>
                  <a:lnTo>
                    <a:pt x="3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27" name="Google Shape;1827;p12"/>
            <p:cNvSpPr/>
            <p:nvPr/>
          </p:nvSpPr>
          <p:spPr>
            <a:xfrm>
              <a:off x="3898450" y="5089596"/>
              <a:ext cx="134053" cy="57025"/>
            </a:xfrm>
            <a:custGeom>
              <a:avLst/>
              <a:gdLst/>
              <a:ahLst/>
              <a:cxnLst/>
              <a:rect l="l" t="t" r="r" b="b"/>
              <a:pathLst>
                <a:path w="2694" h="1146" extrusionOk="0">
                  <a:moveTo>
                    <a:pt x="1549" y="1"/>
                  </a:moveTo>
                  <a:lnTo>
                    <a:pt x="1112" y="34"/>
                  </a:lnTo>
                  <a:lnTo>
                    <a:pt x="337" y="34"/>
                  </a:lnTo>
                  <a:lnTo>
                    <a:pt x="102" y="68"/>
                  </a:lnTo>
                  <a:lnTo>
                    <a:pt x="34" y="102"/>
                  </a:lnTo>
                  <a:lnTo>
                    <a:pt x="34" y="169"/>
                  </a:lnTo>
                  <a:lnTo>
                    <a:pt x="1" y="304"/>
                  </a:lnTo>
                  <a:lnTo>
                    <a:pt x="1" y="438"/>
                  </a:lnTo>
                  <a:lnTo>
                    <a:pt x="1" y="741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35" y="741"/>
                  </a:lnTo>
                  <a:lnTo>
                    <a:pt x="135" y="337"/>
                  </a:lnTo>
                  <a:lnTo>
                    <a:pt x="135" y="203"/>
                  </a:lnTo>
                  <a:lnTo>
                    <a:pt x="506" y="169"/>
                  </a:lnTo>
                  <a:lnTo>
                    <a:pt x="876" y="135"/>
                  </a:lnTo>
                  <a:lnTo>
                    <a:pt x="1246" y="169"/>
                  </a:lnTo>
                  <a:lnTo>
                    <a:pt x="1583" y="135"/>
                  </a:lnTo>
                  <a:lnTo>
                    <a:pt x="1953" y="135"/>
                  </a:lnTo>
                  <a:lnTo>
                    <a:pt x="2155" y="169"/>
                  </a:lnTo>
                  <a:lnTo>
                    <a:pt x="2324" y="203"/>
                  </a:lnTo>
                  <a:lnTo>
                    <a:pt x="2425" y="236"/>
                  </a:lnTo>
                  <a:lnTo>
                    <a:pt x="2492" y="304"/>
                  </a:lnTo>
                  <a:lnTo>
                    <a:pt x="2526" y="405"/>
                  </a:lnTo>
                  <a:lnTo>
                    <a:pt x="2559" y="506"/>
                  </a:lnTo>
                  <a:lnTo>
                    <a:pt x="2559" y="741"/>
                  </a:lnTo>
                  <a:lnTo>
                    <a:pt x="2559" y="943"/>
                  </a:lnTo>
                  <a:lnTo>
                    <a:pt x="2526" y="1145"/>
                  </a:lnTo>
                  <a:lnTo>
                    <a:pt x="2660" y="1145"/>
                  </a:lnTo>
                  <a:lnTo>
                    <a:pt x="2694" y="876"/>
                  </a:lnTo>
                  <a:lnTo>
                    <a:pt x="2694" y="539"/>
                  </a:lnTo>
                  <a:lnTo>
                    <a:pt x="2660" y="337"/>
                  </a:lnTo>
                  <a:lnTo>
                    <a:pt x="2593" y="203"/>
                  </a:lnTo>
                  <a:lnTo>
                    <a:pt x="2458" y="102"/>
                  </a:lnTo>
                  <a:lnTo>
                    <a:pt x="2324" y="68"/>
                  </a:lnTo>
                  <a:lnTo>
                    <a:pt x="2155" y="34"/>
                  </a:lnTo>
                  <a:lnTo>
                    <a:pt x="198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28" name="Google Shape;1828;p12"/>
            <p:cNvSpPr/>
            <p:nvPr/>
          </p:nvSpPr>
          <p:spPr>
            <a:xfrm>
              <a:off x="2714012" y="5019235"/>
              <a:ext cx="28512" cy="31896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03" y="1"/>
                  </a:moveTo>
                  <a:lnTo>
                    <a:pt x="169" y="68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270" y="135"/>
                  </a:lnTo>
                  <a:lnTo>
                    <a:pt x="371" y="102"/>
                  </a:lnTo>
                  <a:lnTo>
                    <a:pt x="438" y="135"/>
                  </a:lnTo>
                  <a:lnTo>
                    <a:pt x="202" y="337"/>
                  </a:lnTo>
                  <a:lnTo>
                    <a:pt x="34" y="506"/>
                  </a:lnTo>
                  <a:lnTo>
                    <a:pt x="0" y="539"/>
                  </a:lnTo>
                  <a:lnTo>
                    <a:pt x="0" y="607"/>
                  </a:lnTo>
                  <a:lnTo>
                    <a:pt x="34" y="607"/>
                  </a:lnTo>
                  <a:lnTo>
                    <a:pt x="101" y="640"/>
                  </a:lnTo>
                  <a:lnTo>
                    <a:pt x="404" y="573"/>
                  </a:lnTo>
                  <a:lnTo>
                    <a:pt x="539" y="573"/>
                  </a:lnTo>
                  <a:lnTo>
                    <a:pt x="573" y="539"/>
                  </a:lnTo>
                  <a:lnTo>
                    <a:pt x="573" y="472"/>
                  </a:lnTo>
                  <a:lnTo>
                    <a:pt x="539" y="438"/>
                  </a:lnTo>
                  <a:lnTo>
                    <a:pt x="404" y="438"/>
                  </a:lnTo>
                  <a:lnTo>
                    <a:pt x="270" y="472"/>
                  </a:lnTo>
                  <a:lnTo>
                    <a:pt x="539" y="203"/>
                  </a:lnTo>
                  <a:lnTo>
                    <a:pt x="573" y="169"/>
                  </a:lnTo>
                  <a:lnTo>
                    <a:pt x="573" y="135"/>
                  </a:lnTo>
                  <a:lnTo>
                    <a:pt x="539" y="68"/>
                  </a:lnTo>
                  <a:lnTo>
                    <a:pt x="47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29" name="Google Shape;1829;p12"/>
            <p:cNvSpPr/>
            <p:nvPr/>
          </p:nvSpPr>
          <p:spPr>
            <a:xfrm>
              <a:off x="2978686" y="4853385"/>
              <a:ext cx="132411" cy="82154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3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8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5" y="1347"/>
                  </a:lnTo>
                  <a:lnTo>
                    <a:pt x="135" y="1179"/>
                  </a:lnTo>
                  <a:lnTo>
                    <a:pt x="135" y="909"/>
                  </a:lnTo>
                  <a:lnTo>
                    <a:pt x="135" y="573"/>
                  </a:lnTo>
                  <a:lnTo>
                    <a:pt x="102" y="236"/>
                  </a:lnTo>
                  <a:lnTo>
                    <a:pt x="135" y="236"/>
                  </a:lnTo>
                  <a:lnTo>
                    <a:pt x="236" y="169"/>
                  </a:lnTo>
                  <a:lnTo>
                    <a:pt x="337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4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4" y="1347"/>
                  </a:lnTo>
                  <a:lnTo>
                    <a:pt x="68" y="1448"/>
                  </a:lnTo>
                  <a:lnTo>
                    <a:pt x="135" y="1515"/>
                  </a:lnTo>
                  <a:lnTo>
                    <a:pt x="236" y="1583"/>
                  </a:lnTo>
                  <a:lnTo>
                    <a:pt x="472" y="1616"/>
                  </a:lnTo>
                  <a:lnTo>
                    <a:pt x="741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30" name="Google Shape;1830;p12"/>
            <p:cNvSpPr/>
            <p:nvPr/>
          </p:nvSpPr>
          <p:spPr>
            <a:xfrm>
              <a:off x="3611981" y="5086262"/>
              <a:ext cx="129028" cy="60359"/>
            </a:xfrm>
            <a:custGeom>
              <a:avLst/>
              <a:gdLst/>
              <a:ahLst/>
              <a:cxnLst/>
              <a:rect l="l" t="t" r="r" b="b"/>
              <a:pathLst>
                <a:path w="2593" h="1213" extrusionOk="0"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0" y="135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0" y="404"/>
                  </a:lnTo>
                  <a:lnTo>
                    <a:pt x="0" y="640"/>
                  </a:lnTo>
                  <a:lnTo>
                    <a:pt x="34" y="1078"/>
                  </a:lnTo>
                  <a:lnTo>
                    <a:pt x="34" y="1212"/>
                  </a:lnTo>
                  <a:lnTo>
                    <a:pt x="169" y="1212"/>
                  </a:lnTo>
                  <a:lnTo>
                    <a:pt x="169" y="741"/>
                  </a:lnTo>
                  <a:lnTo>
                    <a:pt x="135" y="472"/>
                  </a:lnTo>
                  <a:lnTo>
                    <a:pt x="135" y="236"/>
                  </a:lnTo>
                  <a:lnTo>
                    <a:pt x="909" y="202"/>
                  </a:lnTo>
                  <a:lnTo>
                    <a:pt x="1684" y="135"/>
                  </a:lnTo>
                  <a:lnTo>
                    <a:pt x="1953" y="135"/>
                  </a:lnTo>
                  <a:lnTo>
                    <a:pt x="2189" y="169"/>
                  </a:lnTo>
                  <a:lnTo>
                    <a:pt x="2323" y="202"/>
                  </a:lnTo>
                  <a:lnTo>
                    <a:pt x="2391" y="303"/>
                  </a:lnTo>
                  <a:lnTo>
                    <a:pt x="2424" y="404"/>
                  </a:lnTo>
                  <a:lnTo>
                    <a:pt x="2458" y="539"/>
                  </a:lnTo>
                  <a:lnTo>
                    <a:pt x="2458" y="876"/>
                  </a:lnTo>
                  <a:lnTo>
                    <a:pt x="2424" y="1212"/>
                  </a:lnTo>
                  <a:lnTo>
                    <a:pt x="2525" y="1212"/>
                  </a:lnTo>
                  <a:lnTo>
                    <a:pt x="2593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31" name="Google Shape;1831;p12"/>
            <p:cNvSpPr/>
            <p:nvPr/>
          </p:nvSpPr>
          <p:spPr>
            <a:xfrm>
              <a:off x="3427670" y="4851694"/>
              <a:ext cx="137437" cy="82154"/>
            </a:xfrm>
            <a:custGeom>
              <a:avLst/>
              <a:gdLst/>
              <a:ahLst/>
              <a:cxnLst/>
              <a:rect l="l" t="t" r="r" b="b"/>
              <a:pathLst>
                <a:path w="2762" h="1651" extrusionOk="0">
                  <a:moveTo>
                    <a:pt x="2593" y="135"/>
                  </a:moveTo>
                  <a:lnTo>
                    <a:pt x="2627" y="169"/>
                  </a:lnTo>
                  <a:lnTo>
                    <a:pt x="2661" y="169"/>
                  </a:lnTo>
                  <a:lnTo>
                    <a:pt x="2661" y="270"/>
                  </a:lnTo>
                  <a:lnTo>
                    <a:pt x="2627" y="573"/>
                  </a:lnTo>
                  <a:lnTo>
                    <a:pt x="2526" y="1145"/>
                  </a:lnTo>
                  <a:lnTo>
                    <a:pt x="2492" y="1314"/>
                  </a:lnTo>
                  <a:lnTo>
                    <a:pt x="2425" y="1415"/>
                  </a:lnTo>
                  <a:lnTo>
                    <a:pt x="2324" y="1448"/>
                  </a:lnTo>
                  <a:lnTo>
                    <a:pt x="2122" y="1482"/>
                  </a:lnTo>
                  <a:lnTo>
                    <a:pt x="1785" y="1516"/>
                  </a:lnTo>
                  <a:lnTo>
                    <a:pt x="1415" y="1482"/>
                  </a:lnTo>
                  <a:lnTo>
                    <a:pt x="843" y="1448"/>
                  </a:lnTo>
                  <a:lnTo>
                    <a:pt x="506" y="1448"/>
                  </a:lnTo>
                  <a:lnTo>
                    <a:pt x="337" y="1415"/>
                  </a:lnTo>
                  <a:lnTo>
                    <a:pt x="270" y="1381"/>
                  </a:lnTo>
                  <a:lnTo>
                    <a:pt x="203" y="1314"/>
                  </a:lnTo>
                  <a:lnTo>
                    <a:pt x="169" y="1246"/>
                  </a:lnTo>
                  <a:lnTo>
                    <a:pt x="135" y="1145"/>
                  </a:lnTo>
                  <a:lnTo>
                    <a:pt x="135" y="910"/>
                  </a:lnTo>
                  <a:lnTo>
                    <a:pt x="135" y="539"/>
                  </a:lnTo>
                  <a:lnTo>
                    <a:pt x="203" y="203"/>
                  </a:lnTo>
                  <a:lnTo>
                    <a:pt x="438" y="169"/>
                  </a:lnTo>
                  <a:lnTo>
                    <a:pt x="742" y="169"/>
                  </a:lnTo>
                  <a:lnTo>
                    <a:pt x="1213" y="135"/>
                  </a:lnTo>
                  <a:close/>
                  <a:moveTo>
                    <a:pt x="742" y="1"/>
                  </a:moveTo>
                  <a:lnTo>
                    <a:pt x="472" y="34"/>
                  </a:lnTo>
                  <a:lnTo>
                    <a:pt x="203" y="68"/>
                  </a:lnTo>
                  <a:lnTo>
                    <a:pt x="169" y="34"/>
                  </a:lnTo>
                  <a:lnTo>
                    <a:pt x="135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68" y="135"/>
                  </a:lnTo>
                  <a:lnTo>
                    <a:pt x="34" y="203"/>
                  </a:lnTo>
                  <a:lnTo>
                    <a:pt x="34" y="236"/>
                  </a:lnTo>
                  <a:lnTo>
                    <a:pt x="68" y="270"/>
                  </a:lnTo>
                  <a:lnTo>
                    <a:pt x="1" y="708"/>
                  </a:lnTo>
                  <a:lnTo>
                    <a:pt x="1" y="1145"/>
                  </a:lnTo>
                  <a:lnTo>
                    <a:pt x="34" y="1280"/>
                  </a:lnTo>
                  <a:lnTo>
                    <a:pt x="68" y="1381"/>
                  </a:lnTo>
                  <a:lnTo>
                    <a:pt x="135" y="1448"/>
                  </a:lnTo>
                  <a:lnTo>
                    <a:pt x="203" y="1516"/>
                  </a:lnTo>
                  <a:lnTo>
                    <a:pt x="472" y="1583"/>
                  </a:lnTo>
                  <a:lnTo>
                    <a:pt x="742" y="1617"/>
                  </a:lnTo>
                  <a:lnTo>
                    <a:pt x="1314" y="1650"/>
                  </a:lnTo>
                  <a:lnTo>
                    <a:pt x="1954" y="1650"/>
                  </a:lnTo>
                  <a:lnTo>
                    <a:pt x="2257" y="1617"/>
                  </a:lnTo>
                  <a:lnTo>
                    <a:pt x="2593" y="1549"/>
                  </a:lnTo>
                  <a:lnTo>
                    <a:pt x="2627" y="1516"/>
                  </a:lnTo>
                  <a:lnTo>
                    <a:pt x="2627" y="1482"/>
                  </a:lnTo>
                  <a:lnTo>
                    <a:pt x="2661" y="1145"/>
                  </a:lnTo>
                  <a:lnTo>
                    <a:pt x="2694" y="809"/>
                  </a:lnTo>
                  <a:lnTo>
                    <a:pt x="2728" y="472"/>
                  </a:lnTo>
                  <a:lnTo>
                    <a:pt x="2762" y="102"/>
                  </a:lnTo>
                  <a:lnTo>
                    <a:pt x="2762" y="68"/>
                  </a:lnTo>
                  <a:lnTo>
                    <a:pt x="2728" y="68"/>
                  </a:lnTo>
                  <a:lnTo>
                    <a:pt x="2324" y="34"/>
                  </a:lnTo>
                  <a:lnTo>
                    <a:pt x="1954" y="1"/>
                  </a:lnTo>
                  <a:lnTo>
                    <a:pt x="1146" y="34"/>
                  </a:lnTo>
                  <a:lnTo>
                    <a:pt x="74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32" name="Google Shape;1832;p12"/>
            <p:cNvSpPr/>
            <p:nvPr/>
          </p:nvSpPr>
          <p:spPr>
            <a:xfrm>
              <a:off x="2523034" y="4848360"/>
              <a:ext cx="134053" cy="83796"/>
            </a:xfrm>
            <a:custGeom>
              <a:avLst/>
              <a:gdLst/>
              <a:ahLst/>
              <a:cxnLst/>
              <a:rect l="l" t="t" r="r" b="b"/>
              <a:pathLst>
                <a:path w="2694" h="1684" extrusionOk="0">
                  <a:moveTo>
                    <a:pt x="707" y="135"/>
                  </a:moveTo>
                  <a:lnTo>
                    <a:pt x="976" y="202"/>
                  </a:lnTo>
                  <a:lnTo>
                    <a:pt x="1212" y="202"/>
                  </a:lnTo>
                  <a:lnTo>
                    <a:pt x="1885" y="236"/>
                  </a:lnTo>
                  <a:lnTo>
                    <a:pt x="2222" y="236"/>
                  </a:lnTo>
                  <a:lnTo>
                    <a:pt x="2559" y="202"/>
                  </a:lnTo>
                  <a:lnTo>
                    <a:pt x="2559" y="202"/>
                  </a:lnTo>
                  <a:lnTo>
                    <a:pt x="2492" y="707"/>
                  </a:lnTo>
                  <a:lnTo>
                    <a:pt x="2492" y="1179"/>
                  </a:lnTo>
                  <a:lnTo>
                    <a:pt x="2458" y="1313"/>
                  </a:lnTo>
                  <a:lnTo>
                    <a:pt x="2458" y="1414"/>
                  </a:lnTo>
                  <a:lnTo>
                    <a:pt x="2357" y="1482"/>
                  </a:lnTo>
                  <a:lnTo>
                    <a:pt x="2256" y="1482"/>
                  </a:lnTo>
                  <a:lnTo>
                    <a:pt x="1616" y="1515"/>
                  </a:lnTo>
                  <a:lnTo>
                    <a:pt x="1313" y="1515"/>
                  </a:lnTo>
                  <a:lnTo>
                    <a:pt x="875" y="1549"/>
                  </a:lnTo>
                  <a:lnTo>
                    <a:pt x="640" y="1515"/>
                  </a:lnTo>
                  <a:lnTo>
                    <a:pt x="438" y="1515"/>
                  </a:lnTo>
                  <a:lnTo>
                    <a:pt x="303" y="1448"/>
                  </a:lnTo>
                  <a:lnTo>
                    <a:pt x="269" y="1414"/>
                  </a:lnTo>
                  <a:lnTo>
                    <a:pt x="236" y="1381"/>
                  </a:lnTo>
                  <a:lnTo>
                    <a:pt x="202" y="606"/>
                  </a:lnTo>
                  <a:lnTo>
                    <a:pt x="202" y="303"/>
                  </a:lnTo>
                  <a:lnTo>
                    <a:pt x="202" y="236"/>
                  </a:lnTo>
                  <a:lnTo>
                    <a:pt x="168" y="270"/>
                  </a:lnTo>
                  <a:lnTo>
                    <a:pt x="135" y="236"/>
                  </a:lnTo>
                  <a:lnTo>
                    <a:pt x="168" y="236"/>
                  </a:lnTo>
                  <a:lnTo>
                    <a:pt x="168" y="202"/>
                  </a:lnTo>
                  <a:lnTo>
                    <a:pt x="168" y="169"/>
                  </a:lnTo>
                  <a:lnTo>
                    <a:pt x="438" y="135"/>
                  </a:lnTo>
                  <a:close/>
                  <a:moveTo>
                    <a:pt x="269" y="0"/>
                  </a:moveTo>
                  <a:lnTo>
                    <a:pt x="135" y="34"/>
                  </a:lnTo>
                  <a:lnTo>
                    <a:pt x="34" y="68"/>
                  </a:lnTo>
                  <a:lnTo>
                    <a:pt x="0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101" y="202"/>
                  </a:lnTo>
                  <a:lnTo>
                    <a:pt x="67" y="337"/>
                  </a:lnTo>
                  <a:lnTo>
                    <a:pt x="67" y="472"/>
                  </a:lnTo>
                  <a:lnTo>
                    <a:pt x="67" y="1010"/>
                  </a:lnTo>
                  <a:lnTo>
                    <a:pt x="101" y="1515"/>
                  </a:lnTo>
                  <a:lnTo>
                    <a:pt x="135" y="1549"/>
                  </a:lnTo>
                  <a:lnTo>
                    <a:pt x="168" y="1583"/>
                  </a:lnTo>
                  <a:lnTo>
                    <a:pt x="438" y="1650"/>
                  </a:lnTo>
                  <a:lnTo>
                    <a:pt x="707" y="1684"/>
                  </a:lnTo>
                  <a:lnTo>
                    <a:pt x="2121" y="1684"/>
                  </a:lnTo>
                  <a:lnTo>
                    <a:pt x="2390" y="1650"/>
                  </a:lnTo>
                  <a:lnTo>
                    <a:pt x="2492" y="1616"/>
                  </a:lnTo>
                  <a:lnTo>
                    <a:pt x="2559" y="1549"/>
                  </a:lnTo>
                  <a:lnTo>
                    <a:pt x="2593" y="1482"/>
                  </a:lnTo>
                  <a:lnTo>
                    <a:pt x="2626" y="1381"/>
                  </a:lnTo>
                  <a:lnTo>
                    <a:pt x="2626" y="775"/>
                  </a:lnTo>
                  <a:lnTo>
                    <a:pt x="2660" y="472"/>
                  </a:lnTo>
                  <a:lnTo>
                    <a:pt x="2694" y="169"/>
                  </a:lnTo>
                  <a:lnTo>
                    <a:pt x="2660" y="101"/>
                  </a:lnTo>
                  <a:lnTo>
                    <a:pt x="2593" y="68"/>
                  </a:lnTo>
                  <a:lnTo>
                    <a:pt x="2222" y="101"/>
                  </a:lnTo>
                  <a:lnTo>
                    <a:pt x="1818" y="101"/>
                  </a:lnTo>
                  <a:lnTo>
                    <a:pt x="976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33" name="Google Shape;1833;p12"/>
            <p:cNvSpPr/>
            <p:nvPr/>
          </p:nvSpPr>
          <p:spPr>
            <a:xfrm>
              <a:off x="4178250" y="4846668"/>
              <a:ext cx="139079" cy="87180"/>
            </a:xfrm>
            <a:custGeom>
              <a:avLst/>
              <a:gdLst/>
              <a:ahLst/>
              <a:cxnLst/>
              <a:rect l="l" t="t" r="r" b="b"/>
              <a:pathLst>
                <a:path w="2795" h="1752" extrusionOk="0">
                  <a:moveTo>
                    <a:pt x="505" y="102"/>
                  </a:moveTo>
                  <a:lnTo>
                    <a:pt x="909" y="135"/>
                  </a:lnTo>
                  <a:lnTo>
                    <a:pt x="1380" y="169"/>
                  </a:lnTo>
                  <a:lnTo>
                    <a:pt x="1818" y="203"/>
                  </a:lnTo>
                  <a:lnTo>
                    <a:pt x="2155" y="236"/>
                  </a:lnTo>
                  <a:lnTo>
                    <a:pt x="2492" y="236"/>
                  </a:lnTo>
                  <a:lnTo>
                    <a:pt x="2559" y="270"/>
                  </a:lnTo>
                  <a:lnTo>
                    <a:pt x="2593" y="337"/>
                  </a:lnTo>
                  <a:lnTo>
                    <a:pt x="2660" y="607"/>
                  </a:lnTo>
                  <a:lnTo>
                    <a:pt x="2660" y="876"/>
                  </a:lnTo>
                  <a:lnTo>
                    <a:pt x="2660" y="1078"/>
                  </a:lnTo>
                  <a:lnTo>
                    <a:pt x="2660" y="1246"/>
                  </a:lnTo>
                  <a:lnTo>
                    <a:pt x="2626" y="1448"/>
                  </a:lnTo>
                  <a:lnTo>
                    <a:pt x="2593" y="1516"/>
                  </a:lnTo>
                  <a:lnTo>
                    <a:pt x="2559" y="1549"/>
                  </a:lnTo>
                  <a:lnTo>
                    <a:pt x="2424" y="1617"/>
                  </a:lnTo>
                  <a:lnTo>
                    <a:pt x="2155" y="1617"/>
                  </a:lnTo>
                  <a:lnTo>
                    <a:pt x="1717" y="1583"/>
                  </a:lnTo>
                  <a:lnTo>
                    <a:pt x="1481" y="1549"/>
                  </a:lnTo>
                  <a:lnTo>
                    <a:pt x="1279" y="1549"/>
                  </a:lnTo>
                  <a:lnTo>
                    <a:pt x="707" y="1617"/>
                  </a:lnTo>
                  <a:lnTo>
                    <a:pt x="471" y="1583"/>
                  </a:lnTo>
                  <a:lnTo>
                    <a:pt x="404" y="1583"/>
                  </a:lnTo>
                  <a:lnTo>
                    <a:pt x="370" y="1549"/>
                  </a:lnTo>
                  <a:lnTo>
                    <a:pt x="337" y="1482"/>
                  </a:lnTo>
                  <a:lnTo>
                    <a:pt x="303" y="1280"/>
                  </a:lnTo>
                  <a:lnTo>
                    <a:pt x="303" y="741"/>
                  </a:lnTo>
                  <a:lnTo>
                    <a:pt x="303" y="203"/>
                  </a:lnTo>
                  <a:lnTo>
                    <a:pt x="303" y="169"/>
                  </a:lnTo>
                  <a:lnTo>
                    <a:pt x="269" y="135"/>
                  </a:lnTo>
                  <a:lnTo>
                    <a:pt x="505" y="102"/>
                  </a:lnTo>
                  <a:close/>
                  <a:moveTo>
                    <a:pt x="337" y="1"/>
                  </a:moveTo>
                  <a:lnTo>
                    <a:pt x="168" y="34"/>
                  </a:lnTo>
                  <a:lnTo>
                    <a:pt x="34" y="135"/>
                  </a:lnTo>
                  <a:lnTo>
                    <a:pt x="0" y="169"/>
                  </a:lnTo>
                  <a:lnTo>
                    <a:pt x="34" y="203"/>
                  </a:lnTo>
                  <a:lnTo>
                    <a:pt x="67" y="236"/>
                  </a:lnTo>
                  <a:lnTo>
                    <a:pt x="101" y="203"/>
                  </a:lnTo>
                  <a:lnTo>
                    <a:pt x="202" y="169"/>
                  </a:lnTo>
                  <a:lnTo>
                    <a:pt x="236" y="152"/>
                  </a:lnTo>
                  <a:lnTo>
                    <a:pt x="236" y="169"/>
                  </a:lnTo>
                  <a:lnTo>
                    <a:pt x="168" y="506"/>
                  </a:lnTo>
                  <a:lnTo>
                    <a:pt x="135" y="809"/>
                  </a:lnTo>
                  <a:lnTo>
                    <a:pt x="135" y="1011"/>
                  </a:lnTo>
                  <a:lnTo>
                    <a:pt x="168" y="1213"/>
                  </a:lnTo>
                  <a:lnTo>
                    <a:pt x="168" y="1415"/>
                  </a:lnTo>
                  <a:lnTo>
                    <a:pt x="168" y="1617"/>
                  </a:lnTo>
                  <a:lnTo>
                    <a:pt x="202" y="1684"/>
                  </a:lnTo>
                  <a:lnTo>
                    <a:pt x="236" y="1684"/>
                  </a:lnTo>
                  <a:lnTo>
                    <a:pt x="539" y="1718"/>
                  </a:lnTo>
                  <a:lnTo>
                    <a:pt x="842" y="1718"/>
                  </a:lnTo>
                  <a:lnTo>
                    <a:pt x="1481" y="1684"/>
                  </a:lnTo>
                  <a:lnTo>
                    <a:pt x="1717" y="1718"/>
                  </a:lnTo>
                  <a:lnTo>
                    <a:pt x="1953" y="1751"/>
                  </a:lnTo>
                  <a:lnTo>
                    <a:pt x="2458" y="1751"/>
                  </a:lnTo>
                  <a:lnTo>
                    <a:pt x="2593" y="1684"/>
                  </a:lnTo>
                  <a:lnTo>
                    <a:pt x="2727" y="1583"/>
                  </a:lnTo>
                  <a:lnTo>
                    <a:pt x="2761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1" y="506"/>
                  </a:lnTo>
                  <a:lnTo>
                    <a:pt x="2694" y="304"/>
                  </a:lnTo>
                  <a:lnTo>
                    <a:pt x="2626" y="203"/>
                  </a:lnTo>
                  <a:lnTo>
                    <a:pt x="2559" y="135"/>
                  </a:lnTo>
                  <a:lnTo>
                    <a:pt x="2391" y="102"/>
                  </a:lnTo>
                  <a:lnTo>
                    <a:pt x="2222" y="135"/>
                  </a:lnTo>
                  <a:lnTo>
                    <a:pt x="2088" y="135"/>
                  </a:lnTo>
                  <a:lnTo>
                    <a:pt x="1919" y="102"/>
                  </a:lnTo>
                  <a:lnTo>
                    <a:pt x="1616" y="68"/>
                  </a:lnTo>
                  <a:lnTo>
                    <a:pt x="1145" y="34"/>
                  </a:lnTo>
                  <a:lnTo>
                    <a:pt x="67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34" name="Google Shape;1834;p12"/>
            <p:cNvSpPr/>
            <p:nvPr/>
          </p:nvSpPr>
          <p:spPr>
            <a:xfrm>
              <a:off x="3727574" y="4851694"/>
              <a:ext cx="139079" cy="80462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35" name="Google Shape;1835;p12"/>
            <p:cNvSpPr/>
            <p:nvPr/>
          </p:nvSpPr>
          <p:spPr>
            <a:xfrm>
              <a:off x="2667089" y="4943849"/>
              <a:ext cx="129028" cy="130720"/>
            </a:xfrm>
            <a:custGeom>
              <a:avLst/>
              <a:gdLst/>
              <a:ahLst/>
              <a:cxnLst/>
              <a:rect l="l" t="t" r="r" b="b"/>
              <a:pathLst>
                <a:path w="2593" h="2627" extrusionOk="0">
                  <a:moveTo>
                    <a:pt x="1953" y="135"/>
                  </a:moveTo>
                  <a:lnTo>
                    <a:pt x="2189" y="169"/>
                  </a:lnTo>
                  <a:lnTo>
                    <a:pt x="2324" y="202"/>
                  </a:lnTo>
                  <a:lnTo>
                    <a:pt x="2391" y="270"/>
                  </a:lnTo>
                  <a:lnTo>
                    <a:pt x="2425" y="404"/>
                  </a:lnTo>
                  <a:lnTo>
                    <a:pt x="2458" y="539"/>
                  </a:lnTo>
                  <a:lnTo>
                    <a:pt x="2458" y="775"/>
                  </a:lnTo>
                  <a:lnTo>
                    <a:pt x="2425" y="1010"/>
                  </a:lnTo>
                  <a:lnTo>
                    <a:pt x="2357" y="1516"/>
                  </a:lnTo>
                  <a:lnTo>
                    <a:pt x="2357" y="1751"/>
                  </a:lnTo>
                  <a:lnTo>
                    <a:pt x="2357" y="2088"/>
                  </a:lnTo>
                  <a:lnTo>
                    <a:pt x="2357" y="2223"/>
                  </a:lnTo>
                  <a:lnTo>
                    <a:pt x="2324" y="2357"/>
                  </a:lnTo>
                  <a:lnTo>
                    <a:pt x="2223" y="2425"/>
                  </a:lnTo>
                  <a:lnTo>
                    <a:pt x="2122" y="2458"/>
                  </a:lnTo>
                  <a:lnTo>
                    <a:pt x="1987" y="2458"/>
                  </a:lnTo>
                  <a:lnTo>
                    <a:pt x="1852" y="2425"/>
                  </a:lnTo>
                  <a:lnTo>
                    <a:pt x="1617" y="2357"/>
                  </a:lnTo>
                  <a:lnTo>
                    <a:pt x="1246" y="2357"/>
                  </a:lnTo>
                  <a:lnTo>
                    <a:pt x="910" y="2391"/>
                  </a:lnTo>
                  <a:lnTo>
                    <a:pt x="708" y="2425"/>
                  </a:lnTo>
                  <a:lnTo>
                    <a:pt x="472" y="2425"/>
                  </a:lnTo>
                  <a:lnTo>
                    <a:pt x="337" y="2391"/>
                  </a:lnTo>
                  <a:lnTo>
                    <a:pt x="270" y="2357"/>
                  </a:lnTo>
                  <a:lnTo>
                    <a:pt x="169" y="2290"/>
                  </a:lnTo>
                  <a:lnTo>
                    <a:pt x="135" y="2189"/>
                  </a:lnTo>
                  <a:lnTo>
                    <a:pt x="135" y="1819"/>
                  </a:lnTo>
                  <a:lnTo>
                    <a:pt x="135" y="1415"/>
                  </a:lnTo>
                  <a:lnTo>
                    <a:pt x="169" y="1078"/>
                  </a:lnTo>
                  <a:lnTo>
                    <a:pt x="135" y="741"/>
                  </a:lnTo>
                  <a:lnTo>
                    <a:pt x="135" y="472"/>
                  </a:lnTo>
                  <a:lnTo>
                    <a:pt x="135" y="202"/>
                  </a:lnTo>
                  <a:lnTo>
                    <a:pt x="910" y="202"/>
                  </a:lnTo>
                  <a:lnTo>
                    <a:pt x="1684" y="135"/>
                  </a:lnTo>
                  <a:close/>
                  <a:moveTo>
                    <a:pt x="1852" y="0"/>
                  </a:moveTo>
                  <a:lnTo>
                    <a:pt x="1347" y="34"/>
                  </a:lnTo>
                  <a:lnTo>
                    <a:pt x="842" y="68"/>
                  </a:lnTo>
                  <a:lnTo>
                    <a:pt x="68" y="68"/>
                  </a:lnTo>
                  <a:lnTo>
                    <a:pt x="34" y="101"/>
                  </a:lnTo>
                  <a:lnTo>
                    <a:pt x="1" y="135"/>
                  </a:lnTo>
                  <a:lnTo>
                    <a:pt x="1" y="169"/>
                  </a:lnTo>
                  <a:lnTo>
                    <a:pt x="34" y="202"/>
                  </a:lnTo>
                  <a:lnTo>
                    <a:pt x="1" y="404"/>
                  </a:lnTo>
                  <a:lnTo>
                    <a:pt x="1" y="640"/>
                  </a:lnTo>
                  <a:lnTo>
                    <a:pt x="34" y="1078"/>
                  </a:lnTo>
                  <a:lnTo>
                    <a:pt x="1" y="1751"/>
                  </a:lnTo>
                  <a:lnTo>
                    <a:pt x="1" y="2088"/>
                  </a:lnTo>
                  <a:lnTo>
                    <a:pt x="34" y="2425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438" y="2526"/>
                  </a:lnTo>
                  <a:lnTo>
                    <a:pt x="775" y="2559"/>
                  </a:lnTo>
                  <a:lnTo>
                    <a:pt x="1482" y="2492"/>
                  </a:lnTo>
                  <a:lnTo>
                    <a:pt x="1684" y="2526"/>
                  </a:lnTo>
                  <a:lnTo>
                    <a:pt x="1920" y="2593"/>
                  </a:lnTo>
                  <a:lnTo>
                    <a:pt x="2189" y="2627"/>
                  </a:lnTo>
                  <a:lnTo>
                    <a:pt x="2290" y="2593"/>
                  </a:lnTo>
                  <a:lnTo>
                    <a:pt x="2357" y="2559"/>
                  </a:lnTo>
                  <a:lnTo>
                    <a:pt x="2425" y="2458"/>
                  </a:lnTo>
                  <a:lnTo>
                    <a:pt x="2458" y="2391"/>
                  </a:lnTo>
                  <a:lnTo>
                    <a:pt x="2492" y="2189"/>
                  </a:lnTo>
                  <a:lnTo>
                    <a:pt x="2492" y="1785"/>
                  </a:lnTo>
                  <a:lnTo>
                    <a:pt x="2492" y="1549"/>
                  </a:lnTo>
                  <a:lnTo>
                    <a:pt x="2526" y="1314"/>
                  </a:lnTo>
                  <a:lnTo>
                    <a:pt x="2559" y="842"/>
                  </a:lnTo>
                  <a:lnTo>
                    <a:pt x="2593" y="505"/>
                  </a:lnTo>
                  <a:lnTo>
                    <a:pt x="2559" y="303"/>
                  </a:lnTo>
                  <a:lnTo>
                    <a:pt x="2492" y="169"/>
                  </a:lnTo>
                  <a:lnTo>
                    <a:pt x="2357" y="68"/>
                  </a:lnTo>
                  <a:lnTo>
                    <a:pt x="2189" y="34"/>
                  </a:lnTo>
                  <a:lnTo>
                    <a:pt x="202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36" name="Google Shape;1836;p12"/>
            <p:cNvSpPr/>
            <p:nvPr/>
          </p:nvSpPr>
          <p:spPr>
            <a:xfrm>
              <a:off x="2668781" y="4851694"/>
              <a:ext cx="139079" cy="80462"/>
            </a:xfrm>
            <a:custGeom>
              <a:avLst/>
              <a:gdLst/>
              <a:ahLst/>
              <a:cxnLst/>
              <a:rect l="l" t="t" r="r" b="b"/>
              <a:pathLst>
                <a:path w="2795" h="1617" extrusionOk="0">
                  <a:moveTo>
                    <a:pt x="2660" y="169"/>
                  </a:moveTo>
                  <a:lnTo>
                    <a:pt x="2593" y="1415"/>
                  </a:lnTo>
                  <a:lnTo>
                    <a:pt x="2020" y="1448"/>
                  </a:lnTo>
                  <a:lnTo>
                    <a:pt x="1448" y="1415"/>
                  </a:lnTo>
                  <a:lnTo>
                    <a:pt x="876" y="1415"/>
                  </a:lnTo>
                  <a:lnTo>
                    <a:pt x="303" y="1448"/>
                  </a:lnTo>
                  <a:lnTo>
                    <a:pt x="202" y="1145"/>
                  </a:lnTo>
                  <a:lnTo>
                    <a:pt x="169" y="809"/>
                  </a:lnTo>
                  <a:lnTo>
                    <a:pt x="135" y="506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404" y="169"/>
                  </a:lnTo>
                  <a:lnTo>
                    <a:pt x="606" y="203"/>
                  </a:lnTo>
                  <a:lnTo>
                    <a:pt x="1111" y="236"/>
                  </a:lnTo>
                  <a:lnTo>
                    <a:pt x="1886" y="236"/>
                  </a:lnTo>
                  <a:lnTo>
                    <a:pt x="2660" y="169"/>
                  </a:lnTo>
                  <a:close/>
                  <a:moveTo>
                    <a:pt x="404" y="1"/>
                  </a:moveTo>
                  <a:lnTo>
                    <a:pt x="202" y="34"/>
                  </a:lnTo>
                  <a:lnTo>
                    <a:pt x="169" y="34"/>
                  </a:lnTo>
                  <a:lnTo>
                    <a:pt x="135" y="68"/>
                  </a:lnTo>
                  <a:lnTo>
                    <a:pt x="101" y="68"/>
                  </a:lnTo>
                  <a:lnTo>
                    <a:pt x="68" y="135"/>
                  </a:lnTo>
                  <a:lnTo>
                    <a:pt x="101" y="169"/>
                  </a:lnTo>
                  <a:lnTo>
                    <a:pt x="34" y="337"/>
                  </a:lnTo>
                  <a:lnTo>
                    <a:pt x="0" y="506"/>
                  </a:lnTo>
                  <a:lnTo>
                    <a:pt x="0" y="876"/>
                  </a:lnTo>
                  <a:lnTo>
                    <a:pt x="68" y="1246"/>
                  </a:lnTo>
                  <a:lnTo>
                    <a:pt x="169" y="1549"/>
                  </a:lnTo>
                  <a:lnTo>
                    <a:pt x="202" y="1583"/>
                  </a:lnTo>
                  <a:lnTo>
                    <a:pt x="270" y="1617"/>
                  </a:lnTo>
                  <a:lnTo>
                    <a:pt x="573" y="1583"/>
                  </a:lnTo>
                  <a:lnTo>
                    <a:pt x="876" y="1549"/>
                  </a:lnTo>
                  <a:lnTo>
                    <a:pt x="1482" y="1583"/>
                  </a:lnTo>
                  <a:lnTo>
                    <a:pt x="2088" y="1617"/>
                  </a:lnTo>
                  <a:lnTo>
                    <a:pt x="2694" y="1583"/>
                  </a:lnTo>
                  <a:lnTo>
                    <a:pt x="2727" y="1549"/>
                  </a:lnTo>
                  <a:lnTo>
                    <a:pt x="2761" y="1516"/>
                  </a:lnTo>
                  <a:lnTo>
                    <a:pt x="2761" y="809"/>
                  </a:lnTo>
                  <a:lnTo>
                    <a:pt x="2795" y="102"/>
                  </a:lnTo>
                  <a:lnTo>
                    <a:pt x="2795" y="34"/>
                  </a:lnTo>
                  <a:lnTo>
                    <a:pt x="2727" y="1"/>
                  </a:lnTo>
                  <a:lnTo>
                    <a:pt x="1886" y="68"/>
                  </a:lnTo>
                  <a:lnTo>
                    <a:pt x="1482" y="102"/>
                  </a:lnTo>
                  <a:lnTo>
                    <a:pt x="1044" y="68"/>
                  </a:lnTo>
                  <a:lnTo>
                    <a:pt x="640" y="34"/>
                  </a:lnTo>
                  <a:lnTo>
                    <a:pt x="40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37" name="Google Shape;1837;p12"/>
            <p:cNvSpPr/>
            <p:nvPr/>
          </p:nvSpPr>
          <p:spPr>
            <a:xfrm>
              <a:off x="2737449" y="5089596"/>
              <a:ext cx="118976" cy="57025"/>
            </a:xfrm>
            <a:custGeom>
              <a:avLst/>
              <a:gdLst/>
              <a:ahLst/>
              <a:cxnLst/>
              <a:rect l="l" t="t" r="r" b="b"/>
              <a:pathLst>
                <a:path w="2391" h="1146" extrusionOk="0">
                  <a:moveTo>
                    <a:pt x="1011" y="1"/>
                  </a:moveTo>
                  <a:lnTo>
                    <a:pt x="607" y="34"/>
                  </a:lnTo>
                  <a:lnTo>
                    <a:pt x="337" y="68"/>
                  </a:lnTo>
                  <a:lnTo>
                    <a:pt x="236" y="102"/>
                  </a:lnTo>
                  <a:lnTo>
                    <a:pt x="102" y="169"/>
                  </a:lnTo>
                  <a:lnTo>
                    <a:pt x="68" y="270"/>
                  </a:lnTo>
                  <a:lnTo>
                    <a:pt x="34" y="371"/>
                  </a:lnTo>
                  <a:lnTo>
                    <a:pt x="34" y="607"/>
                  </a:lnTo>
                  <a:lnTo>
                    <a:pt x="1" y="1145"/>
                  </a:lnTo>
                  <a:lnTo>
                    <a:pt x="135" y="1145"/>
                  </a:lnTo>
                  <a:lnTo>
                    <a:pt x="169" y="842"/>
                  </a:lnTo>
                  <a:lnTo>
                    <a:pt x="169" y="539"/>
                  </a:lnTo>
                  <a:lnTo>
                    <a:pt x="203" y="371"/>
                  </a:lnTo>
                  <a:lnTo>
                    <a:pt x="236" y="304"/>
                  </a:lnTo>
                  <a:lnTo>
                    <a:pt x="304" y="236"/>
                  </a:lnTo>
                  <a:lnTo>
                    <a:pt x="506" y="169"/>
                  </a:lnTo>
                  <a:lnTo>
                    <a:pt x="741" y="135"/>
                  </a:lnTo>
                  <a:lnTo>
                    <a:pt x="1112" y="135"/>
                  </a:lnTo>
                  <a:lnTo>
                    <a:pt x="1516" y="169"/>
                  </a:lnTo>
                  <a:lnTo>
                    <a:pt x="1886" y="203"/>
                  </a:lnTo>
                  <a:lnTo>
                    <a:pt x="2256" y="304"/>
                  </a:lnTo>
                  <a:lnTo>
                    <a:pt x="2223" y="674"/>
                  </a:lnTo>
                  <a:lnTo>
                    <a:pt x="2256" y="1044"/>
                  </a:lnTo>
                  <a:lnTo>
                    <a:pt x="2223" y="1145"/>
                  </a:lnTo>
                  <a:lnTo>
                    <a:pt x="2391" y="1145"/>
                  </a:lnTo>
                  <a:lnTo>
                    <a:pt x="2391" y="977"/>
                  </a:lnTo>
                  <a:lnTo>
                    <a:pt x="2357" y="438"/>
                  </a:lnTo>
                  <a:lnTo>
                    <a:pt x="2357" y="304"/>
                  </a:lnTo>
                  <a:lnTo>
                    <a:pt x="2391" y="304"/>
                  </a:lnTo>
                  <a:lnTo>
                    <a:pt x="2391" y="236"/>
                  </a:lnTo>
                  <a:lnTo>
                    <a:pt x="2391" y="203"/>
                  </a:lnTo>
                  <a:lnTo>
                    <a:pt x="2357" y="169"/>
                  </a:lnTo>
                  <a:lnTo>
                    <a:pt x="2324" y="169"/>
                  </a:lnTo>
                  <a:lnTo>
                    <a:pt x="1920" y="68"/>
                  </a:lnTo>
                  <a:lnTo>
                    <a:pt x="148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38" name="Google Shape;1838;p12"/>
            <p:cNvSpPr/>
            <p:nvPr/>
          </p:nvSpPr>
          <p:spPr>
            <a:xfrm>
              <a:off x="3756037" y="5086262"/>
              <a:ext cx="122360" cy="60359"/>
            </a:xfrm>
            <a:custGeom>
              <a:avLst/>
              <a:gdLst/>
              <a:ahLst/>
              <a:cxnLst/>
              <a:rect l="l" t="t" r="r" b="b"/>
              <a:pathLst>
                <a:path w="2459" h="1213" extrusionOk="0">
                  <a:moveTo>
                    <a:pt x="2391" y="0"/>
                  </a:moveTo>
                  <a:lnTo>
                    <a:pt x="2021" y="34"/>
                  </a:lnTo>
                  <a:lnTo>
                    <a:pt x="1650" y="68"/>
                  </a:lnTo>
                  <a:lnTo>
                    <a:pt x="128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4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4" y="236"/>
                  </a:lnTo>
                  <a:lnTo>
                    <a:pt x="34" y="404"/>
                  </a:lnTo>
                  <a:lnTo>
                    <a:pt x="34" y="573"/>
                  </a:lnTo>
                  <a:lnTo>
                    <a:pt x="68" y="876"/>
                  </a:lnTo>
                  <a:lnTo>
                    <a:pt x="68" y="1212"/>
                  </a:lnTo>
                  <a:lnTo>
                    <a:pt x="203" y="1212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5" y="404"/>
                  </a:lnTo>
                  <a:lnTo>
                    <a:pt x="169" y="202"/>
                  </a:lnTo>
                  <a:lnTo>
                    <a:pt x="270" y="236"/>
                  </a:lnTo>
                  <a:lnTo>
                    <a:pt x="506" y="270"/>
                  </a:lnTo>
                  <a:lnTo>
                    <a:pt x="1145" y="236"/>
                  </a:lnTo>
                  <a:lnTo>
                    <a:pt x="2324" y="169"/>
                  </a:lnTo>
                  <a:lnTo>
                    <a:pt x="2324" y="674"/>
                  </a:lnTo>
                  <a:lnTo>
                    <a:pt x="2290" y="1212"/>
                  </a:lnTo>
                  <a:lnTo>
                    <a:pt x="2459" y="1212"/>
                  </a:lnTo>
                  <a:lnTo>
                    <a:pt x="2459" y="640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39" name="Google Shape;1839;p12"/>
            <p:cNvSpPr/>
            <p:nvPr/>
          </p:nvSpPr>
          <p:spPr>
            <a:xfrm>
              <a:off x="2821195" y="4848360"/>
              <a:ext cx="135795" cy="83796"/>
            </a:xfrm>
            <a:custGeom>
              <a:avLst/>
              <a:gdLst/>
              <a:ahLst/>
              <a:cxnLst/>
              <a:rect l="l" t="t" r="r" b="b"/>
              <a:pathLst>
                <a:path w="2729" h="1684" extrusionOk="0">
                  <a:moveTo>
                    <a:pt x="1853" y="101"/>
                  </a:moveTo>
                  <a:lnTo>
                    <a:pt x="2324" y="135"/>
                  </a:lnTo>
                  <a:lnTo>
                    <a:pt x="2391" y="169"/>
                  </a:lnTo>
                  <a:lnTo>
                    <a:pt x="2459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6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6" y="1246"/>
                  </a:lnTo>
                  <a:lnTo>
                    <a:pt x="2560" y="1448"/>
                  </a:lnTo>
                  <a:lnTo>
                    <a:pt x="1449" y="1515"/>
                  </a:lnTo>
                  <a:lnTo>
                    <a:pt x="304" y="1515"/>
                  </a:lnTo>
                  <a:lnTo>
                    <a:pt x="237" y="707"/>
                  </a:lnTo>
                  <a:lnTo>
                    <a:pt x="237" y="303"/>
                  </a:lnTo>
                  <a:lnTo>
                    <a:pt x="237" y="236"/>
                  </a:lnTo>
                  <a:lnTo>
                    <a:pt x="641" y="202"/>
                  </a:lnTo>
                  <a:lnTo>
                    <a:pt x="1045" y="169"/>
                  </a:lnTo>
                  <a:lnTo>
                    <a:pt x="1449" y="135"/>
                  </a:lnTo>
                  <a:lnTo>
                    <a:pt x="1853" y="101"/>
                  </a:lnTo>
                  <a:close/>
                  <a:moveTo>
                    <a:pt x="1146" y="0"/>
                  </a:moveTo>
                  <a:lnTo>
                    <a:pt x="708" y="68"/>
                  </a:lnTo>
                  <a:lnTo>
                    <a:pt x="237" y="101"/>
                  </a:lnTo>
                  <a:lnTo>
                    <a:pt x="237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35" y="202"/>
                  </a:lnTo>
                  <a:lnTo>
                    <a:pt x="68" y="236"/>
                  </a:lnTo>
                  <a:lnTo>
                    <a:pt x="136" y="236"/>
                  </a:lnTo>
                  <a:lnTo>
                    <a:pt x="102" y="573"/>
                  </a:lnTo>
                  <a:lnTo>
                    <a:pt x="102" y="909"/>
                  </a:lnTo>
                  <a:lnTo>
                    <a:pt x="169" y="1583"/>
                  </a:lnTo>
                  <a:lnTo>
                    <a:pt x="203" y="1650"/>
                  </a:lnTo>
                  <a:lnTo>
                    <a:pt x="237" y="1684"/>
                  </a:lnTo>
                  <a:lnTo>
                    <a:pt x="1449" y="1684"/>
                  </a:lnTo>
                  <a:lnTo>
                    <a:pt x="2661" y="1583"/>
                  </a:lnTo>
                  <a:lnTo>
                    <a:pt x="2694" y="1583"/>
                  </a:lnTo>
                  <a:lnTo>
                    <a:pt x="2728" y="1515"/>
                  </a:lnTo>
                  <a:lnTo>
                    <a:pt x="2661" y="1145"/>
                  </a:lnTo>
                  <a:lnTo>
                    <a:pt x="2627" y="808"/>
                  </a:lnTo>
                  <a:lnTo>
                    <a:pt x="2627" y="438"/>
                  </a:lnTo>
                  <a:lnTo>
                    <a:pt x="2627" y="101"/>
                  </a:lnTo>
                  <a:lnTo>
                    <a:pt x="2593" y="34"/>
                  </a:lnTo>
                  <a:lnTo>
                    <a:pt x="2560" y="34"/>
                  </a:lnTo>
                  <a:lnTo>
                    <a:pt x="18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40" name="Google Shape;1840;p12"/>
            <p:cNvSpPr/>
            <p:nvPr/>
          </p:nvSpPr>
          <p:spPr>
            <a:xfrm>
              <a:off x="3880039" y="4848360"/>
              <a:ext cx="135745" cy="83796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1852" y="101"/>
                  </a:moveTo>
                  <a:lnTo>
                    <a:pt x="2323" y="135"/>
                  </a:lnTo>
                  <a:lnTo>
                    <a:pt x="2391" y="169"/>
                  </a:lnTo>
                  <a:lnTo>
                    <a:pt x="2458" y="169"/>
                  </a:lnTo>
                  <a:lnTo>
                    <a:pt x="2492" y="202"/>
                  </a:lnTo>
                  <a:lnTo>
                    <a:pt x="2492" y="270"/>
                  </a:lnTo>
                  <a:lnTo>
                    <a:pt x="2525" y="404"/>
                  </a:lnTo>
                  <a:lnTo>
                    <a:pt x="2492" y="539"/>
                  </a:lnTo>
                  <a:lnTo>
                    <a:pt x="2492" y="1010"/>
                  </a:lnTo>
                  <a:lnTo>
                    <a:pt x="2525" y="1246"/>
                  </a:lnTo>
                  <a:lnTo>
                    <a:pt x="2559" y="1448"/>
                  </a:lnTo>
                  <a:lnTo>
                    <a:pt x="1448" y="1515"/>
                  </a:lnTo>
                  <a:lnTo>
                    <a:pt x="303" y="1515"/>
                  </a:lnTo>
                  <a:lnTo>
                    <a:pt x="236" y="707"/>
                  </a:lnTo>
                  <a:lnTo>
                    <a:pt x="236" y="303"/>
                  </a:lnTo>
                  <a:lnTo>
                    <a:pt x="236" y="236"/>
                  </a:lnTo>
                  <a:lnTo>
                    <a:pt x="640" y="202"/>
                  </a:lnTo>
                  <a:lnTo>
                    <a:pt x="1044" y="169"/>
                  </a:lnTo>
                  <a:lnTo>
                    <a:pt x="1448" y="135"/>
                  </a:lnTo>
                  <a:lnTo>
                    <a:pt x="1852" y="101"/>
                  </a:lnTo>
                  <a:close/>
                  <a:moveTo>
                    <a:pt x="1145" y="0"/>
                  </a:moveTo>
                  <a:lnTo>
                    <a:pt x="707" y="68"/>
                  </a:lnTo>
                  <a:lnTo>
                    <a:pt x="236" y="101"/>
                  </a:lnTo>
                  <a:lnTo>
                    <a:pt x="236" y="34"/>
                  </a:lnTo>
                  <a:lnTo>
                    <a:pt x="169" y="34"/>
                  </a:lnTo>
                  <a:lnTo>
                    <a:pt x="169" y="101"/>
                  </a:lnTo>
                  <a:lnTo>
                    <a:pt x="34" y="101"/>
                  </a:lnTo>
                  <a:lnTo>
                    <a:pt x="0" y="169"/>
                  </a:lnTo>
                  <a:lnTo>
                    <a:pt x="34" y="202"/>
                  </a:lnTo>
                  <a:lnTo>
                    <a:pt x="68" y="236"/>
                  </a:lnTo>
                  <a:lnTo>
                    <a:pt x="135" y="236"/>
                  </a:lnTo>
                  <a:lnTo>
                    <a:pt x="101" y="573"/>
                  </a:lnTo>
                  <a:lnTo>
                    <a:pt x="101" y="909"/>
                  </a:lnTo>
                  <a:lnTo>
                    <a:pt x="169" y="1583"/>
                  </a:lnTo>
                  <a:lnTo>
                    <a:pt x="202" y="1650"/>
                  </a:lnTo>
                  <a:lnTo>
                    <a:pt x="236" y="1684"/>
                  </a:lnTo>
                  <a:lnTo>
                    <a:pt x="1448" y="1684"/>
                  </a:lnTo>
                  <a:lnTo>
                    <a:pt x="2660" y="1583"/>
                  </a:lnTo>
                  <a:lnTo>
                    <a:pt x="2694" y="1583"/>
                  </a:lnTo>
                  <a:lnTo>
                    <a:pt x="2727" y="1515"/>
                  </a:lnTo>
                  <a:lnTo>
                    <a:pt x="2660" y="1145"/>
                  </a:lnTo>
                  <a:lnTo>
                    <a:pt x="2626" y="808"/>
                  </a:lnTo>
                  <a:lnTo>
                    <a:pt x="2626" y="438"/>
                  </a:lnTo>
                  <a:lnTo>
                    <a:pt x="2626" y="101"/>
                  </a:lnTo>
                  <a:lnTo>
                    <a:pt x="2593" y="34"/>
                  </a:lnTo>
                  <a:lnTo>
                    <a:pt x="2559" y="34"/>
                  </a:lnTo>
                  <a:lnTo>
                    <a:pt x="18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41" name="Google Shape;1841;p12"/>
            <p:cNvSpPr/>
            <p:nvPr/>
          </p:nvSpPr>
          <p:spPr>
            <a:xfrm>
              <a:off x="4397692" y="5030979"/>
              <a:ext cx="48616" cy="23487"/>
            </a:xfrm>
            <a:custGeom>
              <a:avLst/>
              <a:gdLst/>
              <a:ahLst/>
              <a:cxnLst/>
              <a:rect l="l" t="t" r="r" b="b"/>
              <a:pathLst>
                <a:path w="977" h="472" extrusionOk="0">
                  <a:moveTo>
                    <a:pt x="371" y="0"/>
                  </a:moveTo>
                  <a:lnTo>
                    <a:pt x="270" y="34"/>
                  </a:lnTo>
                  <a:lnTo>
                    <a:pt x="169" y="101"/>
                  </a:lnTo>
                  <a:lnTo>
                    <a:pt x="68" y="135"/>
                  </a:lnTo>
                  <a:lnTo>
                    <a:pt x="1" y="202"/>
                  </a:lnTo>
                  <a:lnTo>
                    <a:pt x="1" y="236"/>
                  </a:lnTo>
                  <a:lnTo>
                    <a:pt x="1" y="303"/>
                  </a:lnTo>
                  <a:lnTo>
                    <a:pt x="34" y="371"/>
                  </a:lnTo>
                  <a:lnTo>
                    <a:pt x="102" y="404"/>
                  </a:lnTo>
                  <a:lnTo>
                    <a:pt x="270" y="472"/>
                  </a:lnTo>
                  <a:lnTo>
                    <a:pt x="337" y="472"/>
                  </a:lnTo>
                  <a:lnTo>
                    <a:pt x="371" y="438"/>
                  </a:lnTo>
                  <a:lnTo>
                    <a:pt x="337" y="371"/>
                  </a:lnTo>
                  <a:lnTo>
                    <a:pt x="304" y="337"/>
                  </a:lnTo>
                  <a:lnTo>
                    <a:pt x="708" y="337"/>
                  </a:lnTo>
                  <a:lnTo>
                    <a:pt x="910" y="303"/>
                  </a:lnTo>
                  <a:lnTo>
                    <a:pt x="943" y="270"/>
                  </a:lnTo>
                  <a:lnTo>
                    <a:pt x="977" y="236"/>
                  </a:lnTo>
                  <a:lnTo>
                    <a:pt x="943" y="202"/>
                  </a:lnTo>
                  <a:lnTo>
                    <a:pt x="910" y="169"/>
                  </a:lnTo>
                  <a:lnTo>
                    <a:pt x="506" y="202"/>
                  </a:lnTo>
                  <a:lnTo>
                    <a:pt x="236" y="202"/>
                  </a:lnTo>
                  <a:lnTo>
                    <a:pt x="304" y="169"/>
                  </a:lnTo>
                  <a:lnTo>
                    <a:pt x="405" y="101"/>
                  </a:lnTo>
                  <a:lnTo>
                    <a:pt x="438" y="68"/>
                  </a:lnTo>
                  <a:lnTo>
                    <a:pt x="438" y="34"/>
                  </a:lnTo>
                  <a:lnTo>
                    <a:pt x="4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42" name="Google Shape;1842;p12"/>
            <p:cNvSpPr/>
            <p:nvPr/>
          </p:nvSpPr>
          <p:spPr>
            <a:xfrm>
              <a:off x="4332357" y="4850051"/>
              <a:ext cx="135745" cy="83796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7" y="1549"/>
                  </a:lnTo>
                  <a:lnTo>
                    <a:pt x="910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4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3" y="707"/>
                  </a:lnTo>
                  <a:lnTo>
                    <a:pt x="203" y="438"/>
                  </a:lnTo>
                  <a:lnTo>
                    <a:pt x="236" y="303"/>
                  </a:lnTo>
                  <a:lnTo>
                    <a:pt x="203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1" y="67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8"/>
                  </a:lnTo>
                  <a:lnTo>
                    <a:pt x="102" y="168"/>
                  </a:lnTo>
                  <a:lnTo>
                    <a:pt x="102" y="202"/>
                  </a:lnTo>
                  <a:lnTo>
                    <a:pt x="102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2" y="1111"/>
                  </a:lnTo>
                  <a:lnTo>
                    <a:pt x="203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8" y="1549"/>
                  </a:lnTo>
                  <a:lnTo>
                    <a:pt x="2728" y="909"/>
                  </a:lnTo>
                  <a:lnTo>
                    <a:pt x="2728" y="572"/>
                  </a:lnTo>
                  <a:lnTo>
                    <a:pt x="2660" y="269"/>
                  </a:lnTo>
                  <a:lnTo>
                    <a:pt x="2627" y="168"/>
                  </a:lnTo>
                  <a:lnTo>
                    <a:pt x="2526" y="135"/>
                  </a:lnTo>
                  <a:lnTo>
                    <a:pt x="2425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43" name="Google Shape;1843;p12"/>
            <p:cNvSpPr/>
            <p:nvPr/>
          </p:nvSpPr>
          <p:spPr>
            <a:xfrm>
              <a:off x="4260304" y="4945541"/>
              <a:ext cx="206106" cy="129028"/>
            </a:xfrm>
            <a:custGeom>
              <a:avLst/>
              <a:gdLst/>
              <a:ahLst/>
              <a:cxnLst/>
              <a:rect l="l" t="t" r="r" b="b"/>
              <a:pathLst>
                <a:path w="4142" h="2593" extrusionOk="0">
                  <a:moveTo>
                    <a:pt x="2661" y="135"/>
                  </a:moveTo>
                  <a:lnTo>
                    <a:pt x="3772" y="168"/>
                  </a:lnTo>
                  <a:lnTo>
                    <a:pt x="3873" y="168"/>
                  </a:lnTo>
                  <a:lnTo>
                    <a:pt x="3940" y="269"/>
                  </a:lnTo>
                  <a:lnTo>
                    <a:pt x="3974" y="404"/>
                  </a:lnTo>
                  <a:lnTo>
                    <a:pt x="4007" y="539"/>
                  </a:lnTo>
                  <a:lnTo>
                    <a:pt x="4007" y="842"/>
                  </a:lnTo>
                  <a:lnTo>
                    <a:pt x="4007" y="1044"/>
                  </a:lnTo>
                  <a:lnTo>
                    <a:pt x="4007" y="1751"/>
                  </a:lnTo>
                  <a:lnTo>
                    <a:pt x="3974" y="2189"/>
                  </a:lnTo>
                  <a:lnTo>
                    <a:pt x="3940" y="2323"/>
                  </a:lnTo>
                  <a:lnTo>
                    <a:pt x="3873" y="2357"/>
                  </a:lnTo>
                  <a:lnTo>
                    <a:pt x="3267" y="2424"/>
                  </a:lnTo>
                  <a:lnTo>
                    <a:pt x="2021" y="2424"/>
                  </a:lnTo>
                  <a:lnTo>
                    <a:pt x="1415" y="2357"/>
                  </a:lnTo>
                  <a:lnTo>
                    <a:pt x="809" y="2323"/>
                  </a:lnTo>
                  <a:lnTo>
                    <a:pt x="506" y="2323"/>
                  </a:lnTo>
                  <a:lnTo>
                    <a:pt x="203" y="2357"/>
                  </a:lnTo>
                  <a:lnTo>
                    <a:pt x="169" y="1616"/>
                  </a:lnTo>
                  <a:lnTo>
                    <a:pt x="135" y="875"/>
                  </a:lnTo>
                  <a:lnTo>
                    <a:pt x="203" y="539"/>
                  </a:lnTo>
                  <a:lnTo>
                    <a:pt x="203" y="370"/>
                  </a:lnTo>
                  <a:lnTo>
                    <a:pt x="203" y="202"/>
                  </a:lnTo>
                  <a:lnTo>
                    <a:pt x="270" y="202"/>
                  </a:lnTo>
                  <a:lnTo>
                    <a:pt x="371" y="168"/>
                  </a:lnTo>
                  <a:lnTo>
                    <a:pt x="775" y="168"/>
                  </a:lnTo>
                  <a:lnTo>
                    <a:pt x="1415" y="135"/>
                  </a:lnTo>
                  <a:close/>
                  <a:moveTo>
                    <a:pt x="540" y="0"/>
                  </a:moveTo>
                  <a:lnTo>
                    <a:pt x="371" y="34"/>
                  </a:lnTo>
                  <a:lnTo>
                    <a:pt x="203" y="67"/>
                  </a:lnTo>
                  <a:lnTo>
                    <a:pt x="169" y="101"/>
                  </a:lnTo>
                  <a:lnTo>
                    <a:pt x="135" y="101"/>
                  </a:lnTo>
                  <a:lnTo>
                    <a:pt x="102" y="135"/>
                  </a:lnTo>
                  <a:lnTo>
                    <a:pt x="102" y="168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102" y="269"/>
                  </a:lnTo>
                  <a:lnTo>
                    <a:pt x="68" y="337"/>
                  </a:lnTo>
                  <a:lnTo>
                    <a:pt x="34" y="572"/>
                  </a:lnTo>
                  <a:lnTo>
                    <a:pt x="1" y="1010"/>
                  </a:lnTo>
                  <a:lnTo>
                    <a:pt x="1" y="1717"/>
                  </a:lnTo>
                  <a:lnTo>
                    <a:pt x="68" y="2458"/>
                  </a:lnTo>
                  <a:lnTo>
                    <a:pt x="102" y="2492"/>
                  </a:lnTo>
                  <a:lnTo>
                    <a:pt x="169" y="2525"/>
                  </a:lnTo>
                  <a:lnTo>
                    <a:pt x="641" y="2492"/>
                  </a:lnTo>
                  <a:lnTo>
                    <a:pt x="1146" y="2492"/>
                  </a:lnTo>
                  <a:lnTo>
                    <a:pt x="2122" y="2559"/>
                  </a:lnTo>
                  <a:lnTo>
                    <a:pt x="2593" y="2593"/>
                  </a:lnTo>
                  <a:lnTo>
                    <a:pt x="3065" y="2559"/>
                  </a:lnTo>
                  <a:lnTo>
                    <a:pt x="4007" y="2492"/>
                  </a:lnTo>
                  <a:lnTo>
                    <a:pt x="4041" y="2458"/>
                  </a:lnTo>
                  <a:lnTo>
                    <a:pt x="4075" y="2424"/>
                  </a:lnTo>
                  <a:lnTo>
                    <a:pt x="4108" y="1987"/>
                  </a:lnTo>
                  <a:lnTo>
                    <a:pt x="4142" y="1515"/>
                  </a:lnTo>
                  <a:lnTo>
                    <a:pt x="4142" y="606"/>
                  </a:lnTo>
                  <a:lnTo>
                    <a:pt x="4108" y="404"/>
                  </a:lnTo>
                  <a:lnTo>
                    <a:pt x="4041" y="236"/>
                  </a:lnTo>
                  <a:lnTo>
                    <a:pt x="4007" y="135"/>
                  </a:lnTo>
                  <a:lnTo>
                    <a:pt x="3940" y="101"/>
                  </a:lnTo>
                  <a:lnTo>
                    <a:pt x="3873" y="34"/>
                  </a:lnTo>
                  <a:lnTo>
                    <a:pt x="3772" y="34"/>
                  </a:lnTo>
                  <a:lnTo>
                    <a:pt x="2863" y="0"/>
                  </a:lnTo>
                  <a:lnTo>
                    <a:pt x="1920" y="0"/>
                  </a:lnTo>
                  <a:lnTo>
                    <a:pt x="910" y="34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44" name="Google Shape;1844;p12"/>
            <p:cNvSpPr/>
            <p:nvPr/>
          </p:nvSpPr>
          <p:spPr>
            <a:xfrm>
              <a:off x="2576625" y="5015902"/>
              <a:ext cx="18461" cy="35230"/>
            </a:xfrm>
            <a:custGeom>
              <a:avLst/>
              <a:gdLst/>
              <a:ahLst/>
              <a:cxnLst/>
              <a:rect l="l" t="t" r="r" b="b"/>
              <a:pathLst>
                <a:path w="371" h="708" extrusionOk="0">
                  <a:moveTo>
                    <a:pt x="303" y="0"/>
                  </a:moveTo>
                  <a:lnTo>
                    <a:pt x="270" y="34"/>
                  </a:lnTo>
                  <a:lnTo>
                    <a:pt x="135" y="135"/>
                  </a:lnTo>
                  <a:lnTo>
                    <a:pt x="0" y="270"/>
                  </a:lnTo>
                  <a:lnTo>
                    <a:pt x="0" y="337"/>
                  </a:lnTo>
                  <a:lnTo>
                    <a:pt x="34" y="371"/>
                  </a:lnTo>
                  <a:lnTo>
                    <a:pt x="68" y="371"/>
                  </a:lnTo>
                  <a:lnTo>
                    <a:pt x="202" y="270"/>
                  </a:lnTo>
                  <a:lnTo>
                    <a:pt x="202" y="270"/>
                  </a:lnTo>
                  <a:lnTo>
                    <a:pt x="169" y="640"/>
                  </a:lnTo>
                  <a:lnTo>
                    <a:pt x="202" y="674"/>
                  </a:lnTo>
                  <a:lnTo>
                    <a:pt x="236" y="707"/>
                  </a:lnTo>
                  <a:lnTo>
                    <a:pt x="303" y="674"/>
                  </a:lnTo>
                  <a:lnTo>
                    <a:pt x="303" y="640"/>
                  </a:lnTo>
                  <a:lnTo>
                    <a:pt x="337" y="371"/>
                  </a:lnTo>
                  <a:lnTo>
                    <a:pt x="371" y="101"/>
                  </a:lnTo>
                  <a:lnTo>
                    <a:pt x="371" y="34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45" name="Google Shape;1845;p12"/>
            <p:cNvSpPr/>
            <p:nvPr/>
          </p:nvSpPr>
          <p:spPr>
            <a:xfrm>
              <a:off x="4037479" y="4853385"/>
              <a:ext cx="132411" cy="82154"/>
            </a:xfrm>
            <a:custGeom>
              <a:avLst/>
              <a:gdLst/>
              <a:ahLst/>
              <a:cxnLst/>
              <a:rect l="l" t="t" r="r" b="b"/>
              <a:pathLst>
                <a:path w="2661" h="1651" extrusionOk="0">
                  <a:moveTo>
                    <a:pt x="944" y="135"/>
                  </a:moveTo>
                  <a:lnTo>
                    <a:pt x="1954" y="169"/>
                  </a:lnTo>
                  <a:lnTo>
                    <a:pt x="2257" y="169"/>
                  </a:lnTo>
                  <a:lnTo>
                    <a:pt x="2358" y="202"/>
                  </a:lnTo>
                  <a:lnTo>
                    <a:pt x="2425" y="236"/>
                  </a:lnTo>
                  <a:lnTo>
                    <a:pt x="2459" y="303"/>
                  </a:lnTo>
                  <a:lnTo>
                    <a:pt x="2459" y="438"/>
                  </a:lnTo>
                  <a:lnTo>
                    <a:pt x="2459" y="573"/>
                  </a:lnTo>
                  <a:lnTo>
                    <a:pt x="2425" y="808"/>
                  </a:lnTo>
                  <a:lnTo>
                    <a:pt x="2425" y="1111"/>
                  </a:lnTo>
                  <a:lnTo>
                    <a:pt x="2459" y="1246"/>
                  </a:lnTo>
                  <a:lnTo>
                    <a:pt x="2492" y="1381"/>
                  </a:lnTo>
                  <a:lnTo>
                    <a:pt x="2021" y="1414"/>
                  </a:lnTo>
                  <a:lnTo>
                    <a:pt x="1516" y="1414"/>
                  </a:lnTo>
                  <a:lnTo>
                    <a:pt x="1112" y="1448"/>
                  </a:lnTo>
                  <a:lnTo>
                    <a:pt x="674" y="1515"/>
                  </a:lnTo>
                  <a:lnTo>
                    <a:pt x="439" y="1482"/>
                  </a:lnTo>
                  <a:lnTo>
                    <a:pt x="203" y="1414"/>
                  </a:lnTo>
                  <a:lnTo>
                    <a:pt x="169" y="1381"/>
                  </a:lnTo>
                  <a:lnTo>
                    <a:pt x="136" y="1347"/>
                  </a:lnTo>
                  <a:lnTo>
                    <a:pt x="136" y="1179"/>
                  </a:lnTo>
                  <a:lnTo>
                    <a:pt x="136" y="909"/>
                  </a:lnTo>
                  <a:lnTo>
                    <a:pt x="136" y="573"/>
                  </a:lnTo>
                  <a:lnTo>
                    <a:pt x="102" y="236"/>
                  </a:lnTo>
                  <a:lnTo>
                    <a:pt x="136" y="236"/>
                  </a:lnTo>
                  <a:lnTo>
                    <a:pt x="237" y="169"/>
                  </a:lnTo>
                  <a:lnTo>
                    <a:pt x="338" y="135"/>
                  </a:lnTo>
                  <a:close/>
                  <a:moveTo>
                    <a:pt x="304" y="0"/>
                  </a:moveTo>
                  <a:lnTo>
                    <a:pt x="203" y="34"/>
                  </a:lnTo>
                  <a:lnTo>
                    <a:pt x="102" y="101"/>
                  </a:lnTo>
                  <a:lnTo>
                    <a:pt x="102" y="34"/>
                  </a:lnTo>
                  <a:lnTo>
                    <a:pt x="35" y="34"/>
                  </a:lnTo>
                  <a:lnTo>
                    <a:pt x="1" y="337"/>
                  </a:lnTo>
                  <a:lnTo>
                    <a:pt x="1" y="640"/>
                  </a:lnTo>
                  <a:lnTo>
                    <a:pt x="1" y="1246"/>
                  </a:lnTo>
                  <a:lnTo>
                    <a:pt x="35" y="1347"/>
                  </a:lnTo>
                  <a:lnTo>
                    <a:pt x="68" y="1448"/>
                  </a:lnTo>
                  <a:lnTo>
                    <a:pt x="136" y="1515"/>
                  </a:lnTo>
                  <a:lnTo>
                    <a:pt x="237" y="1583"/>
                  </a:lnTo>
                  <a:lnTo>
                    <a:pt x="472" y="1616"/>
                  </a:lnTo>
                  <a:lnTo>
                    <a:pt x="742" y="1650"/>
                  </a:lnTo>
                  <a:lnTo>
                    <a:pt x="1280" y="1583"/>
                  </a:lnTo>
                  <a:lnTo>
                    <a:pt x="1617" y="1549"/>
                  </a:lnTo>
                  <a:lnTo>
                    <a:pt x="2257" y="1549"/>
                  </a:lnTo>
                  <a:lnTo>
                    <a:pt x="2593" y="1515"/>
                  </a:lnTo>
                  <a:lnTo>
                    <a:pt x="2661" y="1482"/>
                  </a:lnTo>
                  <a:lnTo>
                    <a:pt x="2661" y="1448"/>
                  </a:lnTo>
                  <a:lnTo>
                    <a:pt x="2661" y="1414"/>
                  </a:lnTo>
                  <a:lnTo>
                    <a:pt x="2593" y="1246"/>
                  </a:lnTo>
                  <a:lnTo>
                    <a:pt x="2560" y="1078"/>
                  </a:lnTo>
                  <a:lnTo>
                    <a:pt x="2560" y="741"/>
                  </a:lnTo>
                  <a:lnTo>
                    <a:pt x="2593" y="539"/>
                  </a:lnTo>
                  <a:lnTo>
                    <a:pt x="2593" y="371"/>
                  </a:lnTo>
                  <a:lnTo>
                    <a:pt x="2560" y="202"/>
                  </a:lnTo>
                  <a:lnTo>
                    <a:pt x="2459" y="34"/>
                  </a:lnTo>
                  <a:lnTo>
                    <a:pt x="2425" y="34"/>
                  </a:lnTo>
                  <a:lnTo>
                    <a:pt x="2391" y="0"/>
                  </a:lnTo>
                  <a:lnTo>
                    <a:pt x="2055" y="34"/>
                  </a:lnTo>
                  <a:lnTo>
                    <a:pt x="1718" y="34"/>
                  </a:lnTo>
                  <a:lnTo>
                    <a:pt x="101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46" name="Google Shape;1846;p12"/>
            <p:cNvSpPr/>
            <p:nvPr/>
          </p:nvSpPr>
          <p:spPr>
            <a:xfrm>
              <a:off x="2590011" y="5091288"/>
              <a:ext cx="129077" cy="55333"/>
            </a:xfrm>
            <a:custGeom>
              <a:avLst/>
              <a:gdLst/>
              <a:ahLst/>
              <a:cxnLst/>
              <a:rect l="l" t="t" r="r" b="b"/>
              <a:pathLst>
                <a:path w="2594" h="1112" extrusionOk="0">
                  <a:moveTo>
                    <a:pt x="472" y="0"/>
                  </a:moveTo>
                  <a:lnTo>
                    <a:pt x="102" y="68"/>
                  </a:lnTo>
                  <a:lnTo>
                    <a:pt x="102" y="101"/>
                  </a:lnTo>
                  <a:lnTo>
                    <a:pt x="68" y="101"/>
                  </a:lnTo>
                  <a:lnTo>
                    <a:pt x="34" y="135"/>
                  </a:lnTo>
                  <a:lnTo>
                    <a:pt x="1" y="640"/>
                  </a:lnTo>
                  <a:lnTo>
                    <a:pt x="1" y="1111"/>
                  </a:lnTo>
                  <a:lnTo>
                    <a:pt x="135" y="1111"/>
                  </a:lnTo>
                  <a:lnTo>
                    <a:pt x="135" y="741"/>
                  </a:lnTo>
                  <a:lnTo>
                    <a:pt x="169" y="472"/>
                  </a:lnTo>
                  <a:lnTo>
                    <a:pt x="135" y="337"/>
                  </a:lnTo>
                  <a:lnTo>
                    <a:pt x="102" y="202"/>
                  </a:lnTo>
                  <a:lnTo>
                    <a:pt x="135" y="202"/>
                  </a:lnTo>
                  <a:lnTo>
                    <a:pt x="438" y="169"/>
                  </a:lnTo>
                  <a:lnTo>
                    <a:pt x="741" y="135"/>
                  </a:lnTo>
                  <a:lnTo>
                    <a:pt x="2088" y="135"/>
                  </a:lnTo>
                  <a:lnTo>
                    <a:pt x="2223" y="169"/>
                  </a:lnTo>
                  <a:lnTo>
                    <a:pt x="2324" y="236"/>
                  </a:lnTo>
                  <a:lnTo>
                    <a:pt x="2391" y="337"/>
                  </a:lnTo>
                  <a:lnTo>
                    <a:pt x="2459" y="505"/>
                  </a:lnTo>
                  <a:lnTo>
                    <a:pt x="2459" y="707"/>
                  </a:lnTo>
                  <a:lnTo>
                    <a:pt x="2459" y="1111"/>
                  </a:lnTo>
                  <a:lnTo>
                    <a:pt x="2593" y="1111"/>
                  </a:lnTo>
                  <a:lnTo>
                    <a:pt x="2593" y="640"/>
                  </a:lnTo>
                  <a:lnTo>
                    <a:pt x="2560" y="404"/>
                  </a:lnTo>
                  <a:lnTo>
                    <a:pt x="2492" y="202"/>
                  </a:lnTo>
                  <a:lnTo>
                    <a:pt x="2425" y="135"/>
                  </a:lnTo>
                  <a:lnTo>
                    <a:pt x="2324" y="68"/>
                  </a:lnTo>
                  <a:lnTo>
                    <a:pt x="2223" y="34"/>
                  </a:lnTo>
                  <a:lnTo>
                    <a:pt x="212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47" name="Google Shape;1847;p12"/>
            <p:cNvSpPr/>
            <p:nvPr/>
          </p:nvSpPr>
          <p:spPr>
            <a:xfrm>
              <a:off x="2518008" y="4947183"/>
              <a:ext cx="124002" cy="129077"/>
            </a:xfrm>
            <a:custGeom>
              <a:avLst/>
              <a:gdLst/>
              <a:ahLst/>
              <a:cxnLst/>
              <a:rect l="l" t="t" r="r" b="b"/>
              <a:pathLst>
                <a:path w="2492" h="2594" extrusionOk="0">
                  <a:moveTo>
                    <a:pt x="2222" y="135"/>
                  </a:moveTo>
                  <a:lnTo>
                    <a:pt x="2289" y="169"/>
                  </a:lnTo>
                  <a:lnTo>
                    <a:pt x="2323" y="203"/>
                  </a:lnTo>
                  <a:lnTo>
                    <a:pt x="2357" y="236"/>
                  </a:lnTo>
                  <a:lnTo>
                    <a:pt x="2357" y="337"/>
                  </a:lnTo>
                  <a:lnTo>
                    <a:pt x="2357" y="842"/>
                  </a:lnTo>
                  <a:lnTo>
                    <a:pt x="2323" y="1348"/>
                  </a:lnTo>
                  <a:lnTo>
                    <a:pt x="2323" y="1853"/>
                  </a:lnTo>
                  <a:lnTo>
                    <a:pt x="2357" y="2358"/>
                  </a:lnTo>
                  <a:lnTo>
                    <a:pt x="2087" y="2425"/>
                  </a:lnTo>
                  <a:lnTo>
                    <a:pt x="1818" y="2459"/>
                  </a:lnTo>
                  <a:lnTo>
                    <a:pt x="1246" y="2425"/>
                  </a:lnTo>
                  <a:lnTo>
                    <a:pt x="707" y="2391"/>
                  </a:lnTo>
                  <a:lnTo>
                    <a:pt x="438" y="2358"/>
                  </a:lnTo>
                  <a:lnTo>
                    <a:pt x="269" y="2324"/>
                  </a:lnTo>
                  <a:lnTo>
                    <a:pt x="202" y="2257"/>
                  </a:lnTo>
                  <a:lnTo>
                    <a:pt x="135" y="2021"/>
                  </a:lnTo>
                  <a:lnTo>
                    <a:pt x="135" y="1752"/>
                  </a:lnTo>
                  <a:lnTo>
                    <a:pt x="135" y="1247"/>
                  </a:lnTo>
                  <a:lnTo>
                    <a:pt x="168" y="708"/>
                  </a:lnTo>
                  <a:lnTo>
                    <a:pt x="202" y="169"/>
                  </a:lnTo>
                  <a:lnTo>
                    <a:pt x="1279" y="169"/>
                  </a:lnTo>
                  <a:lnTo>
                    <a:pt x="1919" y="135"/>
                  </a:lnTo>
                  <a:close/>
                  <a:moveTo>
                    <a:pt x="135" y="1"/>
                  </a:moveTo>
                  <a:lnTo>
                    <a:pt x="101" y="34"/>
                  </a:lnTo>
                  <a:lnTo>
                    <a:pt x="67" y="68"/>
                  </a:lnTo>
                  <a:lnTo>
                    <a:pt x="67" y="102"/>
                  </a:lnTo>
                  <a:lnTo>
                    <a:pt x="101" y="135"/>
                  </a:lnTo>
                  <a:lnTo>
                    <a:pt x="34" y="438"/>
                  </a:lnTo>
                  <a:lnTo>
                    <a:pt x="0" y="741"/>
                  </a:lnTo>
                  <a:lnTo>
                    <a:pt x="0" y="1348"/>
                  </a:lnTo>
                  <a:lnTo>
                    <a:pt x="34" y="2021"/>
                  </a:lnTo>
                  <a:lnTo>
                    <a:pt x="34" y="2189"/>
                  </a:lnTo>
                  <a:lnTo>
                    <a:pt x="67" y="2290"/>
                  </a:lnTo>
                  <a:lnTo>
                    <a:pt x="101" y="2358"/>
                  </a:lnTo>
                  <a:lnTo>
                    <a:pt x="135" y="2391"/>
                  </a:lnTo>
                  <a:lnTo>
                    <a:pt x="168" y="2425"/>
                  </a:lnTo>
                  <a:lnTo>
                    <a:pt x="303" y="2459"/>
                  </a:lnTo>
                  <a:lnTo>
                    <a:pt x="673" y="2492"/>
                  </a:lnTo>
                  <a:lnTo>
                    <a:pt x="1044" y="2560"/>
                  </a:lnTo>
                  <a:lnTo>
                    <a:pt x="1751" y="2593"/>
                  </a:lnTo>
                  <a:lnTo>
                    <a:pt x="2121" y="2560"/>
                  </a:lnTo>
                  <a:lnTo>
                    <a:pt x="2289" y="2526"/>
                  </a:lnTo>
                  <a:lnTo>
                    <a:pt x="2458" y="2492"/>
                  </a:lnTo>
                  <a:lnTo>
                    <a:pt x="2491" y="2459"/>
                  </a:lnTo>
                  <a:lnTo>
                    <a:pt x="2491" y="2391"/>
                  </a:lnTo>
                  <a:lnTo>
                    <a:pt x="2458" y="2122"/>
                  </a:lnTo>
                  <a:lnTo>
                    <a:pt x="2458" y="1819"/>
                  </a:lnTo>
                  <a:lnTo>
                    <a:pt x="2458" y="1247"/>
                  </a:lnTo>
                  <a:lnTo>
                    <a:pt x="2491" y="674"/>
                  </a:lnTo>
                  <a:lnTo>
                    <a:pt x="2491" y="102"/>
                  </a:lnTo>
                  <a:lnTo>
                    <a:pt x="2491" y="68"/>
                  </a:lnTo>
                  <a:lnTo>
                    <a:pt x="2424" y="34"/>
                  </a:lnTo>
                  <a:lnTo>
                    <a:pt x="1852" y="1"/>
                  </a:lnTo>
                  <a:lnTo>
                    <a:pt x="1279" y="1"/>
                  </a:lnTo>
                  <a:lnTo>
                    <a:pt x="707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48" name="Google Shape;1848;p12"/>
            <p:cNvSpPr/>
            <p:nvPr/>
          </p:nvSpPr>
          <p:spPr>
            <a:xfrm>
              <a:off x="3462851" y="5089596"/>
              <a:ext cx="124052" cy="57025"/>
            </a:xfrm>
            <a:custGeom>
              <a:avLst/>
              <a:gdLst/>
              <a:ahLst/>
              <a:cxnLst/>
              <a:rect l="l" t="t" r="r" b="b"/>
              <a:pathLst>
                <a:path w="2493" h="1146" extrusionOk="0">
                  <a:moveTo>
                    <a:pt x="169" y="1"/>
                  </a:moveTo>
                  <a:lnTo>
                    <a:pt x="102" y="34"/>
                  </a:lnTo>
                  <a:lnTo>
                    <a:pt x="102" y="68"/>
                  </a:lnTo>
                  <a:lnTo>
                    <a:pt x="102" y="102"/>
                  </a:lnTo>
                  <a:lnTo>
                    <a:pt x="102" y="135"/>
                  </a:lnTo>
                  <a:lnTo>
                    <a:pt x="68" y="371"/>
                  </a:lnTo>
                  <a:lnTo>
                    <a:pt x="35" y="640"/>
                  </a:lnTo>
                  <a:lnTo>
                    <a:pt x="1" y="1145"/>
                  </a:lnTo>
                  <a:lnTo>
                    <a:pt x="136" y="1145"/>
                  </a:lnTo>
                  <a:lnTo>
                    <a:pt x="203" y="169"/>
                  </a:lnTo>
                  <a:lnTo>
                    <a:pt x="1314" y="169"/>
                  </a:lnTo>
                  <a:lnTo>
                    <a:pt x="1920" y="135"/>
                  </a:lnTo>
                  <a:lnTo>
                    <a:pt x="2223" y="135"/>
                  </a:lnTo>
                  <a:lnTo>
                    <a:pt x="2290" y="169"/>
                  </a:lnTo>
                  <a:lnTo>
                    <a:pt x="2324" y="203"/>
                  </a:lnTo>
                  <a:lnTo>
                    <a:pt x="2358" y="236"/>
                  </a:lnTo>
                  <a:lnTo>
                    <a:pt x="2391" y="337"/>
                  </a:lnTo>
                  <a:lnTo>
                    <a:pt x="2358" y="1145"/>
                  </a:lnTo>
                  <a:lnTo>
                    <a:pt x="2459" y="1145"/>
                  </a:lnTo>
                  <a:lnTo>
                    <a:pt x="2492" y="640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9" y="34"/>
                  </a:lnTo>
                  <a:lnTo>
                    <a:pt x="1886" y="1"/>
                  </a:lnTo>
                  <a:lnTo>
                    <a:pt x="1314" y="34"/>
                  </a:lnTo>
                  <a:lnTo>
                    <a:pt x="742" y="34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49" name="Google Shape;1849;p12"/>
            <p:cNvSpPr/>
            <p:nvPr/>
          </p:nvSpPr>
          <p:spPr>
            <a:xfrm>
              <a:off x="2370569" y="5084570"/>
              <a:ext cx="211132" cy="62051"/>
            </a:xfrm>
            <a:custGeom>
              <a:avLst/>
              <a:gdLst/>
              <a:ahLst/>
              <a:cxnLst/>
              <a:rect l="l" t="t" r="r" b="b"/>
              <a:pathLst>
                <a:path w="4243" h="1247" extrusionOk="0">
                  <a:moveTo>
                    <a:pt x="3333" y="1"/>
                  </a:moveTo>
                  <a:lnTo>
                    <a:pt x="3098" y="34"/>
                  </a:lnTo>
                  <a:lnTo>
                    <a:pt x="2727" y="68"/>
                  </a:lnTo>
                  <a:lnTo>
                    <a:pt x="2155" y="102"/>
                  </a:lnTo>
                  <a:lnTo>
                    <a:pt x="1044" y="102"/>
                  </a:lnTo>
                  <a:lnTo>
                    <a:pt x="505" y="135"/>
                  </a:lnTo>
                  <a:lnTo>
                    <a:pt x="303" y="169"/>
                  </a:lnTo>
                  <a:lnTo>
                    <a:pt x="202" y="236"/>
                  </a:lnTo>
                  <a:lnTo>
                    <a:pt x="101" y="371"/>
                  </a:lnTo>
                  <a:lnTo>
                    <a:pt x="34" y="506"/>
                  </a:lnTo>
                  <a:lnTo>
                    <a:pt x="0" y="708"/>
                  </a:lnTo>
                  <a:lnTo>
                    <a:pt x="0" y="876"/>
                  </a:lnTo>
                  <a:lnTo>
                    <a:pt x="0" y="1246"/>
                  </a:lnTo>
                  <a:lnTo>
                    <a:pt x="169" y="1246"/>
                  </a:lnTo>
                  <a:lnTo>
                    <a:pt x="169" y="842"/>
                  </a:lnTo>
                  <a:lnTo>
                    <a:pt x="202" y="573"/>
                  </a:lnTo>
                  <a:lnTo>
                    <a:pt x="236" y="438"/>
                  </a:lnTo>
                  <a:lnTo>
                    <a:pt x="303" y="337"/>
                  </a:lnTo>
                  <a:lnTo>
                    <a:pt x="371" y="304"/>
                  </a:lnTo>
                  <a:lnTo>
                    <a:pt x="505" y="270"/>
                  </a:lnTo>
                  <a:lnTo>
                    <a:pt x="1650" y="270"/>
                  </a:lnTo>
                  <a:lnTo>
                    <a:pt x="2593" y="236"/>
                  </a:lnTo>
                  <a:lnTo>
                    <a:pt x="2963" y="203"/>
                  </a:lnTo>
                  <a:lnTo>
                    <a:pt x="3434" y="169"/>
                  </a:lnTo>
                  <a:lnTo>
                    <a:pt x="3636" y="203"/>
                  </a:lnTo>
                  <a:lnTo>
                    <a:pt x="3838" y="270"/>
                  </a:lnTo>
                  <a:lnTo>
                    <a:pt x="3973" y="371"/>
                  </a:lnTo>
                  <a:lnTo>
                    <a:pt x="4007" y="438"/>
                  </a:lnTo>
                  <a:lnTo>
                    <a:pt x="4040" y="539"/>
                  </a:lnTo>
                  <a:lnTo>
                    <a:pt x="4074" y="876"/>
                  </a:lnTo>
                  <a:lnTo>
                    <a:pt x="4040" y="1246"/>
                  </a:lnTo>
                  <a:lnTo>
                    <a:pt x="4242" y="1246"/>
                  </a:lnTo>
                  <a:lnTo>
                    <a:pt x="4242" y="842"/>
                  </a:lnTo>
                  <a:lnTo>
                    <a:pt x="4175" y="438"/>
                  </a:lnTo>
                  <a:lnTo>
                    <a:pt x="4175" y="337"/>
                  </a:lnTo>
                  <a:lnTo>
                    <a:pt x="4108" y="270"/>
                  </a:lnTo>
                  <a:lnTo>
                    <a:pt x="3973" y="135"/>
                  </a:lnTo>
                  <a:lnTo>
                    <a:pt x="3771" y="68"/>
                  </a:lnTo>
                  <a:lnTo>
                    <a:pt x="3569" y="34"/>
                  </a:lnTo>
                  <a:lnTo>
                    <a:pt x="333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50" name="Google Shape;1850;p12"/>
            <p:cNvSpPr/>
            <p:nvPr/>
          </p:nvSpPr>
          <p:spPr>
            <a:xfrm>
              <a:off x="3586853" y="5024261"/>
              <a:ext cx="23487" cy="26870"/>
            </a:xfrm>
            <a:custGeom>
              <a:avLst/>
              <a:gdLst/>
              <a:ahLst/>
              <a:cxnLst/>
              <a:rect l="l" t="t" r="r" b="b"/>
              <a:pathLst>
                <a:path w="472" h="540" extrusionOk="0">
                  <a:moveTo>
                    <a:pt x="303" y="102"/>
                  </a:moveTo>
                  <a:lnTo>
                    <a:pt x="337" y="169"/>
                  </a:lnTo>
                  <a:lnTo>
                    <a:pt x="303" y="203"/>
                  </a:lnTo>
                  <a:lnTo>
                    <a:pt x="169" y="135"/>
                  </a:lnTo>
                  <a:lnTo>
                    <a:pt x="236" y="102"/>
                  </a:lnTo>
                  <a:close/>
                  <a:moveTo>
                    <a:pt x="169" y="1"/>
                  </a:moveTo>
                  <a:lnTo>
                    <a:pt x="68" y="34"/>
                  </a:lnTo>
                  <a:lnTo>
                    <a:pt x="0" y="135"/>
                  </a:lnTo>
                  <a:lnTo>
                    <a:pt x="0" y="203"/>
                  </a:lnTo>
                  <a:lnTo>
                    <a:pt x="34" y="236"/>
                  </a:lnTo>
                  <a:lnTo>
                    <a:pt x="202" y="270"/>
                  </a:lnTo>
                  <a:lnTo>
                    <a:pt x="202" y="304"/>
                  </a:lnTo>
                  <a:lnTo>
                    <a:pt x="270" y="304"/>
                  </a:lnTo>
                  <a:lnTo>
                    <a:pt x="169" y="337"/>
                  </a:lnTo>
                  <a:lnTo>
                    <a:pt x="101" y="405"/>
                  </a:lnTo>
                  <a:lnTo>
                    <a:pt x="68" y="438"/>
                  </a:lnTo>
                  <a:lnTo>
                    <a:pt x="101" y="506"/>
                  </a:lnTo>
                  <a:lnTo>
                    <a:pt x="270" y="539"/>
                  </a:lnTo>
                  <a:lnTo>
                    <a:pt x="404" y="506"/>
                  </a:lnTo>
                  <a:lnTo>
                    <a:pt x="438" y="506"/>
                  </a:lnTo>
                  <a:lnTo>
                    <a:pt x="472" y="472"/>
                  </a:lnTo>
                  <a:lnTo>
                    <a:pt x="438" y="337"/>
                  </a:lnTo>
                  <a:lnTo>
                    <a:pt x="371" y="236"/>
                  </a:lnTo>
                  <a:lnTo>
                    <a:pt x="438" y="203"/>
                  </a:lnTo>
                  <a:lnTo>
                    <a:pt x="438" y="102"/>
                  </a:lnTo>
                  <a:lnTo>
                    <a:pt x="371" y="34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51" name="Google Shape;1851;p12"/>
            <p:cNvSpPr/>
            <p:nvPr/>
          </p:nvSpPr>
          <p:spPr>
            <a:xfrm>
              <a:off x="3313770" y="5089596"/>
              <a:ext cx="124002" cy="57025"/>
            </a:xfrm>
            <a:custGeom>
              <a:avLst/>
              <a:gdLst/>
              <a:ahLst/>
              <a:cxnLst/>
              <a:rect l="l" t="t" r="r" b="b"/>
              <a:pathLst>
                <a:path w="2492" h="1146" extrusionOk="0">
                  <a:moveTo>
                    <a:pt x="1280" y="1"/>
                  </a:moveTo>
                  <a:lnTo>
                    <a:pt x="135" y="102"/>
                  </a:lnTo>
                  <a:lnTo>
                    <a:pt x="101" y="135"/>
                  </a:lnTo>
                  <a:lnTo>
                    <a:pt x="68" y="169"/>
                  </a:lnTo>
                  <a:lnTo>
                    <a:pt x="68" y="203"/>
                  </a:lnTo>
                  <a:lnTo>
                    <a:pt x="101" y="236"/>
                  </a:lnTo>
                  <a:lnTo>
                    <a:pt x="135" y="236"/>
                  </a:lnTo>
                  <a:lnTo>
                    <a:pt x="68" y="472"/>
                  </a:lnTo>
                  <a:lnTo>
                    <a:pt x="34" y="708"/>
                  </a:lnTo>
                  <a:lnTo>
                    <a:pt x="0" y="1145"/>
                  </a:lnTo>
                  <a:lnTo>
                    <a:pt x="135" y="1145"/>
                  </a:lnTo>
                  <a:lnTo>
                    <a:pt x="135" y="708"/>
                  </a:lnTo>
                  <a:lnTo>
                    <a:pt x="202" y="270"/>
                  </a:lnTo>
                  <a:lnTo>
                    <a:pt x="236" y="270"/>
                  </a:lnTo>
                  <a:lnTo>
                    <a:pt x="270" y="236"/>
                  </a:lnTo>
                  <a:lnTo>
                    <a:pt x="876" y="203"/>
                  </a:lnTo>
                  <a:lnTo>
                    <a:pt x="1515" y="135"/>
                  </a:lnTo>
                  <a:lnTo>
                    <a:pt x="1886" y="135"/>
                  </a:lnTo>
                  <a:lnTo>
                    <a:pt x="2290" y="169"/>
                  </a:lnTo>
                  <a:lnTo>
                    <a:pt x="2323" y="203"/>
                  </a:lnTo>
                  <a:lnTo>
                    <a:pt x="2357" y="270"/>
                  </a:lnTo>
                  <a:lnTo>
                    <a:pt x="2357" y="539"/>
                  </a:lnTo>
                  <a:lnTo>
                    <a:pt x="2357" y="1011"/>
                  </a:lnTo>
                  <a:lnTo>
                    <a:pt x="2357" y="1145"/>
                  </a:lnTo>
                  <a:lnTo>
                    <a:pt x="2492" y="1145"/>
                  </a:lnTo>
                  <a:lnTo>
                    <a:pt x="2492" y="102"/>
                  </a:lnTo>
                  <a:lnTo>
                    <a:pt x="2492" y="68"/>
                  </a:lnTo>
                  <a:lnTo>
                    <a:pt x="2458" y="34"/>
                  </a:lnTo>
                  <a:lnTo>
                    <a:pt x="215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52" name="Google Shape;1852;p12"/>
            <p:cNvSpPr/>
            <p:nvPr/>
          </p:nvSpPr>
          <p:spPr>
            <a:xfrm>
              <a:off x="3444439" y="5022569"/>
              <a:ext cx="18461" cy="30204"/>
            </a:xfrm>
            <a:custGeom>
              <a:avLst/>
              <a:gdLst/>
              <a:ahLst/>
              <a:cxnLst/>
              <a:rect l="l" t="t" r="r" b="b"/>
              <a:pathLst>
                <a:path w="371" h="607" extrusionOk="0">
                  <a:moveTo>
                    <a:pt x="169" y="1"/>
                  </a:moveTo>
                  <a:lnTo>
                    <a:pt x="0" y="68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236" y="136"/>
                  </a:lnTo>
                  <a:lnTo>
                    <a:pt x="68" y="439"/>
                  </a:lnTo>
                  <a:lnTo>
                    <a:pt x="34" y="573"/>
                  </a:lnTo>
                  <a:lnTo>
                    <a:pt x="68" y="607"/>
                  </a:lnTo>
                  <a:lnTo>
                    <a:pt x="169" y="607"/>
                  </a:lnTo>
                  <a:lnTo>
                    <a:pt x="202" y="540"/>
                  </a:lnTo>
                  <a:lnTo>
                    <a:pt x="236" y="439"/>
                  </a:lnTo>
                  <a:lnTo>
                    <a:pt x="303" y="270"/>
                  </a:lnTo>
                  <a:lnTo>
                    <a:pt x="371" y="68"/>
                  </a:lnTo>
                  <a:lnTo>
                    <a:pt x="371" y="35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53" name="Google Shape;1853;p12"/>
            <p:cNvSpPr/>
            <p:nvPr/>
          </p:nvSpPr>
          <p:spPr>
            <a:xfrm>
              <a:off x="2866477" y="5020927"/>
              <a:ext cx="25179" cy="31846"/>
            </a:xfrm>
            <a:custGeom>
              <a:avLst/>
              <a:gdLst/>
              <a:ahLst/>
              <a:cxnLst/>
              <a:rect l="l" t="t" r="r" b="b"/>
              <a:pathLst>
                <a:path w="506" h="640" extrusionOk="0">
                  <a:moveTo>
                    <a:pt x="202" y="0"/>
                  </a:moveTo>
                  <a:lnTo>
                    <a:pt x="34" y="135"/>
                  </a:lnTo>
                  <a:lnTo>
                    <a:pt x="0" y="169"/>
                  </a:lnTo>
                  <a:lnTo>
                    <a:pt x="135" y="169"/>
                  </a:lnTo>
                  <a:lnTo>
                    <a:pt x="202" y="135"/>
                  </a:lnTo>
                  <a:lnTo>
                    <a:pt x="236" y="169"/>
                  </a:lnTo>
                  <a:lnTo>
                    <a:pt x="135" y="236"/>
                  </a:lnTo>
                  <a:lnTo>
                    <a:pt x="34" y="303"/>
                  </a:lnTo>
                  <a:lnTo>
                    <a:pt x="0" y="337"/>
                  </a:lnTo>
                  <a:lnTo>
                    <a:pt x="0" y="404"/>
                  </a:lnTo>
                  <a:lnTo>
                    <a:pt x="34" y="438"/>
                  </a:lnTo>
                  <a:lnTo>
                    <a:pt x="67" y="438"/>
                  </a:lnTo>
                  <a:lnTo>
                    <a:pt x="202" y="404"/>
                  </a:lnTo>
                  <a:lnTo>
                    <a:pt x="337" y="404"/>
                  </a:lnTo>
                  <a:lnTo>
                    <a:pt x="269" y="472"/>
                  </a:lnTo>
                  <a:lnTo>
                    <a:pt x="135" y="505"/>
                  </a:lnTo>
                  <a:lnTo>
                    <a:pt x="101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135" y="640"/>
                  </a:lnTo>
                  <a:lnTo>
                    <a:pt x="269" y="606"/>
                  </a:lnTo>
                  <a:lnTo>
                    <a:pt x="337" y="573"/>
                  </a:lnTo>
                  <a:lnTo>
                    <a:pt x="438" y="505"/>
                  </a:lnTo>
                  <a:lnTo>
                    <a:pt x="505" y="438"/>
                  </a:lnTo>
                  <a:lnTo>
                    <a:pt x="505" y="371"/>
                  </a:lnTo>
                  <a:lnTo>
                    <a:pt x="471" y="337"/>
                  </a:lnTo>
                  <a:lnTo>
                    <a:pt x="370" y="303"/>
                  </a:lnTo>
                  <a:lnTo>
                    <a:pt x="269" y="270"/>
                  </a:lnTo>
                  <a:lnTo>
                    <a:pt x="337" y="202"/>
                  </a:lnTo>
                  <a:lnTo>
                    <a:pt x="370" y="169"/>
                  </a:lnTo>
                  <a:lnTo>
                    <a:pt x="269" y="34"/>
                  </a:lnTo>
                  <a:lnTo>
                    <a:pt x="26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54" name="Google Shape;1854;p12"/>
            <p:cNvSpPr/>
            <p:nvPr/>
          </p:nvSpPr>
          <p:spPr>
            <a:xfrm>
              <a:off x="2811144" y="4943849"/>
              <a:ext cx="122360" cy="127386"/>
            </a:xfrm>
            <a:custGeom>
              <a:avLst/>
              <a:gdLst/>
              <a:ahLst/>
              <a:cxnLst/>
              <a:rect l="l" t="t" r="r" b="b"/>
              <a:pathLst>
                <a:path w="2459" h="2560" extrusionOk="0">
                  <a:moveTo>
                    <a:pt x="2324" y="135"/>
                  </a:moveTo>
                  <a:lnTo>
                    <a:pt x="2324" y="707"/>
                  </a:lnTo>
                  <a:lnTo>
                    <a:pt x="2290" y="1280"/>
                  </a:lnTo>
                  <a:lnTo>
                    <a:pt x="2257" y="1819"/>
                  </a:lnTo>
                  <a:lnTo>
                    <a:pt x="2290" y="2391"/>
                  </a:lnTo>
                  <a:lnTo>
                    <a:pt x="1213" y="2391"/>
                  </a:lnTo>
                  <a:lnTo>
                    <a:pt x="169" y="2425"/>
                  </a:lnTo>
                  <a:lnTo>
                    <a:pt x="169" y="2054"/>
                  </a:lnTo>
                  <a:lnTo>
                    <a:pt x="169" y="1718"/>
                  </a:lnTo>
                  <a:lnTo>
                    <a:pt x="203" y="1010"/>
                  </a:lnTo>
                  <a:lnTo>
                    <a:pt x="203" y="808"/>
                  </a:lnTo>
                  <a:lnTo>
                    <a:pt x="169" y="606"/>
                  </a:lnTo>
                  <a:lnTo>
                    <a:pt x="136" y="404"/>
                  </a:lnTo>
                  <a:lnTo>
                    <a:pt x="136" y="202"/>
                  </a:lnTo>
                  <a:lnTo>
                    <a:pt x="270" y="236"/>
                  </a:lnTo>
                  <a:lnTo>
                    <a:pt x="1146" y="236"/>
                  </a:lnTo>
                  <a:lnTo>
                    <a:pt x="2324" y="135"/>
                  </a:lnTo>
                  <a:close/>
                  <a:moveTo>
                    <a:pt x="2391" y="0"/>
                  </a:moveTo>
                  <a:lnTo>
                    <a:pt x="2021" y="34"/>
                  </a:lnTo>
                  <a:lnTo>
                    <a:pt x="1651" y="34"/>
                  </a:lnTo>
                  <a:lnTo>
                    <a:pt x="1280" y="68"/>
                  </a:lnTo>
                  <a:lnTo>
                    <a:pt x="910" y="101"/>
                  </a:lnTo>
                  <a:lnTo>
                    <a:pt x="304" y="101"/>
                  </a:lnTo>
                  <a:lnTo>
                    <a:pt x="169" y="68"/>
                  </a:lnTo>
                  <a:lnTo>
                    <a:pt x="35" y="101"/>
                  </a:lnTo>
                  <a:lnTo>
                    <a:pt x="1" y="169"/>
                  </a:lnTo>
                  <a:lnTo>
                    <a:pt x="1" y="202"/>
                  </a:lnTo>
                  <a:lnTo>
                    <a:pt x="35" y="236"/>
                  </a:lnTo>
                  <a:lnTo>
                    <a:pt x="35" y="404"/>
                  </a:lnTo>
                  <a:lnTo>
                    <a:pt x="35" y="573"/>
                  </a:lnTo>
                  <a:lnTo>
                    <a:pt x="68" y="876"/>
                  </a:lnTo>
                  <a:lnTo>
                    <a:pt x="68" y="1280"/>
                  </a:lnTo>
                  <a:lnTo>
                    <a:pt x="35" y="1684"/>
                  </a:lnTo>
                  <a:lnTo>
                    <a:pt x="35" y="2088"/>
                  </a:lnTo>
                  <a:lnTo>
                    <a:pt x="35" y="2492"/>
                  </a:lnTo>
                  <a:lnTo>
                    <a:pt x="35" y="2526"/>
                  </a:lnTo>
                  <a:lnTo>
                    <a:pt x="102" y="2559"/>
                  </a:lnTo>
                  <a:lnTo>
                    <a:pt x="1247" y="2526"/>
                  </a:lnTo>
                  <a:lnTo>
                    <a:pt x="2391" y="2526"/>
                  </a:lnTo>
                  <a:lnTo>
                    <a:pt x="2425" y="2492"/>
                  </a:lnTo>
                  <a:lnTo>
                    <a:pt x="2459" y="2425"/>
                  </a:lnTo>
                  <a:lnTo>
                    <a:pt x="2425" y="2155"/>
                  </a:lnTo>
                  <a:lnTo>
                    <a:pt x="2425" y="1852"/>
                  </a:lnTo>
                  <a:lnTo>
                    <a:pt x="2425" y="1246"/>
                  </a:lnTo>
                  <a:lnTo>
                    <a:pt x="2459" y="674"/>
                  </a:lnTo>
                  <a:lnTo>
                    <a:pt x="2459" y="371"/>
                  </a:lnTo>
                  <a:lnTo>
                    <a:pt x="2459" y="68"/>
                  </a:lnTo>
                  <a:lnTo>
                    <a:pt x="2425" y="34"/>
                  </a:lnTo>
                  <a:lnTo>
                    <a:pt x="239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55" name="Google Shape;1855;p12"/>
            <p:cNvSpPr/>
            <p:nvPr/>
          </p:nvSpPr>
          <p:spPr>
            <a:xfrm>
              <a:off x="2951915" y="4947183"/>
              <a:ext cx="135745" cy="127386"/>
            </a:xfrm>
            <a:custGeom>
              <a:avLst/>
              <a:gdLst/>
              <a:ahLst/>
              <a:cxnLst/>
              <a:rect l="l" t="t" r="r" b="b"/>
              <a:pathLst>
                <a:path w="2728" h="2560" extrusionOk="0">
                  <a:moveTo>
                    <a:pt x="2189" y="135"/>
                  </a:moveTo>
                  <a:lnTo>
                    <a:pt x="2357" y="203"/>
                  </a:lnTo>
                  <a:lnTo>
                    <a:pt x="2458" y="236"/>
                  </a:lnTo>
                  <a:lnTo>
                    <a:pt x="2525" y="304"/>
                  </a:lnTo>
                  <a:lnTo>
                    <a:pt x="2559" y="405"/>
                  </a:lnTo>
                  <a:lnTo>
                    <a:pt x="2593" y="506"/>
                  </a:lnTo>
                  <a:lnTo>
                    <a:pt x="2593" y="741"/>
                  </a:lnTo>
                  <a:lnTo>
                    <a:pt x="2559" y="943"/>
                  </a:lnTo>
                  <a:lnTo>
                    <a:pt x="2525" y="1314"/>
                  </a:lnTo>
                  <a:lnTo>
                    <a:pt x="2458" y="1718"/>
                  </a:lnTo>
                  <a:lnTo>
                    <a:pt x="2458" y="1920"/>
                  </a:lnTo>
                  <a:lnTo>
                    <a:pt x="2424" y="2156"/>
                  </a:lnTo>
                  <a:lnTo>
                    <a:pt x="2391" y="2257"/>
                  </a:lnTo>
                  <a:lnTo>
                    <a:pt x="2357" y="2324"/>
                  </a:lnTo>
                  <a:lnTo>
                    <a:pt x="2256" y="2391"/>
                  </a:lnTo>
                  <a:lnTo>
                    <a:pt x="2121" y="2391"/>
                  </a:lnTo>
                  <a:lnTo>
                    <a:pt x="1212" y="2324"/>
                  </a:lnTo>
                  <a:lnTo>
                    <a:pt x="303" y="2324"/>
                  </a:lnTo>
                  <a:lnTo>
                    <a:pt x="269" y="1920"/>
                  </a:lnTo>
                  <a:lnTo>
                    <a:pt x="236" y="1550"/>
                  </a:lnTo>
                  <a:lnTo>
                    <a:pt x="168" y="1145"/>
                  </a:lnTo>
                  <a:lnTo>
                    <a:pt x="168" y="741"/>
                  </a:lnTo>
                  <a:lnTo>
                    <a:pt x="168" y="304"/>
                  </a:lnTo>
                  <a:lnTo>
                    <a:pt x="168" y="203"/>
                  </a:lnTo>
                  <a:lnTo>
                    <a:pt x="505" y="169"/>
                  </a:lnTo>
                  <a:lnTo>
                    <a:pt x="875" y="135"/>
                  </a:lnTo>
                  <a:close/>
                  <a:moveTo>
                    <a:pt x="1582" y="1"/>
                  </a:moveTo>
                  <a:lnTo>
                    <a:pt x="1145" y="34"/>
                  </a:lnTo>
                  <a:lnTo>
                    <a:pt x="370" y="34"/>
                  </a:lnTo>
                  <a:lnTo>
                    <a:pt x="101" y="68"/>
                  </a:lnTo>
                  <a:lnTo>
                    <a:pt x="67" y="102"/>
                  </a:lnTo>
                  <a:lnTo>
                    <a:pt x="67" y="135"/>
                  </a:lnTo>
                  <a:lnTo>
                    <a:pt x="34" y="270"/>
                  </a:lnTo>
                  <a:lnTo>
                    <a:pt x="0" y="438"/>
                  </a:lnTo>
                  <a:lnTo>
                    <a:pt x="34" y="741"/>
                  </a:lnTo>
                  <a:lnTo>
                    <a:pt x="34" y="1179"/>
                  </a:lnTo>
                  <a:lnTo>
                    <a:pt x="101" y="1583"/>
                  </a:lnTo>
                  <a:lnTo>
                    <a:pt x="135" y="1987"/>
                  </a:lnTo>
                  <a:lnTo>
                    <a:pt x="168" y="2425"/>
                  </a:lnTo>
                  <a:lnTo>
                    <a:pt x="202" y="2459"/>
                  </a:lnTo>
                  <a:lnTo>
                    <a:pt x="236" y="2492"/>
                  </a:lnTo>
                  <a:lnTo>
                    <a:pt x="606" y="2459"/>
                  </a:lnTo>
                  <a:lnTo>
                    <a:pt x="943" y="2459"/>
                  </a:lnTo>
                  <a:lnTo>
                    <a:pt x="1650" y="2492"/>
                  </a:lnTo>
                  <a:lnTo>
                    <a:pt x="2054" y="2560"/>
                  </a:lnTo>
                  <a:lnTo>
                    <a:pt x="2256" y="2560"/>
                  </a:lnTo>
                  <a:lnTo>
                    <a:pt x="2323" y="2526"/>
                  </a:lnTo>
                  <a:lnTo>
                    <a:pt x="2424" y="2492"/>
                  </a:lnTo>
                  <a:lnTo>
                    <a:pt x="2492" y="2425"/>
                  </a:lnTo>
                  <a:lnTo>
                    <a:pt x="2525" y="2358"/>
                  </a:lnTo>
                  <a:lnTo>
                    <a:pt x="2593" y="2189"/>
                  </a:lnTo>
                  <a:lnTo>
                    <a:pt x="2593" y="1853"/>
                  </a:lnTo>
                  <a:lnTo>
                    <a:pt x="2660" y="1348"/>
                  </a:lnTo>
                  <a:lnTo>
                    <a:pt x="2727" y="842"/>
                  </a:lnTo>
                  <a:lnTo>
                    <a:pt x="2727" y="506"/>
                  </a:lnTo>
                  <a:lnTo>
                    <a:pt x="2694" y="337"/>
                  </a:lnTo>
                  <a:lnTo>
                    <a:pt x="2626" y="203"/>
                  </a:lnTo>
                  <a:lnTo>
                    <a:pt x="2492" y="102"/>
                  </a:lnTo>
                  <a:lnTo>
                    <a:pt x="2323" y="34"/>
                  </a:lnTo>
                  <a:lnTo>
                    <a:pt x="218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56" name="Google Shape;1856;p12"/>
            <p:cNvSpPr/>
            <p:nvPr/>
          </p:nvSpPr>
          <p:spPr>
            <a:xfrm>
              <a:off x="3007198" y="5024261"/>
              <a:ext cx="28512" cy="31896"/>
            </a:xfrm>
            <a:custGeom>
              <a:avLst/>
              <a:gdLst/>
              <a:ahLst/>
              <a:cxnLst/>
              <a:rect l="l" t="t" r="r" b="b"/>
              <a:pathLst>
                <a:path w="573" h="641" extrusionOk="0">
                  <a:moveTo>
                    <a:pt x="337" y="1"/>
                  </a:moveTo>
                  <a:lnTo>
                    <a:pt x="269" y="68"/>
                  </a:lnTo>
                  <a:lnTo>
                    <a:pt x="202" y="135"/>
                  </a:lnTo>
                  <a:lnTo>
                    <a:pt x="34" y="337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38"/>
                  </a:lnTo>
                  <a:lnTo>
                    <a:pt x="236" y="438"/>
                  </a:lnTo>
                  <a:lnTo>
                    <a:pt x="404" y="405"/>
                  </a:lnTo>
                  <a:lnTo>
                    <a:pt x="404" y="573"/>
                  </a:lnTo>
                  <a:lnTo>
                    <a:pt x="404" y="607"/>
                  </a:lnTo>
                  <a:lnTo>
                    <a:pt x="438" y="640"/>
                  </a:lnTo>
                  <a:lnTo>
                    <a:pt x="471" y="640"/>
                  </a:lnTo>
                  <a:lnTo>
                    <a:pt x="505" y="607"/>
                  </a:lnTo>
                  <a:lnTo>
                    <a:pt x="505" y="573"/>
                  </a:lnTo>
                  <a:lnTo>
                    <a:pt x="572" y="573"/>
                  </a:lnTo>
                  <a:lnTo>
                    <a:pt x="539" y="506"/>
                  </a:lnTo>
                  <a:lnTo>
                    <a:pt x="572" y="304"/>
                  </a:lnTo>
                  <a:lnTo>
                    <a:pt x="572" y="270"/>
                  </a:lnTo>
                  <a:lnTo>
                    <a:pt x="539" y="236"/>
                  </a:lnTo>
                  <a:lnTo>
                    <a:pt x="505" y="203"/>
                  </a:lnTo>
                  <a:lnTo>
                    <a:pt x="471" y="236"/>
                  </a:lnTo>
                  <a:lnTo>
                    <a:pt x="337" y="304"/>
                  </a:lnTo>
                  <a:lnTo>
                    <a:pt x="168" y="304"/>
                  </a:lnTo>
                  <a:lnTo>
                    <a:pt x="337" y="135"/>
                  </a:lnTo>
                  <a:lnTo>
                    <a:pt x="370" y="68"/>
                  </a:lnTo>
                  <a:lnTo>
                    <a:pt x="3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57" name="Google Shape;1857;p12"/>
            <p:cNvSpPr/>
            <p:nvPr/>
          </p:nvSpPr>
          <p:spPr>
            <a:xfrm>
              <a:off x="3166331" y="5099648"/>
              <a:ext cx="8409" cy="46973"/>
            </a:xfrm>
            <a:custGeom>
              <a:avLst/>
              <a:gdLst/>
              <a:ahLst/>
              <a:cxnLst/>
              <a:rect l="l" t="t" r="r" b="b"/>
              <a:pathLst>
                <a:path w="169" h="944" extrusionOk="0">
                  <a:moveTo>
                    <a:pt x="102" y="1"/>
                  </a:moveTo>
                  <a:lnTo>
                    <a:pt x="68" y="34"/>
                  </a:lnTo>
                  <a:lnTo>
                    <a:pt x="34" y="270"/>
                  </a:lnTo>
                  <a:lnTo>
                    <a:pt x="1" y="472"/>
                  </a:lnTo>
                  <a:lnTo>
                    <a:pt x="1" y="943"/>
                  </a:lnTo>
                  <a:lnTo>
                    <a:pt x="135" y="943"/>
                  </a:lnTo>
                  <a:lnTo>
                    <a:pt x="135" y="506"/>
                  </a:lnTo>
                  <a:lnTo>
                    <a:pt x="169" y="68"/>
                  </a:lnTo>
                  <a:lnTo>
                    <a:pt x="135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58" name="Google Shape;1858;p12"/>
            <p:cNvSpPr/>
            <p:nvPr/>
          </p:nvSpPr>
          <p:spPr>
            <a:xfrm>
              <a:off x="2879863" y="5092930"/>
              <a:ext cx="129028" cy="53691"/>
            </a:xfrm>
            <a:custGeom>
              <a:avLst/>
              <a:gdLst/>
              <a:ahLst/>
              <a:cxnLst/>
              <a:rect l="l" t="t" r="r" b="b"/>
              <a:pathLst>
                <a:path w="2593" h="1079" extrusionOk="0">
                  <a:moveTo>
                    <a:pt x="438" y="1"/>
                  </a:moveTo>
                  <a:lnTo>
                    <a:pt x="68" y="68"/>
                  </a:lnTo>
                  <a:lnTo>
                    <a:pt x="34" y="102"/>
                  </a:lnTo>
                  <a:lnTo>
                    <a:pt x="34" y="136"/>
                  </a:lnTo>
                  <a:lnTo>
                    <a:pt x="34" y="169"/>
                  </a:lnTo>
                  <a:lnTo>
                    <a:pt x="0" y="1078"/>
                  </a:lnTo>
                  <a:lnTo>
                    <a:pt x="101" y="1078"/>
                  </a:lnTo>
                  <a:lnTo>
                    <a:pt x="135" y="641"/>
                  </a:lnTo>
                  <a:lnTo>
                    <a:pt x="135" y="203"/>
                  </a:lnTo>
                  <a:lnTo>
                    <a:pt x="371" y="136"/>
                  </a:lnTo>
                  <a:lnTo>
                    <a:pt x="606" y="102"/>
                  </a:lnTo>
                  <a:lnTo>
                    <a:pt x="1111" y="136"/>
                  </a:lnTo>
                  <a:lnTo>
                    <a:pt x="1616" y="169"/>
                  </a:lnTo>
                  <a:lnTo>
                    <a:pt x="2121" y="203"/>
                  </a:lnTo>
                  <a:lnTo>
                    <a:pt x="2256" y="237"/>
                  </a:lnTo>
                  <a:lnTo>
                    <a:pt x="2357" y="270"/>
                  </a:lnTo>
                  <a:lnTo>
                    <a:pt x="2391" y="371"/>
                  </a:lnTo>
                  <a:lnTo>
                    <a:pt x="2424" y="472"/>
                  </a:lnTo>
                  <a:lnTo>
                    <a:pt x="2458" y="708"/>
                  </a:lnTo>
                  <a:lnTo>
                    <a:pt x="2458" y="944"/>
                  </a:lnTo>
                  <a:lnTo>
                    <a:pt x="2458" y="1078"/>
                  </a:lnTo>
                  <a:lnTo>
                    <a:pt x="2559" y="1078"/>
                  </a:lnTo>
                  <a:lnTo>
                    <a:pt x="2559" y="1045"/>
                  </a:lnTo>
                  <a:lnTo>
                    <a:pt x="2593" y="573"/>
                  </a:lnTo>
                  <a:lnTo>
                    <a:pt x="2559" y="371"/>
                  </a:lnTo>
                  <a:lnTo>
                    <a:pt x="2525" y="237"/>
                  </a:lnTo>
                  <a:lnTo>
                    <a:pt x="2458" y="169"/>
                  </a:lnTo>
                  <a:lnTo>
                    <a:pt x="2357" y="102"/>
                  </a:lnTo>
                  <a:lnTo>
                    <a:pt x="2256" y="68"/>
                  </a:lnTo>
                  <a:lnTo>
                    <a:pt x="1987" y="35"/>
                  </a:lnTo>
                  <a:lnTo>
                    <a:pt x="1482" y="35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59" name="Google Shape;1859;p12"/>
            <p:cNvSpPr/>
            <p:nvPr/>
          </p:nvSpPr>
          <p:spPr>
            <a:xfrm>
              <a:off x="3099304" y="4943849"/>
              <a:ext cx="125694" cy="135745"/>
            </a:xfrm>
            <a:custGeom>
              <a:avLst/>
              <a:gdLst/>
              <a:ahLst/>
              <a:cxnLst/>
              <a:rect l="l" t="t" r="r" b="b"/>
              <a:pathLst>
                <a:path w="2526" h="2728" extrusionOk="0">
                  <a:moveTo>
                    <a:pt x="439" y="135"/>
                  </a:moveTo>
                  <a:lnTo>
                    <a:pt x="708" y="169"/>
                  </a:lnTo>
                  <a:lnTo>
                    <a:pt x="1516" y="202"/>
                  </a:lnTo>
                  <a:lnTo>
                    <a:pt x="2189" y="202"/>
                  </a:lnTo>
                  <a:lnTo>
                    <a:pt x="2257" y="236"/>
                  </a:lnTo>
                  <a:lnTo>
                    <a:pt x="2290" y="270"/>
                  </a:lnTo>
                  <a:lnTo>
                    <a:pt x="2358" y="404"/>
                  </a:lnTo>
                  <a:lnTo>
                    <a:pt x="2391" y="606"/>
                  </a:lnTo>
                  <a:lnTo>
                    <a:pt x="2391" y="808"/>
                  </a:lnTo>
                  <a:lnTo>
                    <a:pt x="2358" y="1280"/>
                  </a:lnTo>
                  <a:lnTo>
                    <a:pt x="2358" y="1583"/>
                  </a:lnTo>
                  <a:lnTo>
                    <a:pt x="2324" y="1987"/>
                  </a:lnTo>
                  <a:lnTo>
                    <a:pt x="2290" y="2189"/>
                  </a:lnTo>
                  <a:lnTo>
                    <a:pt x="2189" y="2391"/>
                  </a:lnTo>
                  <a:lnTo>
                    <a:pt x="2156" y="2458"/>
                  </a:lnTo>
                  <a:lnTo>
                    <a:pt x="2122" y="2492"/>
                  </a:lnTo>
                  <a:lnTo>
                    <a:pt x="1987" y="2526"/>
                  </a:lnTo>
                  <a:lnTo>
                    <a:pt x="1684" y="2559"/>
                  </a:lnTo>
                  <a:lnTo>
                    <a:pt x="1112" y="2559"/>
                  </a:lnTo>
                  <a:lnTo>
                    <a:pt x="843" y="2526"/>
                  </a:lnTo>
                  <a:lnTo>
                    <a:pt x="540" y="2458"/>
                  </a:lnTo>
                  <a:lnTo>
                    <a:pt x="405" y="2391"/>
                  </a:lnTo>
                  <a:lnTo>
                    <a:pt x="304" y="2324"/>
                  </a:lnTo>
                  <a:lnTo>
                    <a:pt x="237" y="2189"/>
                  </a:lnTo>
                  <a:lnTo>
                    <a:pt x="203" y="2054"/>
                  </a:lnTo>
                  <a:lnTo>
                    <a:pt x="203" y="1718"/>
                  </a:lnTo>
                  <a:lnTo>
                    <a:pt x="237" y="1415"/>
                  </a:lnTo>
                  <a:lnTo>
                    <a:pt x="270" y="1111"/>
                  </a:lnTo>
                  <a:lnTo>
                    <a:pt x="237" y="775"/>
                  </a:lnTo>
                  <a:lnTo>
                    <a:pt x="169" y="135"/>
                  </a:lnTo>
                  <a:close/>
                  <a:moveTo>
                    <a:pt x="102" y="0"/>
                  </a:moveTo>
                  <a:lnTo>
                    <a:pt x="35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381"/>
                  </a:lnTo>
                  <a:lnTo>
                    <a:pt x="68" y="1751"/>
                  </a:lnTo>
                  <a:lnTo>
                    <a:pt x="35" y="2054"/>
                  </a:lnTo>
                  <a:lnTo>
                    <a:pt x="68" y="2189"/>
                  </a:lnTo>
                  <a:lnTo>
                    <a:pt x="102" y="2290"/>
                  </a:lnTo>
                  <a:lnTo>
                    <a:pt x="169" y="2391"/>
                  </a:lnTo>
                  <a:lnTo>
                    <a:pt x="270" y="2492"/>
                  </a:lnTo>
                  <a:lnTo>
                    <a:pt x="371" y="2559"/>
                  </a:lnTo>
                  <a:lnTo>
                    <a:pt x="506" y="2627"/>
                  </a:lnTo>
                  <a:lnTo>
                    <a:pt x="876" y="2694"/>
                  </a:lnTo>
                  <a:lnTo>
                    <a:pt x="1213" y="2728"/>
                  </a:lnTo>
                  <a:lnTo>
                    <a:pt x="1583" y="2728"/>
                  </a:lnTo>
                  <a:lnTo>
                    <a:pt x="1954" y="2660"/>
                  </a:lnTo>
                  <a:lnTo>
                    <a:pt x="2088" y="2660"/>
                  </a:lnTo>
                  <a:lnTo>
                    <a:pt x="2189" y="2593"/>
                  </a:lnTo>
                  <a:lnTo>
                    <a:pt x="2290" y="2526"/>
                  </a:lnTo>
                  <a:lnTo>
                    <a:pt x="2358" y="2425"/>
                  </a:lnTo>
                  <a:lnTo>
                    <a:pt x="2459" y="2223"/>
                  </a:lnTo>
                  <a:lnTo>
                    <a:pt x="2492" y="1953"/>
                  </a:lnTo>
                  <a:lnTo>
                    <a:pt x="2526" y="1684"/>
                  </a:lnTo>
                  <a:lnTo>
                    <a:pt x="2526" y="1448"/>
                  </a:lnTo>
                  <a:lnTo>
                    <a:pt x="2526" y="977"/>
                  </a:lnTo>
                  <a:lnTo>
                    <a:pt x="2526" y="606"/>
                  </a:lnTo>
                  <a:lnTo>
                    <a:pt x="2526" y="404"/>
                  </a:lnTo>
                  <a:lnTo>
                    <a:pt x="2459" y="236"/>
                  </a:lnTo>
                  <a:lnTo>
                    <a:pt x="2391" y="135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22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60" name="Google Shape;1860;p12"/>
            <p:cNvSpPr/>
            <p:nvPr/>
          </p:nvSpPr>
          <p:spPr>
            <a:xfrm>
              <a:off x="3295359" y="5022569"/>
              <a:ext cx="28512" cy="30204"/>
            </a:xfrm>
            <a:custGeom>
              <a:avLst/>
              <a:gdLst/>
              <a:ahLst/>
              <a:cxnLst/>
              <a:rect l="l" t="t" r="r" b="b"/>
              <a:pathLst>
                <a:path w="573" h="607" extrusionOk="0">
                  <a:moveTo>
                    <a:pt x="370" y="371"/>
                  </a:moveTo>
                  <a:lnTo>
                    <a:pt x="438" y="405"/>
                  </a:lnTo>
                  <a:lnTo>
                    <a:pt x="438" y="439"/>
                  </a:lnTo>
                  <a:lnTo>
                    <a:pt x="370" y="472"/>
                  </a:lnTo>
                  <a:lnTo>
                    <a:pt x="303" y="472"/>
                  </a:lnTo>
                  <a:lnTo>
                    <a:pt x="236" y="439"/>
                  </a:lnTo>
                  <a:lnTo>
                    <a:pt x="202" y="439"/>
                  </a:lnTo>
                  <a:lnTo>
                    <a:pt x="337" y="371"/>
                  </a:lnTo>
                  <a:close/>
                  <a:moveTo>
                    <a:pt x="337" y="1"/>
                  </a:moveTo>
                  <a:lnTo>
                    <a:pt x="168" y="68"/>
                  </a:lnTo>
                  <a:lnTo>
                    <a:pt x="67" y="203"/>
                  </a:lnTo>
                  <a:lnTo>
                    <a:pt x="0" y="270"/>
                  </a:lnTo>
                  <a:lnTo>
                    <a:pt x="0" y="338"/>
                  </a:lnTo>
                  <a:lnTo>
                    <a:pt x="0" y="405"/>
                  </a:lnTo>
                  <a:lnTo>
                    <a:pt x="34" y="439"/>
                  </a:lnTo>
                  <a:lnTo>
                    <a:pt x="0" y="472"/>
                  </a:lnTo>
                  <a:lnTo>
                    <a:pt x="0" y="506"/>
                  </a:lnTo>
                  <a:lnTo>
                    <a:pt x="34" y="540"/>
                  </a:lnTo>
                  <a:lnTo>
                    <a:pt x="67" y="573"/>
                  </a:lnTo>
                  <a:lnTo>
                    <a:pt x="135" y="540"/>
                  </a:lnTo>
                  <a:lnTo>
                    <a:pt x="236" y="607"/>
                  </a:lnTo>
                  <a:lnTo>
                    <a:pt x="438" y="607"/>
                  </a:lnTo>
                  <a:lnTo>
                    <a:pt x="505" y="573"/>
                  </a:lnTo>
                  <a:lnTo>
                    <a:pt x="572" y="506"/>
                  </a:lnTo>
                  <a:lnTo>
                    <a:pt x="572" y="439"/>
                  </a:lnTo>
                  <a:lnTo>
                    <a:pt x="572" y="371"/>
                  </a:lnTo>
                  <a:lnTo>
                    <a:pt x="539" y="304"/>
                  </a:lnTo>
                  <a:lnTo>
                    <a:pt x="438" y="270"/>
                  </a:lnTo>
                  <a:lnTo>
                    <a:pt x="337" y="237"/>
                  </a:lnTo>
                  <a:lnTo>
                    <a:pt x="236" y="270"/>
                  </a:lnTo>
                  <a:lnTo>
                    <a:pt x="135" y="338"/>
                  </a:lnTo>
                  <a:lnTo>
                    <a:pt x="135" y="270"/>
                  </a:lnTo>
                  <a:lnTo>
                    <a:pt x="202" y="203"/>
                  </a:lnTo>
                  <a:lnTo>
                    <a:pt x="269" y="136"/>
                  </a:lnTo>
                  <a:lnTo>
                    <a:pt x="370" y="102"/>
                  </a:lnTo>
                  <a:lnTo>
                    <a:pt x="471" y="102"/>
                  </a:lnTo>
                  <a:lnTo>
                    <a:pt x="505" y="68"/>
                  </a:lnTo>
                  <a:lnTo>
                    <a:pt x="47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61" name="Google Shape;1861;p12"/>
            <p:cNvSpPr/>
            <p:nvPr/>
          </p:nvSpPr>
          <p:spPr>
            <a:xfrm>
              <a:off x="3273564" y="4850051"/>
              <a:ext cx="135745" cy="83796"/>
            </a:xfrm>
            <a:custGeom>
              <a:avLst/>
              <a:gdLst/>
              <a:ahLst/>
              <a:cxnLst/>
              <a:rect l="l" t="t" r="r" b="b"/>
              <a:pathLst>
                <a:path w="2728" h="1684" extrusionOk="0">
                  <a:moveTo>
                    <a:pt x="236" y="135"/>
                  </a:moveTo>
                  <a:lnTo>
                    <a:pt x="640" y="168"/>
                  </a:lnTo>
                  <a:lnTo>
                    <a:pt x="1785" y="202"/>
                  </a:lnTo>
                  <a:lnTo>
                    <a:pt x="2189" y="202"/>
                  </a:lnTo>
                  <a:lnTo>
                    <a:pt x="2391" y="236"/>
                  </a:lnTo>
                  <a:lnTo>
                    <a:pt x="2492" y="236"/>
                  </a:lnTo>
                  <a:lnTo>
                    <a:pt x="2559" y="269"/>
                  </a:lnTo>
                  <a:lnTo>
                    <a:pt x="2593" y="404"/>
                  </a:lnTo>
                  <a:lnTo>
                    <a:pt x="2593" y="539"/>
                  </a:lnTo>
                  <a:lnTo>
                    <a:pt x="2593" y="808"/>
                  </a:lnTo>
                  <a:lnTo>
                    <a:pt x="2593" y="1414"/>
                  </a:lnTo>
                  <a:lnTo>
                    <a:pt x="2559" y="1448"/>
                  </a:lnTo>
                  <a:lnTo>
                    <a:pt x="2492" y="1515"/>
                  </a:lnTo>
                  <a:lnTo>
                    <a:pt x="2290" y="1549"/>
                  </a:lnTo>
                  <a:lnTo>
                    <a:pt x="1616" y="1549"/>
                  </a:lnTo>
                  <a:lnTo>
                    <a:pt x="909" y="1481"/>
                  </a:lnTo>
                  <a:lnTo>
                    <a:pt x="472" y="1448"/>
                  </a:lnTo>
                  <a:lnTo>
                    <a:pt x="371" y="1414"/>
                  </a:lnTo>
                  <a:lnTo>
                    <a:pt x="303" y="1313"/>
                  </a:lnTo>
                  <a:lnTo>
                    <a:pt x="236" y="1178"/>
                  </a:lnTo>
                  <a:lnTo>
                    <a:pt x="236" y="1044"/>
                  </a:lnTo>
                  <a:lnTo>
                    <a:pt x="202" y="707"/>
                  </a:lnTo>
                  <a:lnTo>
                    <a:pt x="202" y="438"/>
                  </a:lnTo>
                  <a:lnTo>
                    <a:pt x="236" y="303"/>
                  </a:lnTo>
                  <a:lnTo>
                    <a:pt x="202" y="135"/>
                  </a:lnTo>
                  <a:close/>
                  <a:moveTo>
                    <a:pt x="236" y="0"/>
                  </a:moveTo>
                  <a:lnTo>
                    <a:pt x="34" y="34"/>
                  </a:lnTo>
                  <a:lnTo>
                    <a:pt x="0" y="67"/>
                  </a:lnTo>
                  <a:lnTo>
                    <a:pt x="0" y="101"/>
                  </a:lnTo>
                  <a:lnTo>
                    <a:pt x="0" y="135"/>
                  </a:lnTo>
                  <a:lnTo>
                    <a:pt x="34" y="168"/>
                  </a:lnTo>
                  <a:lnTo>
                    <a:pt x="101" y="168"/>
                  </a:lnTo>
                  <a:lnTo>
                    <a:pt x="101" y="202"/>
                  </a:lnTo>
                  <a:lnTo>
                    <a:pt x="101" y="303"/>
                  </a:lnTo>
                  <a:lnTo>
                    <a:pt x="68" y="471"/>
                  </a:lnTo>
                  <a:lnTo>
                    <a:pt x="68" y="673"/>
                  </a:lnTo>
                  <a:lnTo>
                    <a:pt x="101" y="1111"/>
                  </a:lnTo>
                  <a:lnTo>
                    <a:pt x="202" y="1549"/>
                  </a:lnTo>
                  <a:lnTo>
                    <a:pt x="236" y="1582"/>
                  </a:lnTo>
                  <a:lnTo>
                    <a:pt x="573" y="1582"/>
                  </a:lnTo>
                  <a:lnTo>
                    <a:pt x="876" y="1616"/>
                  </a:lnTo>
                  <a:lnTo>
                    <a:pt x="1482" y="1683"/>
                  </a:lnTo>
                  <a:lnTo>
                    <a:pt x="2357" y="1683"/>
                  </a:lnTo>
                  <a:lnTo>
                    <a:pt x="2660" y="1616"/>
                  </a:lnTo>
                  <a:lnTo>
                    <a:pt x="2694" y="1582"/>
                  </a:lnTo>
                  <a:lnTo>
                    <a:pt x="2727" y="1549"/>
                  </a:lnTo>
                  <a:lnTo>
                    <a:pt x="2727" y="909"/>
                  </a:lnTo>
                  <a:lnTo>
                    <a:pt x="2727" y="572"/>
                  </a:lnTo>
                  <a:lnTo>
                    <a:pt x="2660" y="269"/>
                  </a:lnTo>
                  <a:lnTo>
                    <a:pt x="2626" y="168"/>
                  </a:lnTo>
                  <a:lnTo>
                    <a:pt x="2525" y="135"/>
                  </a:lnTo>
                  <a:lnTo>
                    <a:pt x="2424" y="101"/>
                  </a:lnTo>
                  <a:lnTo>
                    <a:pt x="1650" y="101"/>
                  </a:lnTo>
                  <a:lnTo>
                    <a:pt x="977" y="34"/>
                  </a:lnTo>
                  <a:lnTo>
                    <a:pt x="50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62" name="Google Shape;1862;p12"/>
            <p:cNvSpPr/>
            <p:nvPr/>
          </p:nvSpPr>
          <p:spPr>
            <a:xfrm>
              <a:off x="3157971" y="5087904"/>
              <a:ext cx="137437" cy="58717"/>
            </a:xfrm>
            <a:custGeom>
              <a:avLst/>
              <a:gdLst/>
              <a:ahLst/>
              <a:cxnLst/>
              <a:rect l="l" t="t" r="r" b="b"/>
              <a:pathLst>
                <a:path w="2762" h="1180" extrusionOk="0">
                  <a:moveTo>
                    <a:pt x="438" y="1"/>
                  </a:moveTo>
                  <a:lnTo>
                    <a:pt x="202" y="68"/>
                  </a:lnTo>
                  <a:lnTo>
                    <a:pt x="101" y="102"/>
                  </a:lnTo>
                  <a:lnTo>
                    <a:pt x="34" y="169"/>
                  </a:lnTo>
                  <a:lnTo>
                    <a:pt x="0" y="237"/>
                  </a:lnTo>
                  <a:lnTo>
                    <a:pt x="34" y="270"/>
                  </a:lnTo>
                  <a:lnTo>
                    <a:pt x="101" y="270"/>
                  </a:lnTo>
                  <a:lnTo>
                    <a:pt x="135" y="237"/>
                  </a:lnTo>
                  <a:lnTo>
                    <a:pt x="202" y="203"/>
                  </a:lnTo>
                  <a:lnTo>
                    <a:pt x="303" y="169"/>
                  </a:lnTo>
                  <a:lnTo>
                    <a:pt x="539" y="136"/>
                  </a:lnTo>
                  <a:lnTo>
                    <a:pt x="977" y="169"/>
                  </a:lnTo>
                  <a:lnTo>
                    <a:pt x="1919" y="203"/>
                  </a:lnTo>
                  <a:lnTo>
                    <a:pt x="2256" y="237"/>
                  </a:lnTo>
                  <a:lnTo>
                    <a:pt x="2391" y="270"/>
                  </a:lnTo>
                  <a:lnTo>
                    <a:pt x="2525" y="338"/>
                  </a:lnTo>
                  <a:lnTo>
                    <a:pt x="2593" y="371"/>
                  </a:lnTo>
                  <a:lnTo>
                    <a:pt x="2626" y="439"/>
                  </a:lnTo>
                  <a:lnTo>
                    <a:pt x="2660" y="607"/>
                  </a:lnTo>
                  <a:lnTo>
                    <a:pt x="2626" y="910"/>
                  </a:lnTo>
                  <a:lnTo>
                    <a:pt x="2660" y="1179"/>
                  </a:lnTo>
                  <a:lnTo>
                    <a:pt x="2761" y="1179"/>
                  </a:lnTo>
                  <a:lnTo>
                    <a:pt x="2761" y="708"/>
                  </a:lnTo>
                  <a:lnTo>
                    <a:pt x="2761" y="439"/>
                  </a:lnTo>
                  <a:lnTo>
                    <a:pt x="2727" y="371"/>
                  </a:lnTo>
                  <a:lnTo>
                    <a:pt x="2660" y="270"/>
                  </a:lnTo>
                  <a:lnTo>
                    <a:pt x="2593" y="237"/>
                  </a:lnTo>
                  <a:lnTo>
                    <a:pt x="2525" y="169"/>
                  </a:lnTo>
                  <a:lnTo>
                    <a:pt x="2256" y="102"/>
                  </a:lnTo>
                  <a:lnTo>
                    <a:pt x="1919" y="68"/>
                  </a:lnTo>
                  <a:lnTo>
                    <a:pt x="1583" y="68"/>
                  </a:lnTo>
                  <a:lnTo>
                    <a:pt x="909" y="35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63" name="Google Shape;1863;p12"/>
            <p:cNvSpPr/>
            <p:nvPr/>
          </p:nvSpPr>
          <p:spPr>
            <a:xfrm>
              <a:off x="3392490" y="4943849"/>
              <a:ext cx="130720" cy="132411"/>
            </a:xfrm>
            <a:custGeom>
              <a:avLst/>
              <a:gdLst/>
              <a:ahLst/>
              <a:cxnLst/>
              <a:rect l="l" t="t" r="r" b="b"/>
              <a:pathLst>
                <a:path w="2627" h="2661" extrusionOk="0">
                  <a:moveTo>
                    <a:pt x="2122" y="135"/>
                  </a:moveTo>
                  <a:lnTo>
                    <a:pt x="2257" y="169"/>
                  </a:lnTo>
                  <a:lnTo>
                    <a:pt x="2358" y="236"/>
                  </a:lnTo>
                  <a:lnTo>
                    <a:pt x="2425" y="337"/>
                  </a:lnTo>
                  <a:lnTo>
                    <a:pt x="2492" y="539"/>
                  </a:lnTo>
                  <a:lnTo>
                    <a:pt x="2492" y="741"/>
                  </a:lnTo>
                  <a:lnTo>
                    <a:pt x="2492" y="1179"/>
                  </a:lnTo>
                  <a:lnTo>
                    <a:pt x="2425" y="1718"/>
                  </a:lnTo>
                  <a:lnTo>
                    <a:pt x="2391" y="1953"/>
                  </a:lnTo>
                  <a:lnTo>
                    <a:pt x="2290" y="2223"/>
                  </a:lnTo>
                  <a:lnTo>
                    <a:pt x="2223" y="2324"/>
                  </a:lnTo>
                  <a:lnTo>
                    <a:pt x="2156" y="2391"/>
                  </a:lnTo>
                  <a:lnTo>
                    <a:pt x="2021" y="2458"/>
                  </a:lnTo>
                  <a:lnTo>
                    <a:pt x="1920" y="2492"/>
                  </a:lnTo>
                  <a:lnTo>
                    <a:pt x="1381" y="2492"/>
                  </a:lnTo>
                  <a:lnTo>
                    <a:pt x="472" y="2458"/>
                  </a:lnTo>
                  <a:lnTo>
                    <a:pt x="337" y="2425"/>
                  </a:lnTo>
                  <a:lnTo>
                    <a:pt x="236" y="2324"/>
                  </a:lnTo>
                  <a:lnTo>
                    <a:pt x="169" y="2223"/>
                  </a:lnTo>
                  <a:lnTo>
                    <a:pt x="135" y="2088"/>
                  </a:lnTo>
                  <a:lnTo>
                    <a:pt x="135" y="1785"/>
                  </a:lnTo>
                  <a:lnTo>
                    <a:pt x="169" y="1516"/>
                  </a:lnTo>
                  <a:lnTo>
                    <a:pt x="169" y="741"/>
                  </a:lnTo>
                  <a:lnTo>
                    <a:pt x="203" y="472"/>
                  </a:lnTo>
                  <a:lnTo>
                    <a:pt x="169" y="337"/>
                  </a:lnTo>
                  <a:lnTo>
                    <a:pt x="135" y="202"/>
                  </a:lnTo>
                  <a:lnTo>
                    <a:pt x="169" y="202"/>
                  </a:lnTo>
                  <a:lnTo>
                    <a:pt x="472" y="169"/>
                  </a:lnTo>
                  <a:lnTo>
                    <a:pt x="775" y="135"/>
                  </a:lnTo>
                  <a:close/>
                  <a:moveTo>
                    <a:pt x="506" y="0"/>
                  </a:moveTo>
                  <a:lnTo>
                    <a:pt x="135" y="68"/>
                  </a:lnTo>
                  <a:lnTo>
                    <a:pt x="135" y="101"/>
                  </a:lnTo>
                  <a:lnTo>
                    <a:pt x="102" y="101"/>
                  </a:lnTo>
                  <a:lnTo>
                    <a:pt x="68" y="135"/>
                  </a:lnTo>
                  <a:lnTo>
                    <a:pt x="34" y="573"/>
                  </a:lnTo>
                  <a:lnTo>
                    <a:pt x="34" y="1010"/>
                  </a:lnTo>
                  <a:lnTo>
                    <a:pt x="34" y="1852"/>
                  </a:lnTo>
                  <a:lnTo>
                    <a:pt x="1" y="2088"/>
                  </a:lnTo>
                  <a:lnTo>
                    <a:pt x="34" y="2290"/>
                  </a:lnTo>
                  <a:lnTo>
                    <a:pt x="68" y="2357"/>
                  </a:lnTo>
                  <a:lnTo>
                    <a:pt x="102" y="2458"/>
                  </a:lnTo>
                  <a:lnTo>
                    <a:pt x="169" y="2526"/>
                  </a:lnTo>
                  <a:lnTo>
                    <a:pt x="270" y="2559"/>
                  </a:lnTo>
                  <a:lnTo>
                    <a:pt x="573" y="2627"/>
                  </a:lnTo>
                  <a:lnTo>
                    <a:pt x="876" y="2660"/>
                  </a:lnTo>
                  <a:lnTo>
                    <a:pt x="1482" y="2627"/>
                  </a:lnTo>
                  <a:lnTo>
                    <a:pt x="1718" y="2627"/>
                  </a:lnTo>
                  <a:lnTo>
                    <a:pt x="1987" y="2593"/>
                  </a:lnTo>
                  <a:lnTo>
                    <a:pt x="2122" y="2559"/>
                  </a:lnTo>
                  <a:lnTo>
                    <a:pt x="2223" y="2526"/>
                  </a:lnTo>
                  <a:lnTo>
                    <a:pt x="2324" y="2458"/>
                  </a:lnTo>
                  <a:lnTo>
                    <a:pt x="2391" y="2357"/>
                  </a:lnTo>
                  <a:lnTo>
                    <a:pt x="2526" y="2088"/>
                  </a:lnTo>
                  <a:lnTo>
                    <a:pt x="2560" y="1819"/>
                  </a:lnTo>
                  <a:lnTo>
                    <a:pt x="2593" y="1246"/>
                  </a:lnTo>
                  <a:lnTo>
                    <a:pt x="2627" y="707"/>
                  </a:lnTo>
                  <a:lnTo>
                    <a:pt x="2627" y="438"/>
                  </a:lnTo>
                  <a:lnTo>
                    <a:pt x="2593" y="337"/>
                  </a:lnTo>
                  <a:lnTo>
                    <a:pt x="2526" y="202"/>
                  </a:lnTo>
                  <a:lnTo>
                    <a:pt x="2459" y="135"/>
                  </a:lnTo>
                  <a:lnTo>
                    <a:pt x="2358" y="68"/>
                  </a:lnTo>
                  <a:lnTo>
                    <a:pt x="2257" y="34"/>
                  </a:lnTo>
                  <a:lnTo>
                    <a:pt x="215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64" name="Google Shape;1864;p12"/>
            <p:cNvSpPr/>
            <p:nvPr/>
          </p:nvSpPr>
          <p:spPr>
            <a:xfrm>
              <a:off x="3154587" y="5027595"/>
              <a:ext cx="20153" cy="2687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1" y="1"/>
                  </a:moveTo>
                  <a:lnTo>
                    <a:pt x="1" y="68"/>
                  </a:lnTo>
                  <a:lnTo>
                    <a:pt x="1" y="169"/>
                  </a:lnTo>
                  <a:lnTo>
                    <a:pt x="35" y="237"/>
                  </a:lnTo>
                  <a:lnTo>
                    <a:pt x="68" y="270"/>
                  </a:lnTo>
                  <a:lnTo>
                    <a:pt x="237" y="270"/>
                  </a:lnTo>
                  <a:lnTo>
                    <a:pt x="270" y="338"/>
                  </a:lnTo>
                  <a:lnTo>
                    <a:pt x="270" y="405"/>
                  </a:lnTo>
                  <a:lnTo>
                    <a:pt x="102" y="405"/>
                  </a:lnTo>
                  <a:lnTo>
                    <a:pt x="68" y="371"/>
                  </a:lnTo>
                  <a:lnTo>
                    <a:pt x="35" y="405"/>
                  </a:lnTo>
                  <a:lnTo>
                    <a:pt x="1" y="439"/>
                  </a:lnTo>
                  <a:lnTo>
                    <a:pt x="1" y="506"/>
                  </a:lnTo>
                  <a:lnTo>
                    <a:pt x="35" y="540"/>
                  </a:lnTo>
                  <a:lnTo>
                    <a:pt x="304" y="540"/>
                  </a:lnTo>
                  <a:lnTo>
                    <a:pt x="338" y="506"/>
                  </a:lnTo>
                  <a:lnTo>
                    <a:pt x="371" y="472"/>
                  </a:lnTo>
                  <a:lnTo>
                    <a:pt x="405" y="371"/>
                  </a:lnTo>
                  <a:lnTo>
                    <a:pt x="405" y="270"/>
                  </a:lnTo>
                  <a:lnTo>
                    <a:pt x="371" y="203"/>
                  </a:lnTo>
                  <a:lnTo>
                    <a:pt x="304" y="169"/>
                  </a:lnTo>
                  <a:lnTo>
                    <a:pt x="237" y="136"/>
                  </a:lnTo>
                  <a:lnTo>
                    <a:pt x="136" y="136"/>
                  </a:lnTo>
                  <a:lnTo>
                    <a:pt x="136" y="102"/>
                  </a:lnTo>
                  <a:lnTo>
                    <a:pt x="237" y="102"/>
                  </a:lnTo>
                  <a:lnTo>
                    <a:pt x="304" y="68"/>
                  </a:lnTo>
                  <a:lnTo>
                    <a:pt x="405" y="35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65" name="Google Shape;1865;p12"/>
            <p:cNvSpPr/>
            <p:nvPr/>
          </p:nvSpPr>
          <p:spPr>
            <a:xfrm>
              <a:off x="3245051" y="4945541"/>
              <a:ext cx="125744" cy="132362"/>
            </a:xfrm>
            <a:custGeom>
              <a:avLst/>
              <a:gdLst/>
              <a:ahLst/>
              <a:cxnLst/>
              <a:rect l="l" t="t" r="r" b="b"/>
              <a:pathLst>
                <a:path w="2527" h="2660" extrusionOk="0">
                  <a:moveTo>
                    <a:pt x="2122" y="135"/>
                  </a:moveTo>
                  <a:lnTo>
                    <a:pt x="2257" y="202"/>
                  </a:lnTo>
                  <a:lnTo>
                    <a:pt x="2324" y="337"/>
                  </a:lnTo>
                  <a:lnTo>
                    <a:pt x="2391" y="471"/>
                  </a:lnTo>
                  <a:lnTo>
                    <a:pt x="2425" y="673"/>
                  </a:lnTo>
                  <a:lnTo>
                    <a:pt x="2425" y="1044"/>
                  </a:lnTo>
                  <a:lnTo>
                    <a:pt x="2391" y="1347"/>
                  </a:lnTo>
                  <a:lnTo>
                    <a:pt x="2391" y="1818"/>
                  </a:lnTo>
                  <a:lnTo>
                    <a:pt x="2391" y="2054"/>
                  </a:lnTo>
                  <a:lnTo>
                    <a:pt x="2358" y="2290"/>
                  </a:lnTo>
                  <a:lnTo>
                    <a:pt x="2290" y="2424"/>
                  </a:lnTo>
                  <a:lnTo>
                    <a:pt x="2189" y="2492"/>
                  </a:lnTo>
                  <a:lnTo>
                    <a:pt x="1886" y="2492"/>
                  </a:lnTo>
                  <a:lnTo>
                    <a:pt x="1550" y="2458"/>
                  </a:lnTo>
                  <a:lnTo>
                    <a:pt x="1280" y="2424"/>
                  </a:lnTo>
                  <a:lnTo>
                    <a:pt x="674" y="2424"/>
                  </a:lnTo>
                  <a:lnTo>
                    <a:pt x="371" y="2458"/>
                  </a:lnTo>
                  <a:lnTo>
                    <a:pt x="203" y="2424"/>
                  </a:lnTo>
                  <a:lnTo>
                    <a:pt x="136" y="2391"/>
                  </a:lnTo>
                  <a:lnTo>
                    <a:pt x="136" y="2323"/>
                  </a:lnTo>
                  <a:lnTo>
                    <a:pt x="136" y="2054"/>
                  </a:lnTo>
                  <a:lnTo>
                    <a:pt x="136" y="1785"/>
                  </a:lnTo>
                  <a:lnTo>
                    <a:pt x="203" y="1246"/>
                  </a:lnTo>
                  <a:lnTo>
                    <a:pt x="237" y="774"/>
                  </a:lnTo>
                  <a:lnTo>
                    <a:pt x="203" y="269"/>
                  </a:lnTo>
                  <a:lnTo>
                    <a:pt x="472" y="202"/>
                  </a:lnTo>
                  <a:lnTo>
                    <a:pt x="1449" y="202"/>
                  </a:lnTo>
                  <a:lnTo>
                    <a:pt x="1684" y="135"/>
                  </a:lnTo>
                  <a:close/>
                  <a:moveTo>
                    <a:pt x="1684" y="0"/>
                  </a:moveTo>
                  <a:lnTo>
                    <a:pt x="1247" y="67"/>
                  </a:lnTo>
                  <a:lnTo>
                    <a:pt x="472" y="67"/>
                  </a:lnTo>
                  <a:lnTo>
                    <a:pt x="237" y="135"/>
                  </a:lnTo>
                  <a:lnTo>
                    <a:pt x="237" y="101"/>
                  </a:lnTo>
                  <a:lnTo>
                    <a:pt x="203" y="67"/>
                  </a:lnTo>
                  <a:lnTo>
                    <a:pt x="169" y="67"/>
                  </a:lnTo>
                  <a:lnTo>
                    <a:pt x="136" y="101"/>
                  </a:lnTo>
                  <a:lnTo>
                    <a:pt x="102" y="404"/>
                  </a:lnTo>
                  <a:lnTo>
                    <a:pt x="68" y="741"/>
                  </a:lnTo>
                  <a:lnTo>
                    <a:pt x="68" y="1044"/>
                  </a:lnTo>
                  <a:lnTo>
                    <a:pt x="68" y="1347"/>
                  </a:lnTo>
                  <a:lnTo>
                    <a:pt x="1" y="1953"/>
                  </a:lnTo>
                  <a:lnTo>
                    <a:pt x="1" y="2222"/>
                  </a:lnTo>
                  <a:lnTo>
                    <a:pt x="1" y="2525"/>
                  </a:lnTo>
                  <a:lnTo>
                    <a:pt x="35" y="2559"/>
                  </a:lnTo>
                  <a:lnTo>
                    <a:pt x="68" y="2593"/>
                  </a:lnTo>
                  <a:lnTo>
                    <a:pt x="674" y="2593"/>
                  </a:lnTo>
                  <a:lnTo>
                    <a:pt x="1280" y="2559"/>
                  </a:lnTo>
                  <a:lnTo>
                    <a:pt x="1516" y="2593"/>
                  </a:lnTo>
                  <a:lnTo>
                    <a:pt x="1752" y="2626"/>
                  </a:lnTo>
                  <a:lnTo>
                    <a:pt x="1987" y="2660"/>
                  </a:lnTo>
                  <a:lnTo>
                    <a:pt x="2223" y="2660"/>
                  </a:lnTo>
                  <a:lnTo>
                    <a:pt x="2290" y="2626"/>
                  </a:lnTo>
                  <a:lnTo>
                    <a:pt x="2358" y="2593"/>
                  </a:lnTo>
                  <a:lnTo>
                    <a:pt x="2459" y="2458"/>
                  </a:lnTo>
                  <a:lnTo>
                    <a:pt x="2526" y="2290"/>
                  </a:lnTo>
                  <a:lnTo>
                    <a:pt x="2526" y="2088"/>
                  </a:lnTo>
                  <a:lnTo>
                    <a:pt x="2526" y="1650"/>
                  </a:lnTo>
                  <a:lnTo>
                    <a:pt x="2526" y="1347"/>
                  </a:lnTo>
                  <a:lnTo>
                    <a:pt x="2526" y="976"/>
                  </a:lnTo>
                  <a:lnTo>
                    <a:pt x="2526" y="572"/>
                  </a:lnTo>
                  <a:lnTo>
                    <a:pt x="2459" y="370"/>
                  </a:lnTo>
                  <a:lnTo>
                    <a:pt x="2391" y="202"/>
                  </a:lnTo>
                  <a:lnTo>
                    <a:pt x="2257" y="101"/>
                  </a:lnTo>
                  <a:lnTo>
                    <a:pt x="2088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66" name="Google Shape;1866;p12"/>
            <p:cNvSpPr/>
            <p:nvPr/>
          </p:nvSpPr>
          <p:spPr>
            <a:xfrm>
              <a:off x="3119407" y="4846668"/>
              <a:ext cx="139129" cy="87180"/>
            </a:xfrm>
            <a:custGeom>
              <a:avLst/>
              <a:gdLst/>
              <a:ahLst/>
              <a:cxnLst/>
              <a:rect l="l" t="t" r="r" b="b"/>
              <a:pathLst>
                <a:path w="2796" h="1752" extrusionOk="0">
                  <a:moveTo>
                    <a:pt x="506" y="102"/>
                  </a:moveTo>
                  <a:lnTo>
                    <a:pt x="910" y="135"/>
                  </a:lnTo>
                  <a:lnTo>
                    <a:pt x="1381" y="169"/>
                  </a:lnTo>
                  <a:lnTo>
                    <a:pt x="1819" y="203"/>
                  </a:lnTo>
                  <a:lnTo>
                    <a:pt x="2156" y="236"/>
                  </a:lnTo>
                  <a:lnTo>
                    <a:pt x="2492" y="236"/>
                  </a:lnTo>
                  <a:lnTo>
                    <a:pt x="2560" y="270"/>
                  </a:lnTo>
                  <a:lnTo>
                    <a:pt x="2593" y="337"/>
                  </a:lnTo>
                  <a:lnTo>
                    <a:pt x="2661" y="607"/>
                  </a:lnTo>
                  <a:lnTo>
                    <a:pt x="2661" y="876"/>
                  </a:lnTo>
                  <a:lnTo>
                    <a:pt x="2661" y="1078"/>
                  </a:lnTo>
                  <a:lnTo>
                    <a:pt x="2661" y="1246"/>
                  </a:lnTo>
                  <a:lnTo>
                    <a:pt x="2627" y="1448"/>
                  </a:lnTo>
                  <a:lnTo>
                    <a:pt x="2593" y="1516"/>
                  </a:lnTo>
                  <a:lnTo>
                    <a:pt x="2560" y="1549"/>
                  </a:lnTo>
                  <a:lnTo>
                    <a:pt x="2425" y="1617"/>
                  </a:lnTo>
                  <a:lnTo>
                    <a:pt x="2156" y="1617"/>
                  </a:lnTo>
                  <a:lnTo>
                    <a:pt x="1718" y="1583"/>
                  </a:lnTo>
                  <a:lnTo>
                    <a:pt x="1482" y="1549"/>
                  </a:lnTo>
                  <a:lnTo>
                    <a:pt x="1280" y="1549"/>
                  </a:lnTo>
                  <a:lnTo>
                    <a:pt x="708" y="1617"/>
                  </a:lnTo>
                  <a:lnTo>
                    <a:pt x="472" y="1583"/>
                  </a:lnTo>
                  <a:lnTo>
                    <a:pt x="405" y="1583"/>
                  </a:lnTo>
                  <a:lnTo>
                    <a:pt x="371" y="1549"/>
                  </a:lnTo>
                  <a:lnTo>
                    <a:pt x="338" y="1482"/>
                  </a:lnTo>
                  <a:lnTo>
                    <a:pt x="304" y="1280"/>
                  </a:lnTo>
                  <a:lnTo>
                    <a:pt x="304" y="741"/>
                  </a:lnTo>
                  <a:lnTo>
                    <a:pt x="304" y="203"/>
                  </a:lnTo>
                  <a:lnTo>
                    <a:pt x="304" y="169"/>
                  </a:lnTo>
                  <a:lnTo>
                    <a:pt x="270" y="135"/>
                  </a:lnTo>
                  <a:lnTo>
                    <a:pt x="506" y="102"/>
                  </a:lnTo>
                  <a:close/>
                  <a:moveTo>
                    <a:pt x="338" y="1"/>
                  </a:moveTo>
                  <a:lnTo>
                    <a:pt x="169" y="34"/>
                  </a:lnTo>
                  <a:lnTo>
                    <a:pt x="35" y="135"/>
                  </a:lnTo>
                  <a:lnTo>
                    <a:pt x="1" y="169"/>
                  </a:lnTo>
                  <a:lnTo>
                    <a:pt x="35" y="203"/>
                  </a:lnTo>
                  <a:lnTo>
                    <a:pt x="68" y="236"/>
                  </a:lnTo>
                  <a:lnTo>
                    <a:pt x="102" y="203"/>
                  </a:lnTo>
                  <a:lnTo>
                    <a:pt x="203" y="169"/>
                  </a:lnTo>
                  <a:lnTo>
                    <a:pt x="237" y="152"/>
                  </a:lnTo>
                  <a:lnTo>
                    <a:pt x="237" y="152"/>
                  </a:lnTo>
                  <a:lnTo>
                    <a:pt x="237" y="169"/>
                  </a:lnTo>
                  <a:lnTo>
                    <a:pt x="169" y="506"/>
                  </a:lnTo>
                  <a:lnTo>
                    <a:pt x="136" y="809"/>
                  </a:lnTo>
                  <a:lnTo>
                    <a:pt x="136" y="1011"/>
                  </a:lnTo>
                  <a:lnTo>
                    <a:pt x="169" y="1213"/>
                  </a:lnTo>
                  <a:lnTo>
                    <a:pt x="169" y="1415"/>
                  </a:lnTo>
                  <a:lnTo>
                    <a:pt x="169" y="1617"/>
                  </a:lnTo>
                  <a:lnTo>
                    <a:pt x="203" y="1684"/>
                  </a:lnTo>
                  <a:lnTo>
                    <a:pt x="237" y="1684"/>
                  </a:lnTo>
                  <a:lnTo>
                    <a:pt x="540" y="1718"/>
                  </a:lnTo>
                  <a:lnTo>
                    <a:pt x="843" y="1718"/>
                  </a:lnTo>
                  <a:lnTo>
                    <a:pt x="1482" y="1684"/>
                  </a:lnTo>
                  <a:lnTo>
                    <a:pt x="1718" y="1718"/>
                  </a:lnTo>
                  <a:lnTo>
                    <a:pt x="1954" y="1751"/>
                  </a:lnTo>
                  <a:lnTo>
                    <a:pt x="2459" y="1751"/>
                  </a:lnTo>
                  <a:lnTo>
                    <a:pt x="2593" y="1684"/>
                  </a:lnTo>
                  <a:lnTo>
                    <a:pt x="2728" y="1583"/>
                  </a:lnTo>
                  <a:lnTo>
                    <a:pt x="2762" y="1415"/>
                  </a:lnTo>
                  <a:lnTo>
                    <a:pt x="2795" y="1213"/>
                  </a:lnTo>
                  <a:lnTo>
                    <a:pt x="2795" y="842"/>
                  </a:lnTo>
                  <a:lnTo>
                    <a:pt x="2762" y="506"/>
                  </a:lnTo>
                  <a:lnTo>
                    <a:pt x="2694" y="304"/>
                  </a:lnTo>
                  <a:lnTo>
                    <a:pt x="2627" y="203"/>
                  </a:lnTo>
                  <a:lnTo>
                    <a:pt x="2560" y="135"/>
                  </a:lnTo>
                  <a:lnTo>
                    <a:pt x="2391" y="102"/>
                  </a:lnTo>
                  <a:lnTo>
                    <a:pt x="2223" y="135"/>
                  </a:lnTo>
                  <a:lnTo>
                    <a:pt x="2088" y="135"/>
                  </a:lnTo>
                  <a:lnTo>
                    <a:pt x="1920" y="102"/>
                  </a:lnTo>
                  <a:lnTo>
                    <a:pt x="1617" y="68"/>
                  </a:lnTo>
                  <a:lnTo>
                    <a:pt x="1146" y="34"/>
                  </a:lnTo>
                  <a:lnTo>
                    <a:pt x="674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67" name="Google Shape;1867;p12"/>
            <p:cNvSpPr/>
            <p:nvPr/>
          </p:nvSpPr>
          <p:spPr>
            <a:xfrm>
              <a:off x="3023918" y="5096314"/>
              <a:ext cx="127386" cy="50307"/>
            </a:xfrm>
            <a:custGeom>
              <a:avLst/>
              <a:gdLst/>
              <a:ahLst/>
              <a:cxnLst/>
              <a:rect l="l" t="t" r="r" b="b"/>
              <a:pathLst>
                <a:path w="2560" h="1011" extrusionOk="0">
                  <a:moveTo>
                    <a:pt x="1314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68"/>
                  </a:lnTo>
                  <a:lnTo>
                    <a:pt x="1" y="270"/>
                  </a:lnTo>
                  <a:lnTo>
                    <a:pt x="1" y="472"/>
                  </a:lnTo>
                  <a:lnTo>
                    <a:pt x="34" y="909"/>
                  </a:lnTo>
                  <a:lnTo>
                    <a:pt x="34" y="1010"/>
                  </a:lnTo>
                  <a:lnTo>
                    <a:pt x="169" y="1010"/>
                  </a:lnTo>
                  <a:lnTo>
                    <a:pt x="135" y="606"/>
                  </a:lnTo>
                  <a:lnTo>
                    <a:pt x="102" y="371"/>
                  </a:lnTo>
                  <a:lnTo>
                    <a:pt x="135" y="169"/>
                  </a:lnTo>
                  <a:lnTo>
                    <a:pt x="1280" y="135"/>
                  </a:lnTo>
                  <a:lnTo>
                    <a:pt x="1920" y="101"/>
                  </a:lnTo>
                  <a:lnTo>
                    <a:pt x="2257" y="101"/>
                  </a:lnTo>
                  <a:lnTo>
                    <a:pt x="2391" y="135"/>
                  </a:lnTo>
                  <a:lnTo>
                    <a:pt x="2425" y="169"/>
                  </a:lnTo>
                  <a:lnTo>
                    <a:pt x="2459" y="1010"/>
                  </a:lnTo>
                  <a:lnTo>
                    <a:pt x="2560" y="1010"/>
                  </a:lnTo>
                  <a:lnTo>
                    <a:pt x="2526" y="34"/>
                  </a:lnTo>
                  <a:lnTo>
                    <a:pt x="252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68" name="Google Shape;1868;p12"/>
            <p:cNvSpPr/>
            <p:nvPr/>
          </p:nvSpPr>
          <p:spPr>
            <a:xfrm>
              <a:off x="2330363" y="4724358"/>
              <a:ext cx="2218152" cy="422263"/>
            </a:xfrm>
            <a:custGeom>
              <a:avLst/>
              <a:gdLst/>
              <a:ahLst/>
              <a:cxnLst/>
              <a:rect l="l" t="t" r="r" b="b"/>
              <a:pathLst>
                <a:path w="44577" h="8486" extrusionOk="0">
                  <a:moveTo>
                    <a:pt x="2222" y="1"/>
                  </a:moveTo>
                  <a:lnTo>
                    <a:pt x="1583" y="35"/>
                  </a:lnTo>
                  <a:lnTo>
                    <a:pt x="1280" y="35"/>
                  </a:lnTo>
                  <a:lnTo>
                    <a:pt x="943" y="68"/>
                  </a:lnTo>
                  <a:lnTo>
                    <a:pt x="606" y="169"/>
                  </a:lnTo>
                  <a:lnTo>
                    <a:pt x="472" y="203"/>
                  </a:lnTo>
                  <a:lnTo>
                    <a:pt x="337" y="304"/>
                  </a:lnTo>
                  <a:lnTo>
                    <a:pt x="303" y="371"/>
                  </a:lnTo>
                  <a:lnTo>
                    <a:pt x="236" y="439"/>
                  </a:lnTo>
                  <a:lnTo>
                    <a:pt x="202" y="607"/>
                  </a:lnTo>
                  <a:lnTo>
                    <a:pt x="236" y="977"/>
                  </a:lnTo>
                  <a:lnTo>
                    <a:pt x="169" y="1583"/>
                  </a:lnTo>
                  <a:lnTo>
                    <a:pt x="135" y="2156"/>
                  </a:lnTo>
                  <a:lnTo>
                    <a:pt x="68" y="2762"/>
                  </a:lnTo>
                  <a:lnTo>
                    <a:pt x="34" y="3368"/>
                  </a:lnTo>
                  <a:lnTo>
                    <a:pt x="0" y="5927"/>
                  </a:lnTo>
                  <a:lnTo>
                    <a:pt x="0" y="7206"/>
                  </a:lnTo>
                  <a:lnTo>
                    <a:pt x="68" y="8485"/>
                  </a:lnTo>
                  <a:lnTo>
                    <a:pt x="202" y="8485"/>
                  </a:lnTo>
                  <a:lnTo>
                    <a:pt x="202" y="7475"/>
                  </a:lnTo>
                  <a:lnTo>
                    <a:pt x="236" y="6432"/>
                  </a:lnTo>
                  <a:lnTo>
                    <a:pt x="202" y="4378"/>
                  </a:lnTo>
                  <a:lnTo>
                    <a:pt x="236" y="3435"/>
                  </a:lnTo>
                  <a:lnTo>
                    <a:pt x="303" y="2492"/>
                  </a:lnTo>
                  <a:lnTo>
                    <a:pt x="371" y="1550"/>
                  </a:lnTo>
                  <a:lnTo>
                    <a:pt x="404" y="607"/>
                  </a:lnTo>
                  <a:lnTo>
                    <a:pt x="404" y="540"/>
                  </a:lnTo>
                  <a:lnTo>
                    <a:pt x="438" y="472"/>
                  </a:lnTo>
                  <a:lnTo>
                    <a:pt x="573" y="371"/>
                  </a:lnTo>
                  <a:lnTo>
                    <a:pt x="741" y="304"/>
                  </a:lnTo>
                  <a:lnTo>
                    <a:pt x="977" y="237"/>
                  </a:lnTo>
                  <a:lnTo>
                    <a:pt x="1280" y="169"/>
                  </a:lnTo>
                  <a:lnTo>
                    <a:pt x="1616" y="169"/>
                  </a:lnTo>
                  <a:lnTo>
                    <a:pt x="2323" y="136"/>
                  </a:lnTo>
                  <a:lnTo>
                    <a:pt x="3064" y="136"/>
                  </a:lnTo>
                  <a:lnTo>
                    <a:pt x="3737" y="169"/>
                  </a:lnTo>
                  <a:lnTo>
                    <a:pt x="4613" y="203"/>
                  </a:lnTo>
                  <a:lnTo>
                    <a:pt x="7475" y="270"/>
                  </a:lnTo>
                  <a:lnTo>
                    <a:pt x="8687" y="304"/>
                  </a:lnTo>
                  <a:lnTo>
                    <a:pt x="9192" y="270"/>
                  </a:lnTo>
                  <a:lnTo>
                    <a:pt x="19528" y="270"/>
                  </a:lnTo>
                  <a:lnTo>
                    <a:pt x="25588" y="304"/>
                  </a:lnTo>
                  <a:lnTo>
                    <a:pt x="31648" y="371"/>
                  </a:lnTo>
                  <a:lnTo>
                    <a:pt x="37675" y="439"/>
                  </a:lnTo>
                  <a:lnTo>
                    <a:pt x="43735" y="472"/>
                  </a:lnTo>
                  <a:lnTo>
                    <a:pt x="43870" y="573"/>
                  </a:lnTo>
                  <a:lnTo>
                    <a:pt x="44004" y="708"/>
                  </a:lnTo>
                  <a:lnTo>
                    <a:pt x="44105" y="843"/>
                  </a:lnTo>
                  <a:lnTo>
                    <a:pt x="44173" y="1045"/>
                  </a:lnTo>
                  <a:lnTo>
                    <a:pt x="44307" y="1449"/>
                  </a:lnTo>
                  <a:lnTo>
                    <a:pt x="44341" y="1920"/>
                  </a:lnTo>
                  <a:lnTo>
                    <a:pt x="44341" y="2391"/>
                  </a:lnTo>
                  <a:lnTo>
                    <a:pt x="44341" y="2829"/>
                  </a:lnTo>
                  <a:lnTo>
                    <a:pt x="44307" y="3570"/>
                  </a:lnTo>
                  <a:lnTo>
                    <a:pt x="44274" y="4815"/>
                  </a:lnTo>
                  <a:lnTo>
                    <a:pt x="44240" y="6061"/>
                  </a:lnTo>
                  <a:lnTo>
                    <a:pt x="44173" y="7273"/>
                  </a:lnTo>
                  <a:lnTo>
                    <a:pt x="44173" y="7879"/>
                  </a:lnTo>
                  <a:lnTo>
                    <a:pt x="44173" y="8485"/>
                  </a:lnTo>
                  <a:lnTo>
                    <a:pt x="44408" y="8485"/>
                  </a:lnTo>
                  <a:lnTo>
                    <a:pt x="44408" y="7644"/>
                  </a:lnTo>
                  <a:lnTo>
                    <a:pt x="44408" y="5792"/>
                  </a:lnTo>
                  <a:lnTo>
                    <a:pt x="44476" y="4411"/>
                  </a:lnTo>
                  <a:lnTo>
                    <a:pt x="44543" y="3031"/>
                  </a:lnTo>
                  <a:lnTo>
                    <a:pt x="44577" y="2391"/>
                  </a:lnTo>
                  <a:lnTo>
                    <a:pt x="44543" y="1987"/>
                  </a:lnTo>
                  <a:lnTo>
                    <a:pt x="44509" y="1583"/>
                  </a:lnTo>
                  <a:lnTo>
                    <a:pt x="44442" y="1213"/>
                  </a:lnTo>
                  <a:lnTo>
                    <a:pt x="44341" y="843"/>
                  </a:lnTo>
                  <a:lnTo>
                    <a:pt x="44240" y="708"/>
                  </a:lnTo>
                  <a:lnTo>
                    <a:pt x="44139" y="573"/>
                  </a:lnTo>
                  <a:lnTo>
                    <a:pt x="44038" y="439"/>
                  </a:lnTo>
                  <a:lnTo>
                    <a:pt x="43903" y="371"/>
                  </a:lnTo>
                  <a:lnTo>
                    <a:pt x="43870" y="270"/>
                  </a:lnTo>
                  <a:lnTo>
                    <a:pt x="43836" y="237"/>
                  </a:lnTo>
                  <a:lnTo>
                    <a:pt x="43802" y="237"/>
                  </a:lnTo>
                  <a:lnTo>
                    <a:pt x="37944" y="203"/>
                  </a:lnTo>
                  <a:lnTo>
                    <a:pt x="32052" y="136"/>
                  </a:lnTo>
                  <a:lnTo>
                    <a:pt x="26194" y="68"/>
                  </a:lnTo>
                  <a:lnTo>
                    <a:pt x="20336" y="35"/>
                  </a:lnTo>
                  <a:lnTo>
                    <a:pt x="6532" y="35"/>
                  </a:lnTo>
                  <a:lnTo>
                    <a:pt x="5151" y="68"/>
                  </a:lnTo>
                  <a:lnTo>
                    <a:pt x="4108" y="35"/>
                  </a:lnTo>
                  <a:lnTo>
                    <a:pt x="2828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69" name="Google Shape;1869;p12"/>
            <p:cNvSpPr/>
            <p:nvPr/>
          </p:nvSpPr>
          <p:spPr>
            <a:xfrm>
              <a:off x="4044197" y="5086262"/>
              <a:ext cx="127386" cy="60359"/>
            </a:xfrm>
            <a:custGeom>
              <a:avLst/>
              <a:gdLst/>
              <a:ahLst/>
              <a:cxnLst/>
              <a:rect l="l" t="t" r="r" b="b"/>
              <a:pathLst>
                <a:path w="2560" h="1213" extrusionOk="0">
                  <a:moveTo>
                    <a:pt x="270" y="0"/>
                  </a:moveTo>
                  <a:lnTo>
                    <a:pt x="102" y="34"/>
                  </a:lnTo>
                  <a:lnTo>
                    <a:pt x="34" y="68"/>
                  </a:lnTo>
                  <a:lnTo>
                    <a:pt x="1" y="101"/>
                  </a:lnTo>
                  <a:lnTo>
                    <a:pt x="1" y="135"/>
                  </a:lnTo>
                  <a:lnTo>
                    <a:pt x="34" y="169"/>
                  </a:lnTo>
                  <a:lnTo>
                    <a:pt x="102" y="202"/>
                  </a:lnTo>
                  <a:lnTo>
                    <a:pt x="68" y="404"/>
                  </a:lnTo>
                  <a:lnTo>
                    <a:pt x="68" y="573"/>
                  </a:lnTo>
                  <a:lnTo>
                    <a:pt x="102" y="977"/>
                  </a:lnTo>
                  <a:lnTo>
                    <a:pt x="102" y="1212"/>
                  </a:lnTo>
                  <a:lnTo>
                    <a:pt x="270" y="1212"/>
                  </a:lnTo>
                  <a:lnTo>
                    <a:pt x="236" y="674"/>
                  </a:lnTo>
                  <a:lnTo>
                    <a:pt x="169" y="169"/>
                  </a:lnTo>
                  <a:lnTo>
                    <a:pt x="708" y="169"/>
                  </a:lnTo>
                  <a:lnTo>
                    <a:pt x="1516" y="202"/>
                  </a:lnTo>
                  <a:lnTo>
                    <a:pt x="2223" y="202"/>
                  </a:lnTo>
                  <a:lnTo>
                    <a:pt x="2290" y="236"/>
                  </a:lnTo>
                  <a:lnTo>
                    <a:pt x="2324" y="337"/>
                  </a:lnTo>
                  <a:lnTo>
                    <a:pt x="2391" y="438"/>
                  </a:lnTo>
                  <a:lnTo>
                    <a:pt x="2391" y="573"/>
                  </a:lnTo>
                  <a:lnTo>
                    <a:pt x="2391" y="876"/>
                  </a:lnTo>
                  <a:lnTo>
                    <a:pt x="2391" y="1212"/>
                  </a:lnTo>
                  <a:lnTo>
                    <a:pt x="2526" y="1212"/>
                  </a:lnTo>
                  <a:lnTo>
                    <a:pt x="2526" y="977"/>
                  </a:lnTo>
                  <a:lnTo>
                    <a:pt x="2559" y="606"/>
                  </a:lnTo>
                  <a:lnTo>
                    <a:pt x="2526" y="404"/>
                  </a:lnTo>
                  <a:lnTo>
                    <a:pt x="2458" y="236"/>
                  </a:lnTo>
                  <a:lnTo>
                    <a:pt x="2391" y="169"/>
                  </a:lnTo>
                  <a:lnTo>
                    <a:pt x="2324" y="101"/>
                  </a:lnTo>
                  <a:lnTo>
                    <a:pt x="2223" y="68"/>
                  </a:lnTo>
                  <a:lnTo>
                    <a:pt x="2155" y="34"/>
                  </a:lnTo>
                  <a:lnTo>
                    <a:pt x="1718" y="34"/>
                  </a:lnTo>
                  <a:lnTo>
                    <a:pt x="57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grpSp>
        <p:nvGrpSpPr>
          <p:cNvPr id="1870" name="Google Shape;1870;p12"/>
          <p:cNvGrpSpPr/>
          <p:nvPr/>
        </p:nvGrpSpPr>
        <p:grpSpPr>
          <a:xfrm>
            <a:off x="892131" y="4842769"/>
            <a:ext cx="489240" cy="2019393"/>
            <a:chOff x="135698" y="3632076"/>
            <a:chExt cx="366930" cy="1514545"/>
          </a:xfrm>
        </p:grpSpPr>
        <p:sp>
          <p:nvSpPr>
            <p:cNvPr id="1871" name="Google Shape;1871;p12"/>
            <p:cNvSpPr/>
            <p:nvPr/>
          </p:nvSpPr>
          <p:spPr>
            <a:xfrm>
              <a:off x="135698" y="3632076"/>
              <a:ext cx="366930" cy="1514545"/>
            </a:xfrm>
            <a:custGeom>
              <a:avLst/>
              <a:gdLst/>
              <a:ahLst/>
              <a:cxnLst/>
              <a:rect l="l" t="t" r="r" b="b"/>
              <a:pathLst>
                <a:path w="7374" h="30437" extrusionOk="0">
                  <a:moveTo>
                    <a:pt x="2660" y="236"/>
                  </a:moveTo>
                  <a:lnTo>
                    <a:pt x="2862" y="270"/>
                  </a:lnTo>
                  <a:lnTo>
                    <a:pt x="2997" y="337"/>
                  </a:lnTo>
                  <a:lnTo>
                    <a:pt x="3131" y="404"/>
                  </a:lnTo>
                  <a:lnTo>
                    <a:pt x="3199" y="539"/>
                  </a:lnTo>
                  <a:lnTo>
                    <a:pt x="3266" y="674"/>
                  </a:lnTo>
                  <a:lnTo>
                    <a:pt x="3333" y="842"/>
                  </a:lnTo>
                  <a:lnTo>
                    <a:pt x="3401" y="1179"/>
                  </a:lnTo>
                  <a:lnTo>
                    <a:pt x="3468" y="1650"/>
                  </a:lnTo>
                  <a:lnTo>
                    <a:pt x="3535" y="2155"/>
                  </a:lnTo>
                  <a:lnTo>
                    <a:pt x="3569" y="3165"/>
                  </a:lnTo>
                  <a:lnTo>
                    <a:pt x="3603" y="3502"/>
                  </a:lnTo>
                  <a:lnTo>
                    <a:pt x="3670" y="3805"/>
                  </a:lnTo>
                  <a:lnTo>
                    <a:pt x="3535" y="3872"/>
                  </a:lnTo>
                  <a:lnTo>
                    <a:pt x="3502" y="3805"/>
                  </a:lnTo>
                  <a:lnTo>
                    <a:pt x="3468" y="3771"/>
                  </a:lnTo>
                  <a:lnTo>
                    <a:pt x="3367" y="3771"/>
                  </a:lnTo>
                  <a:lnTo>
                    <a:pt x="3367" y="3839"/>
                  </a:lnTo>
                  <a:lnTo>
                    <a:pt x="3367" y="3940"/>
                  </a:lnTo>
                  <a:lnTo>
                    <a:pt x="3030" y="4074"/>
                  </a:lnTo>
                  <a:lnTo>
                    <a:pt x="2727" y="4142"/>
                  </a:lnTo>
                  <a:lnTo>
                    <a:pt x="2357" y="4175"/>
                  </a:lnTo>
                  <a:lnTo>
                    <a:pt x="1987" y="4142"/>
                  </a:lnTo>
                  <a:lnTo>
                    <a:pt x="1583" y="4175"/>
                  </a:lnTo>
                  <a:lnTo>
                    <a:pt x="1381" y="4175"/>
                  </a:lnTo>
                  <a:lnTo>
                    <a:pt x="1145" y="4142"/>
                  </a:lnTo>
                  <a:lnTo>
                    <a:pt x="976" y="4108"/>
                  </a:lnTo>
                  <a:lnTo>
                    <a:pt x="808" y="4041"/>
                  </a:lnTo>
                  <a:lnTo>
                    <a:pt x="707" y="3872"/>
                  </a:lnTo>
                  <a:lnTo>
                    <a:pt x="640" y="3670"/>
                  </a:lnTo>
                  <a:lnTo>
                    <a:pt x="471" y="2896"/>
                  </a:lnTo>
                  <a:lnTo>
                    <a:pt x="337" y="2121"/>
                  </a:lnTo>
                  <a:lnTo>
                    <a:pt x="269" y="1751"/>
                  </a:lnTo>
                  <a:lnTo>
                    <a:pt x="236" y="1381"/>
                  </a:lnTo>
                  <a:lnTo>
                    <a:pt x="236" y="977"/>
                  </a:lnTo>
                  <a:lnTo>
                    <a:pt x="269" y="573"/>
                  </a:lnTo>
                  <a:lnTo>
                    <a:pt x="640" y="472"/>
                  </a:lnTo>
                  <a:lnTo>
                    <a:pt x="1044" y="371"/>
                  </a:lnTo>
                  <a:lnTo>
                    <a:pt x="1448" y="303"/>
                  </a:lnTo>
                  <a:lnTo>
                    <a:pt x="1886" y="236"/>
                  </a:lnTo>
                  <a:close/>
                  <a:moveTo>
                    <a:pt x="3401" y="4175"/>
                  </a:moveTo>
                  <a:lnTo>
                    <a:pt x="3502" y="4579"/>
                  </a:lnTo>
                  <a:lnTo>
                    <a:pt x="3603" y="5118"/>
                  </a:lnTo>
                  <a:lnTo>
                    <a:pt x="3603" y="5320"/>
                  </a:lnTo>
                  <a:lnTo>
                    <a:pt x="3636" y="5488"/>
                  </a:lnTo>
                  <a:lnTo>
                    <a:pt x="2997" y="5556"/>
                  </a:lnTo>
                  <a:lnTo>
                    <a:pt x="2357" y="5623"/>
                  </a:lnTo>
                  <a:lnTo>
                    <a:pt x="1818" y="5690"/>
                  </a:lnTo>
                  <a:lnTo>
                    <a:pt x="1549" y="5724"/>
                  </a:lnTo>
                  <a:lnTo>
                    <a:pt x="1313" y="5825"/>
                  </a:lnTo>
                  <a:lnTo>
                    <a:pt x="1313" y="5657"/>
                  </a:lnTo>
                  <a:lnTo>
                    <a:pt x="1279" y="5488"/>
                  </a:lnTo>
                  <a:lnTo>
                    <a:pt x="1212" y="5152"/>
                  </a:lnTo>
                  <a:lnTo>
                    <a:pt x="1178" y="4748"/>
                  </a:lnTo>
                  <a:lnTo>
                    <a:pt x="1145" y="4377"/>
                  </a:lnTo>
                  <a:lnTo>
                    <a:pt x="1482" y="4377"/>
                  </a:lnTo>
                  <a:lnTo>
                    <a:pt x="1785" y="4344"/>
                  </a:lnTo>
                  <a:lnTo>
                    <a:pt x="2222" y="4377"/>
                  </a:lnTo>
                  <a:lnTo>
                    <a:pt x="2626" y="4344"/>
                  </a:lnTo>
                  <a:lnTo>
                    <a:pt x="3030" y="4310"/>
                  </a:lnTo>
                  <a:lnTo>
                    <a:pt x="3199" y="4243"/>
                  </a:lnTo>
                  <a:lnTo>
                    <a:pt x="3401" y="4175"/>
                  </a:lnTo>
                  <a:close/>
                  <a:moveTo>
                    <a:pt x="3737" y="5724"/>
                  </a:moveTo>
                  <a:lnTo>
                    <a:pt x="3838" y="5758"/>
                  </a:lnTo>
                  <a:lnTo>
                    <a:pt x="3906" y="5791"/>
                  </a:lnTo>
                  <a:lnTo>
                    <a:pt x="3939" y="5892"/>
                  </a:lnTo>
                  <a:lnTo>
                    <a:pt x="3973" y="5993"/>
                  </a:lnTo>
                  <a:lnTo>
                    <a:pt x="4007" y="6263"/>
                  </a:lnTo>
                  <a:lnTo>
                    <a:pt x="3973" y="6532"/>
                  </a:lnTo>
                  <a:lnTo>
                    <a:pt x="2593" y="6700"/>
                  </a:lnTo>
                  <a:lnTo>
                    <a:pt x="2020" y="6768"/>
                  </a:lnTo>
                  <a:lnTo>
                    <a:pt x="1751" y="6835"/>
                  </a:lnTo>
                  <a:lnTo>
                    <a:pt x="1448" y="6936"/>
                  </a:lnTo>
                  <a:lnTo>
                    <a:pt x="1279" y="6667"/>
                  </a:lnTo>
                  <a:lnTo>
                    <a:pt x="1212" y="6532"/>
                  </a:lnTo>
                  <a:lnTo>
                    <a:pt x="1145" y="6397"/>
                  </a:lnTo>
                  <a:lnTo>
                    <a:pt x="1111" y="6229"/>
                  </a:lnTo>
                  <a:lnTo>
                    <a:pt x="1111" y="6061"/>
                  </a:lnTo>
                  <a:lnTo>
                    <a:pt x="1246" y="6061"/>
                  </a:lnTo>
                  <a:lnTo>
                    <a:pt x="1414" y="6027"/>
                  </a:lnTo>
                  <a:lnTo>
                    <a:pt x="1684" y="5960"/>
                  </a:lnTo>
                  <a:lnTo>
                    <a:pt x="2290" y="5859"/>
                  </a:lnTo>
                  <a:lnTo>
                    <a:pt x="2896" y="5791"/>
                  </a:lnTo>
                  <a:lnTo>
                    <a:pt x="3737" y="5724"/>
                  </a:lnTo>
                  <a:close/>
                  <a:moveTo>
                    <a:pt x="3771" y="6801"/>
                  </a:moveTo>
                  <a:lnTo>
                    <a:pt x="3771" y="6835"/>
                  </a:lnTo>
                  <a:lnTo>
                    <a:pt x="3771" y="7374"/>
                  </a:lnTo>
                  <a:lnTo>
                    <a:pt x="3838" y="7946"/>
                  </a:lnTo>
                  <a:lnTo>
                    <a:pt x="3906" y="8518"/>
                  </a:lnTo>
                  <a:lnTo>
                    <a:pt x="3973" y="9057"/>
                  </a:lnTo>
                  <a:lnTo>
                    <a:pt x="4040" y="9798"/>
                  </a:lnTo>
                  <a:lnTo>
                    <a:pt x="4175" y="10505"/>
                  </a:lnTo>
                  <a:lnTo>
                    <a:pt x="4276" y="10942"/>
                  </a:lnTo>
                  <a:lnTo>
                    <a:pt x="4444" y="11380"/>
                  </a:lnTo>
                  <a:lnTo>
                    <a:pt x="4815" y="12188"/>
                  </a:lnTo>
                  <a:lnTo>
                    <a:pt x="4411" y="12323"/>
                  </a:lnTo>
                  <a:lnTo>
                    <a:pt x="3973" y="12424"/>
                  </a:lnTo>
                  <a:lnTo>
                    <a:pt x="3131" y="12525"/>
                  </a:lnTo>
                  <a:lnTo>
                    <a:pt x="2694" y="12559"/>
                  </a:lnTo>
                  <a:lnTo>
                    <a:pt x="2458" y="12592"/>
                  </a:lnTo>
                  <a:lnTo>
                    <a:pt x="2256" y="12660"/>
                  </a:lnTo>
                  <a:lnTo>
                    <a:pt x="2222" y="11919"/>
                  </a:lnTo>
                  <a:lnTo>
                    <a:pt x="2155" y="11178"/>
                  </a:lnTo>
                  <a:lnTo>
                    <a:pt x="1987" y="9697"/>
                  </a:lnTo>
                  <a:lnTo>
                    <a:pt x="1953" y="9057"/>
                  </a:lnTo>
                  <a:lnTo>
                    <a:pt x="1886" y="8384"/>
                  </a:lnTo>
                  <a:lnTo>
                    <a:pt x="1785" y="7744"/>
                  </a:lnTo>
                  <a:lnTo>
                    <a:pt x="1684" y="7407"/>
                  </a:lnTo>
                  <a:lnTo>
                    <a:pt x="1583" y="7104"/>
                  </a:lnTo>
                  <a:lnTo>
                    <a:pt x="1886" y="7071"/>
                  </a:lnTo>
                  <a:lnTo>
                    <a:pt x="2222" y="7037"/>
                  </a:lnTo>
                  <a:lnTo>
                    <a:pt x="2862" y="6936"/>
                  </a:lnTo>
                  <a:lnTo>
                    <a:pt x="3771" y="6801"/>
                  </a:lnTo>
                  <a:close/>
                  <a:moveTo>
                    <a:pt x="5185" y="12256"/>
                  </a:moveTo>
                  <a:lnTo>
                    <a:pt x="5185" y="12424"/>
                  </a:lnTo>
                  <a:lnTo>
                    <a:pt x="5252" y="12592"/>
                  </a:lnTo>
                  <a:lnTo>
                    <a:pt x="5320" y="12761"/>
                  </a:lnTo>
                  <a:lnTo>
                    <a:pt x="5421" y="12929"/>
                  </a:lnTo>
                  <a:lnTo>
                    <a:pt x="5623" y="13232"/>
                  </a:lnTo>
                  <a:lnTo>
                    <a:pt x="5892" y="13535"/>
                  </a:lnTo>
                  <a:lnTo>
                    <a:pt x="6161" y="13804"/>
                  </a:lnTo>
                  <a:lnTo>
                    <a:pt x="6431" y="14107"/>
                  </a:lnTo>
                  <a:lnTo>
                    <a:pt x="6666" y="14410"/>
                  </a:lnTo>
                  <a:lnTo>
                    <a:pt x="6734" y="14579"/>
                  </a:lnTo>
                  <a:lnTo>
                    <a:pt x="6801" y="14747"/>
                  </a:lnTo>
                  <a:lnTo>
                    <a:pt x="6868" y="14983"/>
                  </a:lnTo>
                  <a:lnTo>
                    <a:pt x="6868" y="15252"/>
                  </a:lnTo>
                  <a:lnTo>
                    <a:pt x="6868" y="15488"/>
                  </a:lnTo>
                  <a:lnTo>
                    <a:pt x="6835" y="15723"/>
                  </a:lnTo>
                  <a:lnTo>
                    <a:pt x="6700" y="16228"/>
                  </a:lnTo>
                  <a:lnTo>
                    <a:pt x="6532" y="16700"/>
                  </a:lnTo>
                  <a:lnTo>
                    <a:pt x="6363" y="17171"/>
                  </a:lnTo>
                  <a:lnTo>
                    <a:pt x="6229" y="17676"/>
                  </a:lnTo>
                  <a:lnTo>
                    <a:pt x="6161" y="17912"/>
                  </a:lnTo>
                  <a:lnTo>
                    <a:pt x="6128" y="18147"/>
                  </a:lnTo>
                  <a:lnTo>
                    <a:pt x="6128" y="18383"/>
                  </a:lnTo>
                  <a:lnTo>
                    <a:pt x="6161" y="18652"/>
                  </a:lnTo>
                  <a:lnTo>
                    <a:pt x="5320" y="18821"/>
                  </a:lnTo>
                  <a:lnTo>
                    <a:pt x="4882" y="18888"/>
                  </a:lnTo>
                  <a:lnTo>
                    <a:pt x="4444" y="18955"/>
                  </a:lnTo>
                  <a:lnTo>
                    <a:pt x="3636" y="19023"/>
                  </a:lnTo>
                  <a:lnTo>
                    <a:pt x="3232" y="19090"/>
                  </a:lnTo>
                  <a:lnTo>
                    <a:pt x="2862" y="19191"/>
                  </a:lnTo>
                  <a:lnTo>
                    <a:pt x="2727" y="18888"/>
                  </a:lnTo>
                  <a:lnTo>
                    <a:pt x="2559" y="18619"/>
                  </a:lnTo>
                  <a:lnTo>
                    <a:pt x="2323" y="18383"/>
                  </a:lnTo>
                  <a:lnTo>
                    <a:pt x="2088" y="18147"/>
                  </a:lnTo>
                  <a:lnTo>
                    <a:pt x="1852" y="17945"/>
                  </a:lnTo>
                  <a:lnTo>
                    <a:pt x="1650" y="17710"/>
                  </a:lnTo>
                  <a:lnTo>
                    <a:pt x="1515" y="17508"/>
                  </a:lnTo>
                  <a:lnTo>
                    <a:pt x="1381" y="17272"/>
                  </a:lnTo>
                  <a:lnTo>
                    <a:pt x="1279" y="17003"/>
                  </a:lnTo>
                  <a:lnTo>
                    <a:pt x="1212" y="16733"/>
                  </a:lnTo>
                  <a:lnTo>
                    <a:pt x="1145" y="16464"/>
                  </a:lnTo>
                  <a:lnTo>
                    <a:pt x="1111" y="16161"/>
                  </a:lnTo>
                  <a:lnTo>
                    <a:pt x="1111" y="15757"/>
                  </a:lnTo>
                  <a:lnTo>
                    <a:pt x="1178" y="15319"/>
                  </a:lnTo>
                  <a:lnTo>
                    <a:pt x="1279" y="14915"/>
                  </a:lnTo>
                  <a:lnTo>
                    <a:pt x="1414" y="14511"/>
                  </a:lnTo>
                  <a:lnTo>
                    <a:pt x="1684" y="13703"/>
                  </a:lnTo>
                  <a:lnTo>
                    <a:pt x="1818" y="13299"/>
                  </a:lnTo>
                  <a:lnTo>
                    <a:pt x="1919" y="12929"/>
                  </a:lnTo>
                  <a:lnTo>
                    <a:pt x="2357" y="12862"/>
                  </a:lnTo>
                  <a:lnTo>
                    <a:pt x="2795" y="12828"/>
                  </a:lnTo>
                  <a:lnTo>
                    <a:pt x="3704" y="12660"/>
                  </a:lnTo>
                  <a:lnTo>
                    <a:pt x="4007" y="12626"/>
                  </a:lnTo>
                  <a:lnTo>
                    <a:pt x="4343" y="12559"/>
                  </a:lnTo>
                  <a:lnTo>
                    <a:pt x="4646" y="12491"/>
                  </a:lnTo>
                  <a:lnTo>
                    <a:pt x="4916" y="12390"/>
                  </a:lnTo>
                  <a:lnTo>
                    <a:pt x="4983" y="12357"/>
                  </a:lnTo>
                  <a:lnTo>
                    <a:pt x="5050" y="12323"/>
                  </a:lnTo>
                  <a:lnTo>
                    <a:pt x="5185" y="12256"/>
                  </a:lnTo>
                  <a:close/>
                  <a:moveTo>
                    <a:pt x="2054" y="0"/>
                  </a:moveTo>
                  <a:lnTo>
                    <a:pt x="1549" y="34"/>
                  </a:lnTo>
                  <a:lnTo>
                    <a:pt x="1044" y="135"/>
                  </a:lnTo>
                  <a:lnTo>
                    <a:pt x="539" y="270"/>
                  </a:lnTo>
                  <a:lnTo>
                    <a:pt x="303" y="337"/>
                  </a:lnTo>
                  <a:lnTo>
                    <a:pt x="101" y="472"/>
                  </a:lnTo>
                  <a:lnTo>
                    <a:pt x="67" y="505"/>
                  </a:lnTo>
                  <a:lnTo>
                    <a:pt x="67" y="539"/>
                  </a:lnTo>
                  <a:lnTo>
                    <a:pt x="67" y="573"/>
                  </a:lnTo>
                  <a:lnTo>
                    <a:pt x="101" y="606"/>
                  </a:lnTo>
                  <a:lnTo>
                    <a:pt x="34" y="808"/>
                  </a:lnTo>
                  <a:lnTo>
                    <a:pt x="0" y="1010"/>
                  </a:lnTo>
                  <a:lnTo>
                    <a:pt x="0" y="1414"/>
                  </a:lnTo>
                  <a:lnTo>
                    <a:pt x="67" y="1852"/>
                  </a:lnTo>
                  <a:lnTo>
                    <a:pt x="135" y="2256"/>
                  </a:lnTo>
                  <a:lnTo>
                    <a:pt x="236" y="2828"/>
                  </a:lnTo>
                  <a:lnTo>
                    <a:pt x="370" y="3401"/>
                  </a:lnTo>
                  <a:lnTo>
                    <a:pt x="404" y="3738"/>
                  </a:lnTo>
                  <a:lnTo>
                    <a:pt x="438" y="3940"/>
                  </a:lnTo>
                  <a:lnTo>
                    <a:pt x="505" y="4108"/>
                  </a:lnTo>
                  <a:lnTo>
                    <a:pt x="606" y="4209"/>
                  </a:lnTo>
                  <a:lnTo>
                    <a:pt x="673" y="4276"/>
                  </a:lnTo>
                  <a:lnTo>
                    <a:pt x="808" y="4344"/>
                  </a:lnTo>
                  <a:lnTo>
                    <a:pt x="909" y="4377"/>
                  </a:lnTo>
                  <a:lnTo>
                    <a:pt x="943" y="4815"/>
                  </a:lnTo>
                  <a:lnTo>
                    <a:pt x="976" y="5253"/>
                  </a:lnTo>
                  <a:lnTo>
                    <a:pt x="1010" y="5589"/>
                  </a:lnTo>
                  <a:lnTo>
                    <a:pt x="1044" y="5791"/>
                  </a:lnTo>
                  <a:lnTo>
                    <a:pt x="1145" y="5926"/>
                  </a:lnTo>
                  <a:lnTo>
                    <a:pt x="1111" y="5960"/>
                  </a:lnTo>
                  <a:lnTo>
                    <a:pt x="1077" y="5892"/>
                  </a:lnTo>
                  <a:lnTo>
                    <a:pt x="1010" y="5892"/>
                  </a:lnTo>
                  <a:lnTo>
                    <a:pt x="943" y="6027"/>
                  </a:lnTo>
                  <a:lnTo>
                    <a:pt x="943" y="6162"/>
                  </a:lnTo>
                  <a:lnTo>
                    <a:pt x="943" y="6296"/>
                  </a:lnTo>
                  <a:lnTo>
                    <a:pt x="976" y="6465"/>
                  </a:lnTo>
                  <a:lnTo>
                    <a:pt x="1111" y="6768"/>
                  </a:lnTo>
                  <a:lnTo>
                    <a:pt x="1279" y="7003"/>
                  </a:lnTo>
                  <a:lnTo>
                    <a:pt x="1212" y="7037"/>
                  </a:lnTo>
                  <a:lnTo>
                    <a:pt x="1178" y="7071"/>
                  </a:lnTo>
                  <a:lnTo>
                    <a:pt x="1212" y="7104"/>
                  </a:lnTo>
                  <a:lnTo>
                    <a:pt x="1381" y="7104"/>
                  </a:lnTo>
                  <a:lnTo>
                    <a:pt x="1482" y="7744"/>
                  </a:lnTo>
                  <a:lnTo>
                    <a:pt x="1583" y="8417"/>
                  </a:lnTo>
                  <a:lnTo>
                    <a:pt x="1684" y="9057"/>
                  </a:lnTo>
                  <a:lnTo>
                    <a:pt x="1751" y="9697"/>
                  </a:lnTo>
                  <a:lnTo>
                    <a:pt x="1886" y="11212"/>
                  </a:lnTo>
                  <a:lnTo>
                    <a:pt x="1953" y="11986"/>
                  </a:lnTo>
                  <a:lnTo>
                    <a:pt x="1987" y="12727"/>
                  </a:lnTo>
                  <a:lnTo>
                    <a:pt x="1987" y="12761"/>
                  </a:lnTo>
                  <a:lnTo>
                    <a:pt x="1919" y="12828"/>
                  </a:lnTo>
                  <a:lnTo>
                    <a:pt x="1919" y="12794"/>
                  </a:lnTo>
                  <a:lnTo>
                    <a:pt x="1852" y="12828"/>
                  </a:lnTo>
                  <a:lnTo>
                    <a:pt x="1785" y="12929"/>
                  </a:lnTo>
                  <a:lnTo>
                    <a:pt x="1684" y="13165"/>
                  </a:lnTo>
                  <a:lnTo>
                    <a:pt x="1549" y="13636"/>
                  </a:lnTo>
                  <a:lnTo>
                    <a:pt x="1313" y="14141"/>
                  </a:lnTo>
                  <a:lnTo>
                    <a:pt x="1145" y="14680"/>
                  </a:lnTo>
                  <a:lnTo>
                    <a:pt x="1010" y="15218"/>
                  </a:lnTo>
                  <a:lnTo>
                    <a:pt x="909" y="15791"/>
                  </a:lnTo>
                  <a:lnTo>
                    <a:pt x="909" y="16296"/>
                  </a:lnTo>
                  <a:lnTo>
                    <a:pt x="943" y="16767"/>
                  </a:lnTo>
                  <a:lnTo>
                    <a:pt x="1077" y="17238"/>
                  </a:lnTo>
                  <a:lnTo>
                    <a:pt x="1145" y="17440"/>
                  </a:lnTo>
                  <a:lnTo>
                    <a:pt x="1279" y="17676"/>
                  </a:lnTo>
                  <a:lnTo>
                    <a:pt x="1414" y="17912"/>
                  </a:lnTo>
                  <a:lnTo>
                    <a:pt x="1616" y="18114"/>
                  </a:lnTo>
                  <a:lnTo>
                    <a:pt x="2020" y="18484"/>
                  </a:lnTo>
                  <a:lnTo>
                    <a:pt x="2189" y="18652"/>
                  </a:lnTo>
                  <a:lnTo>
                    <a:pt x="2391" y="18854"/>
                  </a:lnTo>
                  <a:lnTo>
                    <a:pt x="2525" y="19090"/>
                  </a:lnTo>
                  <a:lnTo>
                    <a:pt x="2626" y="19359"/>
                  </a:lnTo>
                  <a:lnTo>
                    <a:pt x="2660" y="19427"/>
                  </a:lnTo>
                  <a:lnTo>
                    <a:pt x="2727" y="19460"/>
                  </a:lnTo>
                  <a:lnTo>
                    <a:pt x="2761" y="19460"/>
                  </a:lnTo>
                  <a:lnTo>
                    <a:pt x="2828" y="19427"/>
                  </a:lnTo>
                  <a:lnTo>
                    <a:pt x="2963" y="19764"/>
                  </a:lnTo>
                  <a:lnTo>
                    <a:pt x="3098" y="20134"/>
                  </a:lnTo>
                  <a:lnTo>
                    <a:pt x="3199" y="20471"/>
                  </a:lnTo>
                  <a:lnTo>
                    <a:pt x="3266" y="20841"/>
                  </a:lnTo>
                  <a:lnTo>
                    <a:pt x="3333" y="21582"/>
                  </a:lnTo>
                  <a:lnTo>
                    <a:pt x="3434" y="22322"/>
                  </a:lnTo>
                  <a:lnTo>
                    <a:pt x="3704" y="24107"/>
                  </a:lnTo>
                  <a:lnTo>
                    <a:pt x="3838" y="24982"/>
                  </a:lnTo>
                  <a:lnTo>
                    <a:pt x="3939" y="25891"/>
                  </a:lnTo>
                  <a:lnTo>
                    <a:pt x="4074" y="27036"/>
                  </a:lnTo>
                  <a:lnTo>
                    <a:pt x="4209" y="28181"/>
                  </a:lnTo>
                  <a:lnTo>
                    <a:pt x="4411" y="29325"/>
                  </a:lnTo>
                  <a:lnTo>
                    <a:pt x="4680" y="30436"/>
                  </a:lnTo>
                  <a:lnTo>
                    <a:pt x="4983" y="30436"/>
                  </a:lnTo>
                  <a:lnTo>
                    <a:pt x="4781" y="29797"/>
                  </a:lnTo>
                  <a:lnTo>
                    <a:pt x="4613" y="29123"/>
                  </a:lnTo>
                  <a:lnTo>
                    <a:pt x="4444" y="28181"/>
                  </a:lnTo>
                  <a:lnTo>
                    <a:pt x="4343" y="27271"/>
                  </a:lnTo>
                  <a:lnTo>
                    <a:pt x="4141" y="25386"/>
                  </a:lnTo>
                  <a:lnTo>
                    <a:pt x="3872" y="23669"/>
                  </a:lnTo>
                  <a:lnTo>
                    <a:pt x="3603" y="21986"/>
                  </a:lnTo>
                  <a:lnTo>
                    <a:pt x="3535" y="21312"/>
                  </a:lnTo>
                  <a:lnTo>
                    <a:pt x="3434" y="20639"/>
                  </a:lnTo>
                  <a:lnTo>
                    <a:pt x="3367" y="20302"/>
                  </a:lnTo>
                  <a:lnTo>
                    <a:pt x="3266" y="19966"/>
                  </a:lnTo>
                  <a:lnTo>
                    <a:pt x="3165" y="19663"/>
                  </a:lnTo>
                  <a:lnTo>
                    <a:pt x="2997" y="19393"/>
                  </a:lnTo>
                  <a:lnTo>
                    <a:pt x="3939" y="19225"/>
                  </a:lnTo>
                  <a:lnTo>
                    <a:pt x="4882" y="19124"/>
                  </a:lnTo>
                  <a:lnTo>
                    <a:pt x="5488" y="19056"/>
                  </a:lnTo>
                  <a:lnTo>
                    <a:pt x="5757" y="18989"/>
                  </a:lnTo>
                  <a:lnTo>
                    <a:pt x="6060" y="18888"/>
                  </a:lnTo>
                  <a:lnTo>
                    <a:pt x="6060" y="18888"/>
                  </a:lnTo>
                  <a:lnTo>
                    <a:pt x="6027" y="19663"/>
                  </a:lnTo>
                  <a:lnTo>
                    <a:pt x="6027" y="20437"/>
                  </a:lnTo>
                  <a:lnTo>
                    <a:pt x="6094" y="21211"/>
                  </a:lnTo>
                  <a:lnTo>
                    <a:pt x="6161" y="21986"/>
                  </a:lnTo>
                  <a:lnTo>
                    <a:pt x="6363" y="23568"/>
                  </a:lnTo>
                  <a:lnTo>
                    <a:pt x="6532" y="25083"/>
                  </a:lnTo>
                  <a:lnTo>
                    <a:pt x="7070" y="30436"/>
                  </a:lnTo>
                  <a:lnTo>
                    <a:pt x="7373" y="30436"/>
                  </a:lnTo>
                  <a:lnTo>
                    <a:pt x="7104" y="27777"/>
                  </a:lnTo>
                  <a:lnTo>
                    <a:pt x="6801" y="25083"/>
                  </a:lnTo>
                  <a:lnTo>
                    <a:pt x="6498" y="21952"/>
                  </a:lnTo>
                  <a:lnTo>
                    <a:pt x="6195" y="18821"/>
                  </a:lnTo>
                  <a:lnTo>
                    <a:pt x="6262" y="19023"/>
                  </a:lnTo>
                  <a:lnTo>
                    <a:pt x="6296" y="19056"/>
                  </a:lnTo>
                  <a:lnTo>
                    <a:pt x="6330" y="19090"/>
                  </a:lnTo>
                  <a:lnTo>
                    <a:pt x="6431" y="19124"/>
                  </a:lnTo>
                  <a:lnTo>
                    <a:pt x="6498" y="19056"/>
                  </a:lnTo>
                  <a:lnTo>
                    <a:pt x="6532" y="19023"/>
                  </a:lnTo>
                  <a:lnTo>
                    <a:pt x="6532" y="18955"/>
                  </a:lnTo>
                  <a:lnTo>
                    <a:pt x="6464" y="18686"/>
                  </a:lnTo>
                  <a:lnTo>
                    <a:pt x="6431" y="18450"/>
                  </a:lnTo>
                  <a:lnTo>
                    <a:pt x="6431" y="18181"/>
                  </a:lnTo>
                  <a:lnTo>
                    <a:pt x="6464" y="17945"/>
                  </a:lnTo>
                  <a:lnTo>
                    <a:pt x="6565" y="17440"/>
                  </a:lnTo>
                  <a:lnTo>
                    <a:pt x="6734" y="16935"/>
                  </a:lnTo>
                  <a:lnTo>
                    <a:pt x="6868" y="16430"/>
                  </a:lnTo>
                  <a:lnTo>
                    <a:pt x="7037" y="15925"/>
                  </a:lnTo>
                  <a:lnTo>
                    <a:pt x="7104" y="15420"/>
                  </a:lnTo>
                  <a:lnTo>
                    <a:pt x="7104" y="15185"/>
                  </a:lnTo>
                  <a:lnTo>
                    <a:pt x="7104" y="14915"/>
                  </a:lnTo>
                  <a:lnTo>
                    <a:pt x="7070" y="14713"/>
                  </a:lnTo>
                  <a:lnTo>
                    <a:pt x="7037" y="14545"/>
                  </a:lnTo>
                  <a:lnTo>
                    <a:pt x="6868" y="14208"/>
                  </a:lnTo>
                  <a:lnTo>
                    <a:pt x="6666" y="13905"/>
                  </a:lnTo>
                  <a:lnTo>
                    <a:pt x="6397" y="13636"/>
                  </a:lnTo>
                  <a:lnTo>
                    <a:pt x="6060" y="13266"/>
                  </a:lnTo>
                  <a:lnTo>
                    <a:pt x="5757" y="12862"/>
                  </a:lnTo>
                  <a:lnTo>
                    <a:pt x="5623" y="12660"/>
                  </a:lnTo>
                  <a:lnTo>
                    <a:pt x="5488" y="12458"/>
                  </a:lnTo>
                  <a:lnTo>
                    <a:pt x="5387" y="12222"/>
                  </a:lnTo>
                  <a:lnTo>
                    <a:pt x="5320" y="11953"/>
                  </a:lnTo>
                  <a:lnTo>
                    <a:pt x="5286" y="11919"/>
                  </a:lnTo>
                  <a:lnTo>
                    <a:pt x="5219" y="11919"/>
                  </a:lnTo>
                  <a:lnTo>
                    <a:pt x="5185" y="11953"/>
                  </a:lnTo>
                  <a:lnTo>
                    <a:pt x="5185" y="12087"/>
                  </a:lnTo>
                  <a:lnTo>
                    <a:pt x="5118" y="12054"/>
                  </a:lnTo>
                  <a:lnTo>
                    <a:pt x="5050" y="12054"/>
                  </a:lnTo>
                  <a:lnTo>
                    <a:pt x="5017" y="12087"/>
                  </a:lnTo>
                  <a:lnTo>
                    <a:pt x="4983" y="11919"/>
                  </a:lnTo>
                  <a:lnTo>
                    <a:pt x="4882" y="11751"/>
                  </a:lnTo>
                  <a:lnTo>
                    <a:pt x="4613" y="11111"/>
                  </a:lnTo>
                  <a:lnTo>
                    <a:pt x="4478" y="10808"/>
                  </a:lnTo>
                  <a:lnTo>
                    <a:pt x="4411" y="10437"/>
                  </a:lnTo>
                  <a:lnTo>
                    <a:pt x="4242" y="9596"/>
                  </a:lnTo>
                  <a:lnTo>
                    <a:pt x="4141" y="8687"/>
                  </a:lnTo>
                  <a:lnTo>
                    <a:pt x="4141" y="8350"/>
                  </a:lnTo>
                  <a:lnTo>
                    <a:pt x="4108" y="7710"/>
                  </a:lnTo>
                  <a:lnTo>
                    <a:pt x="4074" y="7374"/>
                  </a:lnTo>
                  <a:lnTo>
                    <a:pt x="4007" y="7104"/>
                  </a:lnTo>
                  <a:lnTo>
                    <a:pt x="3939" y="6902"/>
                  </a:lnTo>
                  <a:lnTo>
                    <a:pt x="3872" y="6835"/>
                  </a:lnTo>
                  <a:lnTo>
                    <a:pt x="3838" y="6801"/>
                  </a:lnTo>
                  <a:lnTo>
                    <a:pt x="3973" y="6801"/>
                  </a:lnTo>
                  <a:lnTo>
                    <a:pt x="4007" y="6835"/>
                  </a:lnTo>
                  <a:lnTo>
                    <a:pt x="4141" y="6835"/>
                  </a:lnTo>
                  <a:lnTo>
                    <a:pt x="4209" y="6734"/>
                  </a:lnTo>
                  <a:lnTo>
                    <a:pt x="4343" y="6734"/>
                  </a:lnTo>
                  <a:lnTo>
                    <a:pt x="4411" y="6700"/>
                  </a:lnTo>
                  <a:lnTo>
                    <a:pt x="4444" y="6667"/>
                  </a:lnTo>
                  <a:lnTo>
                    <a:pt x="4444" y="6566"/>
                  </a:lnTo>
                  <a:lnTo>
                    <a:pt x="4377" y="6498"/>
                  </a:lnTo>
                  <a:lnTo>
                    <a:pt x="4343" y="6465"/>
                  </a:lnTo>
                  <a:lnTo>
                    <a:pt x="4276" y="6465"/>
                  </a:lnTo>
                  <a:lnTo>
                    <a:pt x="4209" y="6498"/>
                  </a:lnTo>
                  <a:lnTo>
                    <a:pt x="4209" y="6027"/>
                  </a:lnTo>
                  <a:lnTo>
                    <a:pt x="4141" y="5556"/>
                  </a:lnTo>
                  <a:lnTo>
                    <a:pt x="4108" y="5488"/>
                  </a:lnTo>
                  <a:lnTo>
                    <a:pt x="4040" y="5455"/>
                  </a:lnTo>
                  <a:lnTo>
                    <a:pt x="3771" y="5488"/>
                  </a:lnTo>
                  <a:lnTo>
                    <a:pt x="3838" y="5320"/>
                  </a:lnTo>
                  <a:lnTo>
                    <a:pt x="3838" y="5152"/>
                  </a:lnTo>
                  <a:lnTo>
                    <a:pt x="3771" y="4815"/>
                  </a:lnTo>
                  <a:lnTo>
                    <a:pt x="3704" y="4445"/>
                  </a:lnTo>
                  <a:lnTo>
                    <a:pt x="3603" y="4074"/>
                  </a:lnTo>
                  <a:lnTo>
                    <a:pt x="3737" y="4007"/>
                  </a:lnTo>
                  <a:lnTo>
                    <a:pt x="3838" y="4074"/>
                  </a:lnTo>
                  <a:lnTo>
                    <a:pt x="3906" y="4108"/>
                  </a:lnTo>
                  <a:lnTo>
                    <a:pt x="3973" y="4108"/>
                  </a:lnTo>
                  <a:lnTo>
                    <a:pt x="4007" y="4041"/>
                  </a:lnTo>
                  <a:lnTo>
                    <a:pt x="4007" y="3940"/>
                  </a:lnTo>
                  <a:lnTo>
                    <a:pt x="3906" y="3738"/>
                  </a:lnTo>
                  <a:lnTo>
                    <a:pt x="3805" y="3502"/>
                  </a:lnTo>
                  <a:lnTo>
                    <a:pt x="3771" y="3232"/>
                  </a:lnTo>
                  <a:lnTo>
                    <a:pt x="3771" y="2929"/>
                  </a:lnTo>
                  <a:lnTo>
                    <a:pt x="3737" y="2357"/>
                  </a:lnTo>
                  <a:lnTo>
                    <a:pt x="3737" y="1852"/>
                  </a:lnTo>
                  <a:lnTo>
                    <a:pt x="3704" y="1448"/>
                  </a:lnTo>
                  <a:lnTo>
                    <a:pt x="3636" y="977"/>
                  </a:lnTo>
                  <a:lnTo>
                    <a:pt x="3603" y="775"/>
                  </a:lnTo>
                  <a:lnTo>
                    <a:pt x="3535" y="539"/>
                  </a:lnTo>
                  <a:lnTo>
                    <a:pt x="3434" y="371"/>
                  </a:lnTo>
                  <a:lnTo>
                    <a:pt x="3333" y="236"/>
                  </a:lnTo>
                  <a:lnTo>
                    <a:pt x="3199" y="135"/>
                  </a:lnTo>
                  <a:lnTo>
                    <a:pt x="3064" y="68"/>
                  </a:lnTo>
                  <a:lnTo>
                    <a:pt x="2896" y="34"/>
                  </a:lnTo>
                  <a:lnTo>
                    <a:pt x="272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72" name="Google Shape;1872;p12"/>
            <p:cNvSpPr/>
            <p:nvPr/>
          </p:nvSpPr>
          <p:spPr>
            <a:xfrm>
              <a:off x="201033" y="4280399"/>
              <a:ext cx="263081" cy="258055"/>
            </a:xfrm>
            <a:custGeom>
              <a:avLst/>
              <a:gdLst/>
              <a:ahLst/>
              <a:cxnLst/>
              <a:rect l="l" t="t" r="r" b="b"/>
              <a:pathLst>
                <a:path w="5287" h="5186" extrusionOk="0">
                  <a:moveTo>
                    <a:pt x="2997" y="237"/>
                  </a:moveTo>
                  <a:lnTo>
                    <a:pt x="3333" y="304"/>
                  </a:lnTo>
                  <a:lnTo>
                    <a:pt x="3670" y="439"/>
                  </a:lnTo>
                  <a:lnTo>
                    <a:pt x="3603" y="439"/>
                  </a:lnTo>
                  <a:lnTo>
                    <a:pt x="3535" y="506"/>
                  </a:lnTo>
                  <a:lnTo>
                    <a:pt x="3434" y="607"/>
                  </a:lnTo>
                  <a:lnTo>
                    <a:pt x="3300" y="775"/>
                  </a:lnTo>
                  <a:lnTo>
                    <a:pt x="3232" y="876"/>
                  </a:lnTo>
                  <a:lnTo>
                    <a:pt x="3232" y="910"/>
                  </a:lnTo>
                  <a:lnTo>
                    <a:pt x="3232" y="977"/>
                  </a:lnTo>
                  <a:lnTo>
                    <a:pt x="3266" y="1011"/>
                  </a:lnTo>
                  <a:lnTo>
                    <a:pt x="3300" y="1045"/>
                  </a:lnTo>
                  <a:lnTo>
                    <a:pt x="3401" y="1011"/>
                  </a:lnTo>
                  <a:lnTo>
                    <a:pt x="3468" y="977"/>
                  </a:lnTo>
                  <a:lnTo>
                    <a:pt x="3603" y="809"/>
                  </a:lnTo>
                  <a:lnTo>
                    <a:pt x="3704" y="674"/>
                  </a:lnTo>
                  <a:lnTo>
                    <a:pt x="3737" y="674"/>
                  </a:lnTo>
                  <a:lnTo>
                    <a:pt x="3737" y="641"/>
                  </a:lnTo>
                  <a:lnTo>
                    <a:pt x="3771" y="641"/>
                  </a:lnTo>
                  <a:lnTo>
                    <a:pt x="3805" y="607"/>
                  </a:lnTo>
                  <a:lnTo>
                    <a:pt x="3805" y="540"/>
                  </a:lnTo>
                  <a:lnTo>
                    <a:pt x="3771" y="472"/>
                  </a:lnTo>
                  <a:lnTo>
                    <a:pt x="3973" y="607"/>
                  </a:lnTo>
                  <a:lnTo>
                    <a:pt x="4175" y="742"/>
                  </a:lnTo>
                  <a:lnTo>
                    <a:pt x="4545" y="1045"/>
                  </a:lnTo>
                  <a:lnTo>
                    <a:pt x="4680" y="1247"/>
                  </a:lnTo>
                  <a:lnTo>
                    <a:pt x="4815" y="1415"/>
                  </a:lnTo>
                  <a:lnTo>
                    <a:pt x="4949" y="1617"/>
                  </a:lnTo>
                  <a:lnTo>
                    <a:pt x="5017" y="1819"/>
                  </a:lnTo>
                  <a:lnTo>
                    <a:pt x="5084" y="1987"/>
                  </a:lnTo>
                  <a:lnTo>
                    <a:pt x="5118" y="2189"/>
                  </a:lnTo>
                  <a:lnTo>
                    <a:pt x="5084" y="2189"/>
                  </a:lnTo>
                  <a:lnTo>
                    <a:pt x="4949" y="2257"/>
                  </a:lnTo>
                  <a:lnTo>
                    <a:pt x="4815" y="2324"/>
                  </a:lnTo>
                  <a:lnTo>
                    <a:pt x="4545" y="2425"/>
                  </a:lnTo>
                  <a:lnTo>
                    <a:pt x="4512" y="2459"/>
                  </a:lnTo>
                  <a:lnTo>
                    <a:pt x="4478" y="2492"/>
                  </a:lnTo>
                  <a:lnTo>
                    <a:pt x="4512" y="2526"/>
                  </a:lnTo>
                  <a:lnTo>
                    <a:pt x="4545" y="2560"/>
                  </a:lnTo>
                  <a:lnTo>
                    <a:pt x="4680" y="2593"/>
                  </a:lnTo>
                  <a:lnTo>
                    <a:pt x="4848" y="2593"/>
                  </a:lnTo>
                  <a:lnTo>
                    <a:pt x="4983" y="2526"/>
                  </a:lnTo>
                  <a:lnTo>
                    <a:pt x="5118" y="2459"/>
                  </a:lnTo>
                  <a:lnTo>
                    <a:pt x="5118" y="2728"/>
                  </a:lnTo>
                  <a:lnTo>
                    <a:pt x="5050" y="2997"/>
                  </a:lnTo>
                  <a:lnTo>
                    <a:pt x="4949" y="3233"/>
                  </a:lnTo>
                  <a:lnTo>
                    <a:pt x="4848" y="3469"/>
                  </a:lnTo>
                  <a:lnTo>
                    <a:pt x="4714" y="3435"/>
                  </a:lnTo>
                  <a:lnTo>
                    <a:pt x="4613" y="3401"/>
                  </a:lnTo>
                  <a:lnTo>
                    <a:pt x="4478" y="3435"/>
                  </a:lnTo>
                  <a:lnTo>
                    <a:pt x="4377" y="3469"/>
                  </a:lnTo>
                  <a:lnTo>
                    <a:pt x="4377" y="3502"/>
                  </a:lnTo>
                  <a:lnTo>
                    <a:pt x="4377" y="3536"/>
                  </a:lnTo>
                  <a:lnTo>
                    <a:pt x="4545" y="3637"/>
                  </a:lnTo>
                  <a:lnTo>
                    <a:pt x="4714" y="3671"/>
                  </a:lnTo>
                  <a:lnTo>
                    <a:pt x="4579" y="3873"/>
                  </a:lnTo>
                  <a:lnTo>
                    <a:pt x="4411" y="4075"/>
                  </a:lnTo>
                  <a:lnTo>
                    <a:pt x="4209" y="4243"/>
                  </a:lnTo>
                  <a:lnTo>
                    <a:pt x="4040" y="4411"/>
                  </a:lnTo>
                  <a:lnTo>
                    <a:pt x="3838" y="4546"/>
                  </a:lnTo>
                  <a:lnTo>
                    <a:pt x="3603" y="4681"/>
                  </a:lnTo>
                  <a:lnTo>
                    <a:pt x="3401" y="4782"/>
                  </a:lnTo>
                  <a:lnTo>
                    <a:pt x="3165" y="4883"/>
                  </a:lnTo>
                  <a:lnTo>
                    <a:pt x="3165" y="4815"/>
                  </a:lnTo>
                  <a:lnTo>
                    <a:pt x="3098" y="4580"/>
                  </a:lnTo>
                  <a:lnTo>
                    <a:pt x="3064" y="4479"/>
                  </a:lnTo>
                  <a:lnTo>
                    <a:pt x="3030" y="4411"/>
                  </a:lnTo>
                  <a:lnTo>
                    <a:pt x="2997" y="4378"/>
                  </a:lnTo>
                  <a:lnTo>
                    <a:pt x="2929" y="4378"/>
                  </a:lnTo>
                  <a:lnTo>
                    <a:pt x="2896" y="4411"/>
                  </a:lnTo>
                  <a:lnTo>
                    <a:pt x="2862" y="4479"/>
                  </a:lnTo>
                  <a:lnTo>
                    <a:pt x="2862" y="4647"/>
                  </a:lnTo>
                  <a:lnTo>
                    <a:pt x="2896" y="4782"/>
                  </a:lnTo>
                  <a:lnTo>
                    <a:pt x="2963" y="4916"/>
                  </a:lnTo>
                  <a:lnTo>
                    <a:pt x="2727" y="4950"/>
                  </a:lnTo>
                  <a:lnTo>
                    <a:pt x="2323" y="4950"/>
                  </a:lnTo>
                  <a:lnTo>
                    <a:pt x="1953" y="4849"/>
                  </a:lnTo>
                  <a:lnTo>
                    <a:pt x="2054" y="4580"/>
                  </a:lnTo>
                  <a:lnTo>
                    <a:pt x="2088" y="4277"/>
                  </a:lnTo>
                  <a:lnTo>
                    <a:pt x="2054" y="4243"/>
                  </a:lnTo>
                  <a:lnTo>
                    <a:pt x="2020" y="4243"/>
                  </a:lnTo>
                  <a:lnTo>
                    <a:pt x="1953" y="4378"/>
                  </a:lnTo>
                  <a:lnTo>
                    <a:pt x="1852" y="4479"/>
                  </a:lnTo>
                  <a:lnTo>
                    <a:pt x="1751" y="4748"/>
                  </a:lnTo>
                  <a:lnTo>
                    <a:pt x="1751" y="4782"/>
                  </a:lnTo>
                  <a:lnTo>
                    <a:pt x="1549" y="4647"/>
                  </a:lnTo>
                  <a:lnTo>
                    <a:pt x="1347" y="4512"/>
                  </a:lnTo>
                  <a:lnTo>
                    <a:pt x="1145" y="4378"/>
                  </a:lnTo>
                  <a:lnTo>
                    <a:pt x="977" y="4209"/>
                  </a:lnTo>
                  <a:lnTo>
                    <a:pt x="1044" y="4108"/>
                  </a:lnTo>
                  <a:lnTo>
                    <a:pt x="1212" y="4007"/>
                  </a:lnTo>
                  <a:lnTo>
                    <a:pt x="1246" y="3940"/>
                  </a:lnTo>
                  <a:lnTo>
                    <a:pt x="1280" y="3873"/>
                  </a:lnTo>
                  <a:lnTo>
                    <a:pt x="1145" y="3873"/>
                  </a:lnTo>
                  <a:lnTo>
                    <a:pt x="977" y="3940"/>
                  </a:lnTo>
                  <a:lnTo>
                    <a:pt x="808" y="4041"/>
                  </a:lnTo>
                  <a:lnTo>
                    <a:pt x="674" y="3805"/>
                  </a:lnTo>
                  <a:lnTo>
                    <a:pt x="505" y="3570"/>
                  </a:lnTo>
                  <a:lnTo>
                    <a:pt x="404" y="3334"/>
                  </a:lnTo>
                  <a:lnTo>
                    <a:pt x="303" y="3065"/>
                  </a:lnTo>
                  <a:lnTo>
                    <a:pt x="573" y="3132"/>
                  </a:lnTo>
                  <a:lnTo>
                    <a:pt x="808" y="3098"/>
                  </a:lnTo>
                  <a:lnTo>
                    <a:pt x="876" y="3065"/>
                  </a:lnTo>
                  <a:lnTo>
                    <a:pt x="876" y="2997"/>
                  </a:lnTo>
                  <a:lnTo>
                    <a:pt x="842" y="2930"/>
                  </a:lnTo>
                  <a:lnTo>
                    <a:pt x="775" y="2896"/>
                  </a:lnTo>
                  <a:lnTo>
                    <a:pt x="270" y="2896"/>
                  </a:lnTo>
                  <a:lnTo>
                    <a:pt x="236" y="2661"/>
                  </a:lnTo>
                  <a:lnTo>
                    <a:pt x="236" y="2257"/>
                  </a:lnTo>
                  <a:lnTo>
                    <a:pt x="303" y="1886"/>
                  </a:lnTo>
                  <a:lnTo>
                    <a:pt x="438" y="1550"/>
                  </a:lnTo>
                  <a:lnTo>
                    <a:pt x="640" y="1247"/>
                  </a:lnTo>
                  <a:lnTo>
                    <a:pt x="876" y="977"/>
                  </a:lnTo>
                  <a:lnTo>
                    <a:pt x="1179" y="775"/>
                  </a:lnTo>
                  <a:lnTo>
                    <a:pt x="1482" y="573"/>
                  </a:lnTo>
                  <a:lnTo>
                    <a:pt x="1818" y="439"/>
                  </a:lnTo>
                  <a:lnTo>
                    <a:pt x="1886" y="506"/>
                  </a:lnTo>
                  <a:lnTo>
                    <a:pt x="1919" y="506"/>
                  </a:lnTo>
                  <a:lnTo>
                    <a:pt x="1987" y="472"/>
                  </a:lnTo>
                  <a:lnTo>
                    <a:pt x="2222" y="338"/>
                  </a:lnTo>
                  <a:lnTo>
                    <a:pt x="2290" y="338"/>
                  </a:lnTo>
                  <a:lnTo>
                    <a:pt x="2357" y="304"/>
                  </a:lnTo>
                  <a:lnTo>
                    <a:pt x="2660" y="237"/>
                  </a:lnTo>
                  <a:close/>
                  <a:moveTo>
                    <a:pt x="2626" y="1"/>
                  </a:moveTo>
                  <a:lnTo>
                    <a:pt x="2391" y="35"/>
                  </a:lnTo>
                  <a:lnTo>
                    <a:pt x="2155" y="102"/>
                  </a:lnTo>
                  <a:lnTo>
                    <a:pt x="1953" y="203"/>
                  </a:lnTo>
                  <a:lnTo>
                    <a:pt x="1717" y="237"/>
                  </a:lnTo>
                  <a:lnTo>
                    <a:pt x="1515" y="304"/>
                  </a:lnTo>
                  <a:lnTo>
                    <a:pt x="1313" y="371"/>
                  </a:lnTo>
                  <a:lnTo>
                    <a:pt x="1111" y="506"/>
                  </a:lnTo>
                  <a:lnTo>
                    <a:pt x="943" y="607"/>
                  </a:lnTo>
                  <a:lnTo>
                    <a:pt x="775" y="775"/>
                  </a:lnTo>
                  <a:lnTo>
                    <a:pt x="606" y="910"/>
                  </a:lnTo>
                  <a:lnTo>
                    <a:pt x="472" y="1112"/>
                  </a:lnTo>
                  <a:lnTo>
                    <a:pt x="270" y="1482"/>
                  </a:lnTo>
                  <a:lnTo>
                    <a:pt x="101" y="1920"/>
                  </a:lnTo>
                  <a:lnTo>
                    <a:pt x="0" y="2358"/>
                  </a:lnTo>
                  <a:lnTo>
                    <a:pt x="0" y="2593"/>
                  </a:lnTo>
                  <a:lnTo>
                    <a:pt x="0" y="2829"/>
                  </a:lnTo>
                  <a:lnTo>
                    <a:pt x="101" y="3199"/>
                  </a:lnTo>
                  <a:lnTo>
                    <a:pt x="236" y="3570"/>
                  </a:lnTo>
                  <a:lnTo>
                    <a:pt x="438" y="3940"/>
                  </a:lnTo>
                  <a:lnTo>
                    <a:pt x="674" y="4277"/>
                  </a:lnTo>
                  <a:lnTo>
                    <a:pt x="707" y="4310"/>
                  </a:lnTo>
                  <a:lnTo>
                    <a:pt x="741" y="4344"/>
                  </a:lnTo>
                  <a:lnTo>
                    <a:pt x="977" y="4546"/>
                  </a:lnTo>
                  <a:lnTo>
                    <a:pt x="1212" y="4748"/>
                  </a:lnTo>
                  <a:lnTo>
                    <a:pt x="1482" y="4883"/>
                  </a:lnTo>
                  <a:lnTo>
                    <a:pt x="1751" y="5017"/>
                  </a:lnTo>
                  <a:lnTo>
                    <a:pt x="2054" y="5118"/>
                  </a:lnTo>
                  <a:lnTo>
                    <a:pt x="2323" y="5186"/>
                  </a:lnTo>
                  <a:lnTo>
                    <a:pt x="2929" y="5186"/>
                  </a:lnTo>
                  <a:lnTo>
                    <a:pt x="3232" y="5118"/>
                  </a:lnTo>
                  <a:lnTo>
                    <a:pt x="3502" y="5017"/>
                  </a:lnTo>
                  <a:lnTo>
                    <a:pt x="3805" y="4883"/>
                  </a:lnTo>
                  <a:lnTo>
                    <a:pt x="4040" y="4714"/>
                  </a:lnTo>
                  <a:lnTo>
                    <a:pt x="4276" y="4546"/>
                  </a:lnTo>
                  <a:lnTo>
                    <a:pt x="4512" y="4310"/>
                  </a:lnTo>
                  <a:lnTo>
                    <a:pt x="4680" y="4108"/>
                  </a:lnTo>
                  <a:lnTo>
                    <a:pt x="4848" y="3839"/>
                  </a:lnTo>
                  <a:lnTo>
                    <a:pt x="5017" y="3603"/>
                  </a:lnTo>
                  <a:lnTo>
                    <a:pt x="5118" y="3300"/>
                  </a:lnTo>
                  <a:lnTo>
                    <a:pt x="5219" y="3031"/>
                  </a:lnTo>
                  <a:lnTo>
                    <a:pt x="5286" y="2728"/>
                  </a:lnTo>
                  <a:lnTo>
                    <a:pt x="5286" y="2459"/>
                  </a:lnTo>
                  <a:lnTo>
                    <a:pt x="5286" y="2156"/>
                  </a:lnTo>
                  <a:lnTo>
                    <a:pt x="5252" y="1853"/>
                  </a:lnTo>
                  <a:lnTo>
                    <a:pt x="5151" y="1550"/>
                  </a:lnTo>
                  <a:lnTo>
                    <a:pt x="5050" y="1348"/>
                  </a:lnTo>
                  <a:lnTo>
                    <a:pt x="4949" y="1146"/>
                  </a:lnTo>
                  <a:lnTo>
                    <a:pt x="4781" y="977"/>
                  </a:lnTo>
                  <a:lnTo>
                    <a:pt x="4613" y="775"/>
                  </a:lnTo>
                  <a:lnTo>
                    <a:pt x="4444" y="607"/>
                  </a:lnTo>
                  <a:lnTo>
                    <a:pt x="4242" y="472"/>
                  </a:lnTo>
                  <a:lnTo>
                    <a:pt x="4040" y="338"/>
                  </a:lnTo>
                  <a:lnTo>
                    <a:pt x="3805" y="237"/>
                  </a:lnTo>
                  <a:lnTo>
                    <a:pt x="3569" y="136"/>
                  </a:lnTo>
                  <a:lnTo>
                    <a:pt x="3333" y="68"/>
                  </a:lnTo>
                  <a:lnTo>
                    <a:pt x="3098" y="35"/>
                  </a:lnTo>
                  <a:lnTo>
                    <a:pt x="286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73" name="Google Shape;1873;p12"/>
            <p:cNvSpPr/>
            <p:nvPr/>
          </p:nvSpPr>
          <p:spPr>
            <a:xfrm>
              <a:off x="397038" y="4345734"/>
              <a:ext cx="30204" cy="20153"/>
            </a:xfrm>
            <a:custGeom>
              <a:avLst/>
              <a:gdLst/>
              <a:ahLst/>
              <a:cxnLst/>
              <a:rect l="l" t="t" r="r" b="b"/>
              <a:pathLst>
                <a:path w="607" h="405" extrusionOk="0">
                  <a:moveTo>
                    <a:pt x="337" y="1"/>
                  </a:moveTo>
                  <a:lnTo>
                    <a:pt x="202" y="102"/>
                  </a:lnTo>
                  <a:lnTo>
                    <a:pt x="68" y="203"/>
                  </a:lnTo>
                  <a:lnTo>
                    <a:pt x="0" y="371"/>
                  </a:lnTo>
                  <a:lnTo>
                    <a:pt x="0" y="405"/>
                  </a:lnTo>
                  <a:lnTo>
                    <a:pt x="34" y="405"/>
                  </a:lnTo>
                  <a:lnTo>
                    <a:pt x="303" y="304"/>
                  </a:lnTo>
                  <a:lnTo>
                    <a:pt x="438" y="237"/>
                  </a:lnTo>
                  <a:lnTo>
                    <a:pt x="539" y="203"/>
                  </a:lnTo>
                  <a:lnTo>
                    <a:pt x="573" y="136"/>
                  </a:lnTo>
                  <a:lnTo>
                    <a:pt x="606" y="102"/>
                  </a:lnTo>
                  <a:lnTo>
                    <a:pt x="573" y="35"/>
                  </a:lnTo>
                  <a:lnTo>
                    <a:pt x="5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74" name="Google Shape;1874;p12"/>
            <p:cNvSpPr/>
            <p:nvPr/>
          </p:nvSpPr>
          <p:spPr>
            <a:xfrm>
              <a:off x="256316" y="4325631"/>
              <a:ext cx="28512" cy="25179"/>
            </a:xfrm>
            <a:custGeom>
              <a:avLst/>
              <a:gdLst/>
              <a:ahLst/>
              <a:cxnLst/>
              <a:rect l="l" t="t" r="r" b="b"/>
              <a:pathLst>
                <a:path w="573" h="506" extrusionOk="0">
                  <a:moveTo>
                    <a:pt x="101" y="1"/>
                  </a:moveTo>
                  <a:lnTo>
                    <a:pt x="34" y="35"/>
                  </a:lnTo>
                  <a:lnTo>
                    <a:pt x="0" y="102"/>
                  </a:lnTo>
                  <a:lnTo>
                    <a:pt x="34" y="136"/>
                  </a:lnTo>
                  <a:lnTo>
                    <a:pt x="101" y="237"/>
                  </a:lnTo>
                  <a:lnTo>
                    <a:pt x="202" y="338"/>
                  </a:lnTo>
                  <a:lnTo>
                    <a:pt x="303" y="439"/>
                  </a:lnTo>
                  <a:lnTo>
                    <a:pt x="438" y="506"/>
                  </a:lnTo>
                  <a:lnTo>
                    <a:pt x="505" y="506"/>
                  </a:lnTo>
                  <a:lnTo>
                    <a:pt x="539" y="439"/>
                  </a:lnTo>
                  <a:lnTo>
                    <a:pt x="573" y="371"/>
                  </a:lnTo>
                  <a:lnTo>
                    <a:pt x="539" y="304"/>
                  </a:lnTo>
                  <a:lnTo>
                    <a:pt x="337" y="169"/>
                  </a:lnTo>
                  <a:lnTo>
                    <a:pt x="135" y="35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75" name="Google Shape;1875;p12"/>
            <p:cNvSpPr/>
            <p:nvPr/>
          </p:nvSpPr>
          <p:spPr>
            <a:xfrm>
              <a:off x="217752" y="4367529"/>
              <a:ext cx="38614" cy="13435"/>
            </a:xfrm>
            <a:custGeom>
              <a:avLst/>
              <a:gdLst/>
              <a:ahLst/>
              <a:cxnLst/>
              <a:rect l="l" t="t" r="r" b="b"/>
              <a:pathLst>
                <a:path w="776" h="270" extrusionOk="0">
                  <a:moveTo>
                    <a:pt x="169" y="1"/>
                  </a:moveTo>
                  <a:lnTo>
                    <a:pt x="68" y="34"/>
                  </a:lnTo>
                  <a:lnTo>
                    <a:pt x="1" y="102"/>
                  </a:lnTo>
                  <a:lnTo>
                    <a:pt x="1" y="135"/>
                  </a:lnTo>
                  <a:lnTo>
                    <a:pt x="35" y="169"/>
                  </a:lnTo>
                  <a:lnTo>
                    <a:pt x="169" y="203"/>
                  </a:lnTo>
                  <a:lnTo>
                    <a:pt x="371" y="203"/>
                  </a:lnTo>
                  <a:lnTo>
                    <a:pt x="573" y="270"/>
                  </a:lnTo>
                  <a:lnTo>
                    <a:pt x="674" y="270"/>
                  </a:lnTo>
                  <a:lnTo>
                    <a:pt x="742" y="236"/>
                  </a:lnTo>
                  <a:lnTo>
                    <a:pt x="775" y="203"/>
                  </a:lnTo>
                  <a:lnTo>
                    <a:pt x="775" y="135"/>
                  </a:lnTo>
                  <a:lnTo>
                    <a:pt x="742" y="68"/>
                  </a:lnTo>
                  <a:lnTo>
                    <a:pt x="641" y="34"/>
                  </a:lnTo>
                  <a:lnTo>
                    <a:pt x="40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76" name="Google Shape;1876;p12"/>
            <p:cNvSpPr/>
            <p:nvPr/>
          </p:nvSpPr>
          <p:spPr>
            <a:xfrm>
              <a:off x="159135" y="3657205"/>
              <a:ext cx="145797" cy="152514"/>
            </a:xfrm>
            <a:custGeom>
              <a:avLst/>
              <a:gdLst/>
              <a:ahLst/>
              <a:cxnLst/>
              <a:rect l="l" t="t" r="r" b="b"/>
              <a:pathLst>
                <a:path w="2930" h="3065" extrusionOk="0">
                  <a:moveTo>
                    <a:pt x="1920" y="472"/>
                  </a:moveTo>
                  <a:lnTo>
                    <a:pt x="2391" y="505"/>
                  </a:lnTo>
                  <a:lnTo>
                    <a:pt x="2391" y="707"/>
                  </a:lnTo>
                  <a:lnTo>
                    <a:pt x="2391" y="943"/>
                  </a:lnTo>
                  <a:lnTo>
                    <a:pt x="2425" y="1347"/>
                  </a:lnTo>
                  <a:lnTo>
                    <a:pt x="2021" y="1347"/>
                  </a:lnTo>
                  <a:lnTo>
                    <a:pt x="1617" y="1381"/>
                  </a:lnTo>
                  <a:lnTo>
                    <a:pt x="1482" y="943"/>
                  </a:lnTo>
                  <a:lnTo>
                    <a:pt x="1381" y="472"/>
                  </a:lnTo>
                  <a:close/>
                  <a:moveTo>
                    <a:pt x="1078" y="539"/>
                  </a:moveTo>
                  <a:lnTo>
                    <a:pt x="1179" y="1010"/>
                  </a:lnTo>
                  <a:lnTo>
                    <a:pt x="1246" y="1414"/>
                  </a:lnTo>
                  <a:lnTo>
                    <a:pt x="1145" y="1414"/>
                  </a:lnTo>
                  <a:lnTo>
                    <a:pt x="775" y="1482"/>
                  </a:lnTo>
                  <a:lnTo>
                    <a:pt x="573" y="1515"/>
                  </a:lnTo>
                  <a:lnTo>
                    <a:pt x="404" y="1616"/>
                  </a:lnTo>
                  <a:lnTo>
                    <a:pt x="270" y="1179"/>
                  </a:lnTo>
                  <a:lnTo>
                    <a:pt x="202" y="1010"/>
                  </a:lnTo>
                  <a:lnTo>
                    <a:pt x="135" y="808"/>
                  </a:lnTo>
                  <a:lnTo>
                    <a:pt x="707" y="674"/>
                  </a:lnTo>
                  <a:lnTo>
                    <a:pt x="910" y="640"/>
                  </a:lnTo>
                  <a:lnTo>
                    <a:pt x="1011" y="606"/>
                  </a:lnTo>
                  <a:lnTo>
                    <a:pt x="1078" y="539"/>
                  </a:lnTo>
                  <a:close/>
                  <a:moveTo>
                    <a:pt x="2458" y="1616"/>
                  </a:moveTo>
                  <a:lnTo>
                    <a:pt x="2526" y="2189"/>
                  </a:lnTo>
                  <a:lnTo>
                    <a:pt x="2593" y="2458"/>
                  </a:lnTo>
                  <a:lnTo>
                    <a:pt x="2660" y="2727"/>
                  </a:lnTo>
                  <a:lnTo>
                    <a:pt x="2458" y="2694"/>
                  </a:lnTo>
                  <a:lnTo>
                    <a:pt x="2223" y="2694"/>
                  </a:lnTo>
                  <a:lnTo>
                    <a:pt x="1819" y="2727"/>
                  </a:lnTo>
                  <a:lnTo>
                    <a:pt x="1246" y="2727"/>
                  </a:lnTo>
                  <a:lnTo>
                    <a:pt x="674" y="2795"/>
                  </a:lnTo>
                  <a:lnTo>
                    <a:pt x="539" y="2290"/>
                  </a:lnTo>
                  <a:lnTo>
                    <a:pt x="438" y="1785"/>
                  </a:lnTo>
                  <a:lnTo>
                    <a:pt x="640" y="1785"/>
                  </a:lnTo>
                  <a:lnTo>
                    <a:pt x="876" y="1751"/>
                  </a:lnTo>
                  <a:lnTo>
                    <a:pt x="1314" y="1650"/>
                  </a:lnTo>
                  <a:lnTo>
                    <a:pt x="1381" y="1785"/>
                  </a:lnTo>
                  <a:lnTo>
                    <a:pt x="1482" y="1886"/>
                  </a:lnTo>
                  <a:lnTo>
                    <a:pt x="1583" y="1919"/>
                  </a:lnTo>
                  <a:lnTo>
                    <a:pt x="1650" y="1886"/>
                  </a:lnTo>
                  <a:lnTo>
                    <a:pt x="1684" y="1818"/>
                  </a:lnTo>
                  <a:lnTo>
                    <a:pt x="1718" y="1717"/>
                  </a:lnTo>
                  <a:lnTo>
                    <a:pt x="1684" y="1616"/>
                  </a:lnTo>
                  <a:close/>
                  <a:moveTo>
                    <a:pt x="1145" y="0"/>
                  </a:moveTo>
                  <a:lnTo>
                    <a:pt x="1112" y="68"/>
                  </a:lnTo>
                  <a:lnTo>
                    <a:pt x="1078" y="303"/>
                  </a:lnTo>
                  <a:lnTo>
                    <a:pt x="876" y="404"/>
                  </a:lnTo>
                  <a:lnTo>
                    <a:pt x="606" y="472"/>
                  </a:lnTo>
                  <a:lnTo>
                    <a:pt x="303" y="573"/>
                  </a:lnTo>
                  <a:lnTo>
                    <a:pt x="169" y="606"/>
                  </a:lnTo>
                  <a:lnTo>
                    <a:pt x="34" y="674"/>
                  </a:lnTo>
                  <a:lnTo>
                    <a:pt x="0" y="707"/>
                  </a:lnTo>
                  <a:lnTo>
                    <a:pt x="0" y="741"/>
                  </a:lnTo>
                  <a:lnTo>
                    <a:pt x="34" y="808"/>
                  </a:lnTo>
                  <a:lnTo>
                    <a:pt x="34" y="1078"/>
                  </a:lnTo>
                  <a:lnTo>
                    <a:pt x="34" y="1347"/>
                  </a:lnTo>
                  <a:lnTo>
                    <a:pt x="68" y="1616"/>
                  </a:lnTo>
                  <a:lnTo>
                    <a:pt x="135" y="1919"/>
                  </a:lnTo>
                  <a:lnTo>
                    <a:pt x="270" y="2458"/>
                  </a:lnTo>
                  <a:lnTo>
                    <a:pt x="438" y="2963"/>
                  </a:lnTo>
                  <a:lnTo>
                    <a:pt x="505" y="3031"/>
                  </a:lnTo>
                  <a:lnTo>
                    <a:pt x="573" y="3064"/>
                  </a:lnTo>
                  <a:lnTo>
                    <a:pt x="1179" y="2997"/>
                  </a:lnTo>
                  <a:lnTo>
                    <a:pt x="1819" y="2963"/>
                  </a:lnTo>
                  <a:lnTo>
                    <a:pt x="2357" y="2997"/>
                  </a:lnTo>
                  <a:lnTo>
                    <a:pt x="2627" y="2997"/>
                  </a:lnTo>
                  <a:lnTo>
                    <a:pt x="2896" y="2929"/>
                  </a:lnTo>
                  <a:lnTo>
                    <a:pt x="2930" y="2896"/>
                  </a:lnTo>
                  <a:lnTo>
                    <a:pt x="2930" y="2862"/>
                  </a:lnTo>
                  <a:lnTo>
                    <a:pt x="2930" y="2828"/>
                  </a:lnTo>
                  <a:lnTo>
                    <a:pt x="2896" y="2795"/>
                  </a:lnTo>
                  <a:lnTo>
                    <a:pt x="2862" y="2795"/>
                  </a:lnTo>
                  <a:lnTo>
                    <a:pt x="2862" y="2559"/>
                  </a:lnTo>
                  <a:lnTo>
                    <a:pt x="2795" y="2323"/>
                  </a:lnTo>
                  <a:lnTo>
                    <a:pt x="2694" y="1886"/>
                  </a:lnTo>
                  <a:lnTo>
                    <a:pt x="2593" y="1179"/>
                  </a:lnTo>
                  <a:lnTo>
                    <a:pt x="2559" y="438"/>
                  </a:lnTo>
                  <a:lnTo>
                    <a:pt x="2559" y="404"/>
                  </a:lnTo>
                  <a:lnTo>
                    <a:pt x="2559" y="371"/>
                  </a:lnTo>
                  <a:lnTo>
                    <a:pt x="2526" y="337"/>
                  </a:lnTo>
                  <a:lnTo>
                    <a:pt x="2492" y="303"/>
                  </a:lnTo>
                  <a:lnTo>
                    <a:pt x="2458" y="303"/>
                  </a:lnTo>
                  <a:lnTo>
                    <a:pt x="1920" y="236"/>
                  </a:lnTo>
                  <a:lnTo>
                    <a:pt x="1650" y="236"/>
                  </a:lnTo>
                  <a:lnTo>
                    <a:pt x="1347" y="270"/>
                  </a:lnTo>
                  <a:lnTo>
                    <a:pt x="1347" y="236"/>
                  </a:lnTo>
                  <a:lnTo>
                    <a:pt x="1314" y="135"/>
                  </a:lnTo>
                  <a:lnTo>
                    <a:pt x="1347" y="101"/>
                  </a:lnTo>
                  <a:lnTo>
                    <a:pt x="1347" y="34"/>
                  </a:lnTo>
                  <a:lnTo>
                    <a:pt x="1314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77" name="Google Shape;1877;p12"/>
            <p:cNvSpPr/>
            <p:nvPr/>
          </p:nvSpPr>
          <p:spPr>
            <a:xfrm>
              <a:off x="311600" y="4302194"/>
              <a:ext cx="13435" cy="33538"/>
            </a:xfrm>
            <a:custGeom>
              <a:avLst/>
              <a:gdLst/>
              <a:ahLst/>
              <a:cxnLst/>
              <a:rect l="l" t="t" r="r" b="b"/>
              <a:pathLst>
                <a:path w="270" h="674" extrusionOk="0">
                  <a:moveTo>
                    <a:pt x="68" y="1"/>
                  </a:moveTo>
                  <a:lnTo>
                    <a:pt x="34" y="34"/>
                  </a:lnTo>
                  <a:lnTo>
                    <a:pt x="0" y="169"/>
                  </a:lnTo>
                  <a:lnTo>
                    <a:pt x="0" y="337"/>
                  </a:lnTo>
                  <a:lnTo>
                    <a:pt x="0" y="472"/>
                  </a:lnTo>
                  <a:lnTo>
                    <a:pt x="68" y="607"/>
                  </a:lnTo>
                  <a:lnTo>
                    <a:pt x="68" y="640"/>
                  </a:lnTo>
                  <a:lnTo>
                    <a:pt x="101" y="674"/>
                  </a:lnTo>
                  <a:lnTo>
                    <a:pt x="202" y="640"/>
                  </a:lnTo>
                  <a:lnTo>
                    <a:pt x="270" y="607"/>
                  </a:lnTo>
                  <a:lnTo>
                    <a:pt x="270" y="506"/>
                  </a:lnTo>
                  <a:lnTo>
                    <a:pt x="236" y="304"/>
                  </a:lnTo>
                  <a:lnTo>
                    <a:pt x="202" y="169"/>
                  </a:lnTo>
                  <a:lnTo>
                    <a:pt x="169" y="34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78" name="Google Shape;1878;p12"/>
            <p:cNvSpPr/>
            <p:nvPr/>
          </p:nvSpPr>
          <p:spPr>
            <a:xfrm>
              <a:off x="308216" y="4352451"/>
              <a:ext cx="98923" cy="98923"/>
            </a:xfrm>
            <a:custGeom>
              <a:avLst/>
              <a:gdLst/>
              <a:ahLst/>
              <a:cxnLst/>
              <a:rect l="l" t="t" r="r" b="b"/>
              <a:pathLst>
                <a:path w="1988" h="1988" extrusionOk="0">
                  <a:moveTo>
                    <a:pt x="1213" y="1"/>
                  </a:moveTo>
                  <a:lnTo>
                    <a:pt x="1078" y="102"/>
                  </a:lnTo>
                  <a:lnTo>
                    <a:pt x="944" y="236"/>
                  </a:lnTo>
                  <a:lnTo>
                    <a:pt x="775" y="539"/>
                  </a:lnTo>
                  <a:lnTo>
                    <a:pt x="573" y="876"/>
                  </a:lnTo>
                  <a:lnTo>
                    <a:pt x="540" y="943"/>
                  </a:lnTo>
                  <a:lnTo>
                    <a:pt x="405" y="741"/>
                  </a:lnTo>
                  <a:lnTo>
                    <a:pt x="338" y="506"/>
                  </a:lnTo>
                  <a:lnTo>
                    <a:pt x="237" y="270"/>
                  </a:lnTo>
                  <a:lnTo>
                    <a:pt x="136" y="34"/>
                  </a:lnTo>
                  <a:lnTo>
                    <a:pt x="35" y="34"/>
                  </a:lnTo>
                  <a:lnTo>
                    <a:pt x="1" y="68"/>
                  </a:lnTo>
                  <a:lnTo>
                    <a:pt x="1" y="135"/>
                  </a:lnTo>
                  <a:lnTo>
                    <a:pt x="68" y="405"/>
                  </a:lnTo>
                  <a:lnTo>
                    <a:pt x="136" y="708"/>
                  </a:lnTo>
                  <a:lnTo>
                    <a:pt x="270" y="977"/>
                  </a:lnTo>
                  <a:lnTo>
                    <a:pt x="405" y="1246"/>
                  </a:lnTo>
                  <a:lnTo>
                    <a:pt x="472" y="1280"/>
                  </a:lnTo>
                  <a:lnTo>
                    <a:pt x="506" y="1280"/>
                  </a:lnTo>
                  <a:lnTo>
                    <a:pt x="540" y="1314"/>
                  </a:lnTo>
                  <a:lnTo>
                    <a:pt x="573" y="1347"/>
                  </a:lnTo>
                  <a:lnTo>
                    <a:pt x="910" y="1482"/>
                  </a:lnTo>
                  <a:lnTo>
                    <a:pt x="1213" y="1650"/>
                  </a:lnTo>
                  <a:lnTo>
                    <a:pt x="1516" y="1852"/>
                  </a:lnTo>
                  <a:lnTo>
                    <a:pt x="1684" y="1953"/>
                  </a:lnTo>
                  <a:lnTo>
                    <a:pt x="1853" y="1987"/>
                  </a:lnTo>
                  <a:lnTo>
                    <a:pt x="1954" y="1987"/>
                  </a:lnTo>
                  <a:lnTo>
                    <a:pt x="1987" y="1920"/>
                  </a:lnTo>
                  <a:lnTo>
                    <a:pt x="1987" y="1852"/>
                  </a:lnTo>
                  <a:lnTo>
                    <a:pt x="1954" y="1785"/>
                  </a:lnTo>
                  <a:lnTo>
                    <a:pt x="1617" y="1583"/>
                  </a:lnTo>
                  <a:lnTo>
                    <a:pt x="1280" y="1381"/>
                  </a:lnTo>
                  <a:lnTo>
                    <a:pt x="977" y="1213"/>
                  </a:lnTo>
                  <a:lnTo>
                    <a:pt x="809" y="1179"/>
                  </a:lnTo>
                  <a:lnTo>
                    <a:pt x="641" y="1145"/>
                  </a:lnTo>
                  <a:lnTo>
                    <a:pt x="607" y="1078"/>
                  </a:lnTo>
                  <a:lnTo>
                    <a:pt x="742" y="910"/>
                  </a:lnTo>
                  <a:lnTo>
                    <a:pt x="876" y="708"/>
                  </a:lnTo>
                  <a:lnTo>
                    <a:pt x="1078" y="371"/>
                  </a:lnTo>
                  <a:lnTo>
                    <a:pt x="1179" y="169"/>
                  </a:lnTo>
                  <a:lnTo>
                    <a:pt x="124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79" name="Google Shape;1879;p12"/>
            <p:cNvSpPr/>
            <p:nvPr/>
          </p:nvSpPr>
          <p:spPr>
            <a:xfrm>
              <a:off x="385294" y="4484813"/>
              <a:ext cx="18461" cy="13435"/>
            </a:xfrm>
            <a:custGeom>
              <a:avLst/>
              <a:gdLst/>
              <a:ahLst/>
              <a:cxnLst/>
              <a:rect l="l" t="t" r="r" b="b"/>
              <a:pathLst>
                <a:path w="371" h="270" extrusionOk="0">
                  <a:moveTo>
                    <a:pt x="68" y="0"/>
                  </a:moveTo>
                  <a:lnTo>
                    <a:pt x="1" y="34"/>
                  </a:lnTo>
                  <a:lnTo>
                    <a:pt x="1" y="101"/>
                  </a:lnTo>
                  <a:lnTo>
                    <a:pt x="102" y="202"/>
                  </a:lnTo>
                  <a:lnTo>
                    <a:pt x="203" y="236"/>
                  </a:lnTo>
                  <a:lnTo>
                    <a:pt x="270" y="270"/>
                  </a:lnTo>
                  <a:lnTo>
                    <a:pt x="304" y="270"/>
                  </a:lnTo>
                  <a:lnTo>
                    <a:pt x="371" y="236"/>
                  </a:lnTo>
                  <a:lnTo>
                    <a:pt x="371" y="202"/>
                  </a:lnTo>
                  <a:lnTo>
                    <a:pt x="371" y="135"/>
                  </a:lnTo>
                  <a:lnTo>
                    <a:pt x="304" y="101"/>
                  </a:lnTo>
                  <a:lnTo>
                    <a:pt x="236" y="34"/>
                  </a:lnTo>
                  <a:lnTo>
                    <a:pt x="135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80" name="Google Shape;1880;p12"/>
            <p:cNvSpPr/>
            <p:nvPr/>
          </p:nvSpPr>
          <p:spPr>
            <a:xfrm>
              <a:off x="380268" y="4828257"/>
              <a:ext cx="20153" cy="26870"/>
            </a:xfrm>
            <a:custGeom>
              <a:avLst/>
              <a:gdLst/>
              <a:ahLst/>
              <a:cxnLst/>
              <a:rect l="l" t="t" r="r" b="b"/>
              <a:pathLst>
                <a:path w="405" h="540" extrusionOk="0">
                  <a:moveTo>
                    <a:pt x="203" y="0"/>
                  </a:moveTo>
                  <a:lnTo>
                    <a:pt x="135" y="34"/>
                  </a:lnTo>
                  <a:lnTo>
                    <a:pt x="102" y="68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38"/>
                  </a:lnTo>
                  <a:lnTo>
                    <a:pt x="102" y="505"/>
                  </a:lnTo>
                  <a:lnTo>
                    <a:pt x="203" y="539"/>
                  </a:lnTo>
                  <a:lnTo>
                    <a:pt x="304" y="505"/>
                  </a:lnTo>
                  <a:lnTo>
                    <a:pt x="371" y="438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202"/>
                  </a:lnTo>
                  <a:lnTo>
                    <a:pt x="337" y="135"/>
                  </a:lnTo>
                  <a:lnTo>
                    <a:pt x="304" y="68"/>
                  </a:lnTo>
                  <a:lnTo>
                    <a:pt x="270" y="34"/>
                  </a:lnTo>
                  <a:lnTo>
                    <a:pt x="20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81" name="Google Shape;1881;p12"/>
            <p:cNvSpPr/>
            <p:nvPr/>
          </p:nvSpPr>
          <p:spPr>
            <a:xfrm>
              <a:off x="420475" y="5047698"/>
              <a:ext cx="18511" cy="23536"/>
            </a:xfrm>
            <a:custGeom>
              <a:avLst/>
              <a:gdLst/>
              <a:ahLst/>
              <a:cxnLst/>
              <a:rect l="l" t="t" r="r" b="b"/>
              <a:pathLst>
                <a:path w="372" h="473" extrusionOk="0">
                  <a:moveTo>
                    <a:pt x="135" y="1"/>
                  </a:moveTo>
                  <a:lnTo>
                    <a:pt x="102" y="35"/>
                  </a:lnTo>
                  <a:lnTo>
                    <a:pt x="34" y="102"/>
                  </a:lnTo>
                  <a:lnTo>
                    <a:pt x="1" y="169"/>
                  </a:lnTo>
                  <a:lnTo>
                    <a:pt x="1" y="237"/>
                  </a:lnTo>
                  <a:lnTo>
                    <a:pt x="1" y="338"/>
                  </a:lnTo>
                  <a:lnTo>
                    <a:pt x="34" y="405"/>
                  </a:lnTo>
                  <a:lnTo>
                    <a:pt x="68" y="439"/>
                  </a:lnTo>
                  <a:lnTo>
                    <a:pt x="135" y="472"/>
                  </a:lnTo>
                  <a:lnTo>
                    <a:pt x="304" y="472"/>
                  </a:lnTo>
                  <a:lnTo>
                    <a:pt x="371" y="405"/>
                  </a:lnTo>
                  <a:lnTo>
                    <a:pt x="371" y="304"/>
                  </a:lnTo>
                  <a:lnTo>
                    <a:pt x="371" y="237"/>
                  </a:lnTo>
                  <a:lnTo>
                    <a:pt x="371" y="169"/>
                  </a:lnTo>
                  <a:lnTo>
                    <a:pt x="337" y="102"/>
                  </a:lnTo>
                  <a:lnTo>
                    <a:pt x="304" y="102"/>
                  </a:lnTo>
                  <a:lnTo>
                    <a:pt x="270" y="35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82" name="Google Shape;1882;p12"/>
            <p:cNvSpPr/>
            <p:nvPr/>
          </p:nvSpPr>
          <p:spPr>
            <a:xfrm>
              <a:off x="400371" y="4942157"/>
              <a:ext cx="21845" cy="25179"/>
            </a:xfrm>
            <a:custGeom>
              <a:avLst/>
              <a:gdLst/>
              <a:ahLst/>
              <a:cxnLst/>
              <a:rect l="l" t="t" r="r" b="b"/>
              <a:pathLst>
                <a:path w="439" h="506" extrusionOk="0">
                  <a:moveTo>
                    <a:pt x="270" y="1"/>
                  </a:moveTo>
                  <a:lnTo>
                    <a:pt x="203" y="34"/>
                  </a:lnTo>
                  <a:lnTo>
                    <a:pt x="102" y="102"/>
                  </a:lnTo>
                  <a:lnTo>
                    <a:pt x="68" y="169"/>
                  </a:lnTo>
                  <a:lnTo>
                    <a:pt x="1" y="236"/>
                  </a:lnTo>
                  <a:lnTo>
                    <a:pt x="1" y="337"/>
                  </a:lnTo>
                  <a:lnTo>
                    <a:pt x="34" y="405"/>
                  </a:lnTo>
                  <a:lnTo>
                    <a:pt x="68" y="438"/>
                  </a:lnTo>
                  <a:lnTo>
                    <a:pt x="102" y="506"/>
                  </a:lnTo>
                  <a:lnTo>
                    <a:pt x="304" y="506"/>
                  </a:lnTo>
                  <a:lnTo>
                    <a:pt x="371" y="438"/>
                  </a:lnTo>
                  <a:lnTo>
                    <a:pt x="405" y="371"/>
                  </a:lnTo>
                  <a:lnTo>
                    <a:pt x="438" y="304"/>
                  </a:lnTo>
                  <a:lnTo>
                    <a:pt x="405" y="203"/>
                  </a:lnTo>
                  <a:lnTo>
                    <a:pt x="405" y="169"/>
                  </a:lnTo>
                  <a:lnTo>
                    <a:pt x="371" y="68"/>
                  </a:lnTo>
                  <a:lnTo>
                    <a:pt x="27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83" name="Google Shape;1883;p12"/>
            <p:cNvSpPr/>
            <p:nvPr/>
          </p:nvSpPr>
          <p:spPr>
            <a:xfrm>
              <a:off x="398680" y="4886874"/>
              <a:ext cx="20203" cy="23536"/>
            </a:xfrm>
            <a:custGeom>
              <a:avLst/>
              <a:gdLst/>
              <a:ahLst/>
              <a:cxnLst/>
              <a:rect l="l" t="t" r="r" b="b"/>
              <a:pathLst>
                <a:path w="406" h="473" extrusionOk="0">
                  <a:moveTo>
                    <a:pt x="102" y="1"/>
                  </a:moveTo>
                  <a:lnTo>
                    <a:pt x="35" y="68"/>
                  </a:lnTo>
                  <a:lnTo>
                    <a:pt x="1" y="236"/>
                  </a:lnTo>
                  <a:lnTo>
                    <a:pt x="1" y="304"/>
                  </a:lnTo>
                  <a:lnTo>
                    <a:pt x="35" y="405"/>
                  </a:lnTo>
                  <a:lnTo>
                    <a:pt x="136" y="472"/>
                  </a:lnTo>
                  <a:lnTo>
                    <a:pt x="237" y="472"/>
                  </a:lnTo>
                  <a:lnTo>
                    <a:pt x="371" y="405"/>
                  </a:lnTo>
                  <a:lnTo>
                    <a:pt x="405" y="337"/>
                  </a:lnTo>
                  <a:lnTo>
                    <a:pt x="405" y="270"/>
                  </a:lnTo>
                  <a:lnTo>
                    <a:pt x="371" y="135"/>
                  </a:lnTo>
                  <a:lnTo>
                    <a:pt x="338" y="135"/>
                  </a:lnTo>
                  <a:lnTo>
                    <a:pt x="338" y="102"/>
                  </a:lnTo>
                  <a:lnTo>
                    <a:pt x="304" y="34"/>
                  </a:lnTo>
                  <a:lnTo>
                    <a:pt x="20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84" name="Google Shape;1884;p12"/>
            <p:cNvSpPr/>
            <p:nvPr/>
          </p:nvSpPr>
          <p:spPr>
            <a:xfrm>
              <a:off x="413807" y="5002466"/>
              <a:ext cx="20153" cy="20153"/>
            </a:xfrm>
            <a:custGeom>
              <a:avLst/>
              <a:gdLst/>
              <a:ahLst/>
              <a:cxnLst/>
              <a:rect l="l" t="t" r="r" b="b"/>
              <a:pathLst>
                <a:path w="405" h="405" extrusionOk="0">
                  <a:moveTo>
                    <a:pt x="202" y="1"/>
                  </a:moveTo>
                  <a:lnTo>
                    <a:pt x="101" y="34"/>
                  </a:lnTo>
                  <a:lnTo>
                    <a:pt x="34" y="136"/>
                  </a:lnTo>
                  <a:lnTo>
                    <a:pt x="0" y="203"/>
                  </a:lnTo>
                  <a:lnTo>
                    <a:pt x="34" y="270"/>
                  </a:lnTo>
                  <a:lnTo>
                    <a:pt x="67" y="371"/>
                  </a:lnTo>
                  <a:lnTo>
                    <a:pt x="168" y="405"/>
                  </a:lnTo>
                  <a:lnTo>
                    <a:pt x="269" y="405"/>
                  </a:lnTo>
                  <a:lnTo>
                    <a:pt x="370" y="338"/>
                  </a:lnTo>
                  <a:lnTo>
                    <a:pt x="404" y="270"/>
                  </a:lnTo>
                  <a:lnTo>
                    <a:pt x="404" y="169"/>
                  </a:lnTo>
                  <a:lnTo>
                    <a:pt x="404" y="136"/>
                  </a:lnTo>
                  <a:lnTo>
                    <a:pt x="337" y="34"/>
                  </a:lnTo>
                  <a:lnTo>
                    <a:pt x="26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885" name="Google Shape;1885;p12"/>
            <p:cNvSpPr/>
            <p:nvPr/>
          </p:nvSpPr>
          <p:spPr>
            <a:xfrm>
              <a:off x="432218" y="5108007"/>
              <a:ext cx="18461" cy="28562"/>
            </a:xfrm>
            <a:custGeom>
              <a:avLst/>
              <a:gdLst/>
              <a:ahLst/>
              <a:cxnLst/>
              <a:rect l="l" t="t" r="r" b="b"/>
              <a:pathLst>
                <a:path w="371" h="574" extrusionOk="0">
                  <a:moveTo>
                    <a:pt x="169" y="1"/>
                  </a:moveTo>
                  <a:lnTo>
                    <a:pt x="135" y="35"/>
                  </a:lnTo>
                  <a:lnTo>
                    <a:pt x="101" y="68"/>
                  </a:lnTo>
                  <a:lnTo>
                    <a:pt x="34" y="102"/>
                  </a:lnTo>
                  <a:lnTo>
                    <a:pt x="0" y="237"/>
                  </a:lnTo>
                  <a:lnTo>
                    <a:pt x="0" y="371"/>
                  </a:lnTo>
                  <a:lnTo>
                    <a:pt x="34" y="506"/>
                  </a:lnTo>
                  <a:lnTo>
                    <a:pt x="68" y="540"/>
                  </a:lnTo>
                  <a:lnTo>
                    <a:pt x="135" y="573"/>
                  </a:lnTo>
                  <a:lnTo>
                    <a:pt x="236" y="573"/>
                  </a:lnTo>
                  <a:lnTo>
                    <a:pt x="303" y="540"/>
                  </a:lnTo>
                  <a:lnTo>
                    <a:pt x="371" y="439"/>
                  </a:lnTo>
                  <a:lnTo>
                    <a:pt x="371" y="338"/>
                  </a:lnTo>
                  <a:lnTo>
                    <a:pt x="337" y="203"/>
                  </a:lnTo>
                  <a:lnTo>
                    <a:pt x="303" y="136"/>
                  </a:lnTo>
                  <a:lnTo>
                    <a:pt x="270" y="68"/>
                  </a:lnTo>
                  <a:lnTo>
                    <a:pt x="270" y="35"/>
                  </a:lnTo>
                  <a:lnTo>
                    <a:pt x="236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17025" tIns="117025" rIns="117025" bIns="1170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  <p:sp>
        <p:nvSpPr>
          <p:cNvPr id="1886" name="Google Shape;1886;p12"/>
          <p:cNvSpPr txBox="1">
            <a:spLocks noGrp="1"/>
          </p:cNvSpPr>
          <p:nvPr>
            <p:ph type="sldNum" idx="12"/>
          </p:nvPr>
        </p:nvSpPr>
        <p:spPr>
          <a:xfrm>
            <a:off x="11665333" y="0"/>
            <a:ext cx="526400" cy="42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2159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7C9A3F-C7AC-49DB-9071-484774A2CD4C}" type="datetimeFigureOut">
              <a:rPr lang="en-US" smtClean="0"/>
              <a:t>6/8/2024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9A3A2-DB84-4018-8D56-B52D598210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210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css3_pr_transition-delay.asp" TargetMode="External"/><Relationship Id="rId2" Type="http://schemas.openxmlformats.org/officeDocument/2006/relationships/hyperlink" Target="https://www.w3schools.com/cssref/css3_pr_transition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cssref/css3_pr_transition-timing-function.asp" TargetMode="External"/><Relationship Id="rId5" Type="http://schemas.openxmlformats.org/officeDocument/2006/relationships/hyperlink" Target="https://www.w3schools.com/cssref/css3_pr_transition-property.asp" TargetMode="External"/><Relationship Id="rId4" Type="http://schemas.openxmlformats.org/officeDocument/2006/relationships/hyperlink" Target="https://www.w3schools.com/cssref/css3_pr_transition-duration.asp" TargetMode="Externa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cssref/css3_pr_animation-iteration-count.asp" TargetMode="External"/><Relationship Id="rId3" Type="http://schemas.openxmlformats.org/officeDocument/2006/relationships/hyperlink" Target="https://www.w3schools.com/cssref/css3_pr_animation.asp" TargetMode="External"/><Relationship Id="rId7" Type="http://schemas.openxmlformats.org/officeDocument/2006/relationships/hyperlink" Target="https://www.w3schools.com/cssref/css3_pr_animation-fill-mode.asp" TargetMode="External"/><Relationship Id="rId2" Type="http://schemas.openxmlformats.org/officeDocument/2006/relationships/hyperlink" Target="https://www.w3schools.com/cssref/css3_pr_animation-keyframes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cssref/css3_pr_animation-duration.asp" TargetMode="External"/><Relationship Id="rId11" Type="http://schemas.openxmlformats.org/officeDocument/2006/relationships/hyperlink" Target="https://www.w3schools.com/cssref/css3_pr_animation-timing-function.asp" TargetMode="External"/><Relationship Id="rId5" Type="http://schemas.openxmlformats.org/officeDocument/2006/relationships/hyperlink" Target="https://www.w3schools.com/cssref/css3_pr_animation-direction.asp" TargetMode="External"/><Relationship Id="rId10" Type="http://schemas.openxmlformats.org/officeDocument/2006/relationships/hyperlink" Target="https://www.w3schools.com/cssref/css3_pr_animation-play-state.asp" TargetMode="External"/><Relationship Id="rId4" Type="http://schemas.openxmlformats.org/officeDocument/2006/relationships/hyperlink" Target="https://www.w3schools.com/cssref/css3_pr_animation-delay.asp" TargetMode="External"/><Relationship Id="rId9" Type="http://schemas.openxmlformats.org/officeDocument/2006/relationships/hyperlink" Target="https://www.w3schools.com/cssref/css3_pr_animation-name.asp" TargetMode="Externa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fld id="{00000000-1234-1234-1234-123412341234}" type="slidenum">
              <a:rPr lang="en" smtClean="0">
                <a:solidFill>
                  <a:srgbClr val="F55D4B"/>
                </a:solidFill>
              </a:rPr>
              <a:pPr/>
              <a:t>1</a:t>
            </a:fld>
            <a:endParaRPr>
              <a:solidFill>
                <a:srgbClr val="F55D4B"/>
              </a:solidFill>
            </a:endParaRPr>
          </a:p>
        </p:txBody>
      </p:sp>
      <p:sp>
        <p:nvSpPr>
          <p:cNvPr id="1906" name="Google Shape;1906;p15"/>
          <p:cNvSpPr txBox="1">
            <a:spLocks noGrp="1"/>
          </p:cNvSpPr>
          <p:nvPr>
            <p:ph type="subTitle" idx="4294967295"/>
          </p:nvPr>
        </p:nvSpPr>
        <p:spPr>
          <a:xfrm>
            <a:off x="2072640" y="2167776"/>
            <a:ext cx="8794163" cy="104775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spcBef>
                <a:spcPts val="800"/>
              </a:spcBef>
              <a:buNone/>
            </a:pPr>
            <a:r>
              <a:rPr lang="en" sz="4800" b="1" dirty="0">
                <a:solidFill>
                  <a:schemeClr val="tx1"/>
                </a:solidFill>
                <a:latin typeface="Comic Sans MS" panose="030F0702030302020204" pitchFamily="66" charset="0"/>
              </a:rPr>
              <a:t>Dontha Madhusudhana Rao</a:t>
            </a:r>
            <a:endParaRPr sz="48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  <p:sp>
        <p:nvSpPr>
          <p:cNvPr id="1907" name="Google Shape;1907;p15"/>
          <p:cNvSpPr txBox="1">
            <a:spLocks noGrp="1"/>
          </p:cNvSpPr>
          <p:nvPr>
            <p:ph type="body" idx="4294967295"/>
          </p:nvPr>
        </p:nvSpPr>
        <p:spPr>
          <a:xfrm>
            <a:off x="2159308" y="3405157"/>
            <a:ext cx="8516037" cy="103946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ctr">
              <a:spcBef>
                <a:spcPts val="800"/>
              </a:spcBef>
              <a:buNone/>
            </a:pPr>
            <a:r>
              <a:rPr lang="en-US" sz="3200" b="1" dirty="0">
                <a:solidFill>
                  <a:schemeClr val="tx1"/>
                </a:solidFill>
                <a:latin typeface="Comic Sans MS" panose="030F0702030302020204" pitchFamily="66" charset="0"/>
              </a:rPr>
              <a:t>Department of </a:t>
            </a:r>
            <a:r>
              <a:rPr lang="en-US" sz="3200" b="1" dirty="0">
                <a:latin typeface="Comic Sans MS" panose="030F0702030302020204" pitchFamily="66" charset="0"/>
              </a:rPr>
              <a:t>Computer Science </a:t>
            </a:r>
            <a:endParaRPr sz="3200" b="1" dirty="0">
              <a:solidFill>
                <a:schemeClr val="tx1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5495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Google Shape;1934;p19"/>
          <p:cNvSpPr txBox="1">
            <a:spLocks noGrp="1"/>
          </p:cNvSpPr>
          <p:nvPr>
            <p:ph type="ctrTitle" idx="4294967295"/>
          </p:nvPr>
        </p:nvSpPr>
        <p:spPr>
          <a:xfrm>
            <a:off x="670560" y="2185236"/>
            <a:ext cx="10100904" cy="2227019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" sz="7200" b="1" dirty="0">
                <a:latin typeface="Comic Sans MS" panose="030F0702030302020204" pitchFamily="66" charset="0"/>
              </a:rPr>
              <a:t>User Interface Design</a:t>
            </a:r>
            <a:endParaRPr sz="7200" b="1" dirty="0">
              <a:latin typeface="Comic Sans MS" panose="030F0702030302020204" pitchFamily="66" charset="0"/>
            </a:endParaRPr>
          </a:p>
        </p:txBody>
      </p:sp>
      <p:sp>
        <p:nvSpPr>
          <p:cNvPr id="1938" name="Google Shape;1938;p19"/>
          <p:cNvSpPr txBox="1">
            <a:spLocks noGrp="1"/>
          </p:cNvSpPr>
          <p:nvPr>
            <p:ph type="sldNum" idx="12"/>
          </p:nvPr>
        </p:nvSpPr>
        <p:spPr>
          <a:xfrm>
            <a:off x="11665333" y="0"/>
            <a:ext cx="526400" cy="428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fld id="{00000000-1234-1234-1234-123412341234}" type="slidenum">
              <a:rPr lang="en"/>
              <a:pPr/>
              <a:t>2</a:t>
            </a:fld>
            <a:endParaRPr/>
          </a:p>
        </p:txBody>
      </p:sp>
      <p:sp>
        <p:nvSpPr>
          <p:cNvPr id="7" name="Google Shape;1935;p19"/>
          <p:cNvSpPr txBox="1">
            <a:spLocks/>
          </p:cNvSpPr>
          <p:nvPr/>
        </p:nvSpPr>
        <p:spPr>
          <a:xfrm>
            <a:off x="5150249" y="811706"/>
            <a:ext cx="1891501" cy="989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erriweather"/>
              <a:buChar char="✖"/>
              <a:defRPr sz="24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erriweather"/>
              <a:buChar char="○"/>
              <a:defRPr sz="24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erriweather"/>
              <a:buChar char="■"/>
              <a:defRPr sz="24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marL="1828800" marR="0" lvl="3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"/>
              <a:buChar char="●"/>
              <a:defRPr sz="24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marL="2286000" marR="0" lvl="4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"/>
              <a:buChar char="○"/>
              <a:defRPr sz="24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marL="2743200" marR="0" lvl="5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"/>
              <a:buChar char="■"/>
              <a:defRPr sz="24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marL="3200400" marR="0" lvl="6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"/>
              <a:buChar char="●"/>
              <a:defRPr sz="24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marL="3657600" marR="0" lvl="7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"/>
              <a:buChar char="○"/>
              <a:defRPr sz="24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marL="4114800" marR="0" lvl="8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erriweather"/>
              <a:buChar char="■"/>
              <a:defRPr sz="2400" b="0" i="0" u="none" strike="noStrike" cap="none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pPr marL="0" indent="0" algn="ctr">
              <a:spcBef>
                <a:spcPts val="800"/>
              </a:spcBef>
              <a:buClr>
                <a:srgbClr val="F55D4B"/>
              </a:buClr>
              <a:buFont typeface="Merriweather"/>
              <a:buNone/>
              <a:defRPr/>
            </a:pPr>
            <a:endParaRPr lang="en-US" sz="9600" b="1" kern="0" dirty="0">
              <a:solidFill>
                <a:prstClr val="black"/>
              </a:solidFill>
              <a:latin typeface="Comic Sans MS" panose="030F0702030302020204" pitchFamily="66" charset="0"/>
            </a:endParaRPr>
          </a:p>
        </p:txBody>
      </p:sp>
      <p:sp>
        <p:nvSpPr>
          <p:cNvPr id="8" name="Google Shape;1937;p19"/>
          <p:cNvSpPr/>
          <p:nvPr/>
        </p:nvSpPr>
        <p:spPr>
          <a:xfrm>
            <a:off x="8650440" y="1360156"/>
            <a:ext cx="1062897" cy="1085590"/>
          </a:xfrm>
          <a:custGeom>
            <a:avLst/>
            <a:gdLst/>
            <a:ahLst/>
            <a:cxnLst/>
            <a:rect l="l" t="t" r="r" b="b"/>
            <a:pathLst>
              <a:path w="15817" h="18981" extrusionOk="0">
                <a:moveTo>
                  <a:pt x="11364" y="1"/>
                </a:moveTo>
                <a:lnTo>
                  <a:pt x="11242" y="25"/>
                </a:lnTo>
                <a:lnTo>
                  <a:pt x="11169" y="74"/>
                </a:lnTo>
                <a:lnTo>
                  <a:pt x="11096" y="171"/>
                </a:lnTo>
                <a:lnTo>
                  <a:pt x="10780" y="731"/>
                </a:lnTo>
                <a:lnTo>
                  <a:pt x="10634" y="999"/>
                </a:lnTo>
                <a:lnTo>
                  <a:pt x="10537" y="1315"/>
                </a:lnTo>
                <a:lnTo>
                  <a:pt x="10512" y="1388"/>
                </a:lnTo>
                <a:lnTo>
                  <a:pt x="10537" y="1461"/>
                </a:lnTo>
                <a:lnTo>
                  <a:pt x="10585" y="1534"/>
                </a:lnTo>
                <a:lnTo>
                  <a:pt x="10634" y="1583"/>
                </a:lnTo>
                <a:lnTo>
                  <a:pt x="10707" y="1607"/>
                </a:lnTo>
                <a:lnTo>
                  <a:pt x="10804" y="1631"/>
                </a:lnTo>
                <a:lnTo>
                  <a:pt x="10877" y="1607"/>
                </a:lnTo>
                <a:lnTo>
                  <a:pt x="10950" y="1558"/>
                </a:lnTo>
                <a:lnTo>
                  <a:pt x="11145" y="1315"/>
                </a:lnTo>
                <a:lnTo>
                  <a:pt x="11291" y="1047"/>
                </a:lnTo>
                <a:lnTo>
                  <a:pt x="11510" y="731"/>
                </a:lnTo>
                <a:lnTo>
                  <a:pt x="11583" y="682"/>
                </a:lnTo>
                <a:lnTo>
                  <a:pt x="11656" y="609"/>
                </a:lnTo>
                <a:lnTo>
                  <a:pt x="11705" y="463"/>
                </a:lnTo>
                <a:lnTo>
                  <a:pt x="11729" y="342"/>
                </a:lnTo>
                <a:lnTo>
                  <a:pt x="11705" y="220"/>
                </a:lnTo>
                <a:lnTo>
                  <a:pt x="11656" y="123"/>
                </a:lnTo>
                <a:lnTo>
                  <a:pt x="11583" y="50"/>
                </a:lnTo>
                <a:lnTo>
                  <a:pt x="11486" y="25"/>
                </a:lnTo>
                <a:lnTo>
                  <a:pt x="11461" y="1"/>
                </a:lnTo>
                <a:close/>
                <a:moveTo>
                  <a:pt x="3821" y="171"/>
                </a:moveTo>
                <a:lnTo>
                  <a:pt x="3748" y="196"/>
                </a:lnTo>
                <a:lnTo>
                  <a:pt x="3699" y="244"/>
                </a:lnTo>
                <a:lnTo>
                  <a:pt x="3651" y="317"/>
                </a:lnTo>
                <a:lnTo>
                  <a:pt x="3651" y="390"/>
                </a:lnTo>
                <a:lnTo>
                  <a:pt x="3651" y="463"/>
                </a:lnTo>
                <a:lnTo>
                  <a:pt x="3699" y="634"/>
                </a:lnTo>
                <a:lnTo>
                  <a:pt x="3772" y="804"/>
                </a:lnTo>
                <a:lnTo>
                  <a:pt x="3943" y="1120"/>
                </a:lnTo>
                <a:lnTo>
                  <a:pt x="4113" y="1461"/>
                </a:lnTo>
                <a:lnTo>
                  <a:pt x="4259" y="1802"/>
                </a:lnTo>
                <a:lnTo>
                  <a:pt x="4332" y="1923"/>
                </a:lnTo>
                <a:lnTo>
                  <a:pt x="4429" y="1996"/>
                </a:lnTo>
                <a:lnTo>
                  <a:pt x="4527" y="2021"/>
                </a:lnTo>
                <a:lnTo>
                  <a:pt x="4624" y="1996"/>
                </a:lnTo>
                <a:lnTo>
                  <a:pt x="4721" y="1972"/>
                </a:lnTo>
                <a:lnTo>
                  <a:pt x="4794" y="1899"/>
                </a:lnTo>
                <a:lnTo>
                  <a:pt x="4843" y="1777"/>
                </a:lnTo>
                <a:lnTo>
                  <a:pt x="4843" y="1656"/>
                </a:lnTo>
                <a:lnTo>
                  <a:pt x="4794" y="1461"/>
                </a:lnTo>
                <a:lnTo>
                  <a:pt x="4697" y="1266"/>
                </a:lnTo>
                <a:lnTo>
                  <a:pt x="4502" y="901"/>
                </a:lnTo>
                <a:lnTo>
                  <a:pt x="4283" y="536"/>
                </a:lnTo>
                <a:lnTo>
                  <a:pt x="4162" y="390"/>
                </a:lnTo>
                <a:lnTo>
                  <a:pt x="4040" y="244"/>
                </a:lnTo>
                <a:lnTo>
                  <a:pt x="3967" y="196"/>
                </a:lnTo>
                <a:lnTo>
                  <a:pt x="3894" y="171"/>
                </a:lnTo>
                <a:close/>
                <a:moveTo>
                  <a:pt x="15452" y="4405"/>
                </a:moveTo>
                <a:lnTo>
                  <a:pt x="15379" y="4429"/>
                </a:lnTo>
                <a:lnTo>
                  <a:pt x="15306" y="4454"/>
                </a:lnTo>
                <a:lnTo>
                  <a:pt x="15135" y="4551"/>
                </a:lnTo>
                <a:lnTo>
                  <a:pt x="14941" y="4600"/>
                </a:lnTo>
                <a:lnTo>
                  <a:pt x="14551" y="4697"/>
                </a:lnTo>
                <a:lnTo>
                  <a:pt x="14357" y="4746"/>
                </a:lnTo>
                <a:lnTo>
                  <a:pt x="14162" y="4819"/>
                </a:lnTo>
                <a:lnTo>
                  <a:pt x="14016" y="4916"/>
                </a:lnTo>
                <a:lnTo>
                  <a:pt x="13870" y="5062"/>
                </a:lnTo>
                <a:lnTo>
                  <a:pt x="13822" y="5135"/>
                </a:lnTo>
                <a:lnTo>
                  <a:pt x="13822" y="5232"/>
                </a:lnTo>
                <a:lnTo>
                  <a:pt x="13846" y="5330"/>
                </a:lnTo>
                <a:lnTo>
                  <a:pt x="13895" y="5354"/>
                </a:lnTo>
                <a:lnTo>
                  <a:pt x="13943" y="5354"/>
                </a:lnTo>
                <a:lnTo>
                  <a:pt x="14138" y="5378"/>
                </a:lnTo>
                <a:lnTo>
                  <a:pt x="14357" y="5378"/>
                </a:lnTo>
                <a:lnTo>
                  <a:pt x="14600" y="5354"/>
                </a:lnTo>
                <a:lnTo>
                  <a:pt x="14819" y="5330"/>
                </a:lnTo>
                <a:lnTo>
                  <a:pt x="15038" y="5257"/>
                </a:lnTo>
                <a:lnTo>
                  <a:pt x="15257" y="5208"/>
                </a:lnTo>
                <a:lnTo>
                  <a:pt x="15452" y="5111"/>
                </a:lnTo>
                <a:lnTo>
                  <a:pt x="15646" y="5038"/>
                </a:lnTo>
                <a:lnTo>
                  <a:pt x="15719" y="4989"/>
                </a:lnTo>
                <a:lnTo>
                  <a:pt x="15768" y="4940"/>
                </a:lnTo>
                <a:lnTo>
                  <a:pt x="15817" y="4819"/>
                </a:lnTo>
                <a:lnTo>
                  <a:pt x="15792" y="4697"/>
                </a:lnTo>
                <a:lnTo>
                  <a:pt x="15768" y="4575"/>
                </a:lnTo>
                <a:lnTo>
                  <a:pt x="15671" y="4478"/>
                </a:lnTo>
                <a:lnTo>
                  <a:pt x="15573" y="4429"/>
                </a:lnTo>
                <a:lnTo>
                  <a:pt x="15452" y="4405"/>
                </a:lnTo>
                <a:close/>
                <a:moveTo>
                  <a:pt x="317" y="4697"/>
                </a:moveTo>
                <a:lnTo>
                  <a:pt x="220" y="4721"/>
                </a:lnTo>
                <a:lnTo>
                  <a:pt x="122" y="4746"/>
                </a:lnTo>
                <a:lnTo>
                  <a:pt x="25" y="4794"/>
                </a:lnTo>
                <a:lnTo>
                  <a:pt x="1" y="4867"/>
                </a:lnTo>
                <a:lnTo>
                  <a:pt x="1" y="4965"/>
                </a:lnTo>
                <a:lnTo>
                  <a:pt x="49" y="5038"/>
                </a:lnTo>
                <a:lnTo>
                  <a:pt x="195" y="5184"/>
                </a:lnTo>
                <a:lnTo>
                  <a:pt x="390" y="5305"/>
                </a:lnTo>
                <a:lnTo>
                  <a:pt x="779" y="5524"/>
                </a:lnTo>
                <a:lnTo>
                  <a:pt x="1169" y="5743"/>
                </a:lnTo>
                <a:lnTo>
                  <a:pt x="1388" y="5841"/>
                </a:lnTo>
                <a:lnTo>
                  <a:pt x="1582" y="5938"/>
                </a:lnTo>
                <a:lnTo>
                  <a:pt x="1655" y="5962"/>
                </a:lnTo>
                <a:lnTo>
                  <a:pt x="1801" y="5962"/>
                </a:lnTo>
                <a:lnTo>
                  <a:pt x="1850" y="5938"/>
                </a:lnTo>
                <a:lnTo>
                  <a:pt x="1923" y="5841"/>
                </a:lnTo>
                <a:lnTo>
                  <a:pt x="1972" y="5743"/>
                </a:lnTo>
                <a:lnTo>
                  <a:pt x="1996" y="5622"/>
                </a:lnTo>
                <a:lnTo>
                  <a:pt x="1972" y="5476"/>
                </a:lnTo>
                <a:lnTo>
                  <a:pt x="1899" y="5378"/>
                </a:lnTo>
                <a:lnTo>
                  <a:pt x="1826" y="5330"/>
                </a:lnTo>
                <a:lnTo>
                  <a:pt x="1777" y="5305"/>
                </a:lnTo>
                <a:lnTo>
                  <a:pt x="1582" y="5208"/>
                </a:lnTo>
                <a:lnTo>
                  <a:pt x="1388" y="5111"/>
                </a:lnTo>
                <a:lnTo>
                  <a:pt x="974" y="4892"/>
                </a:lnTo>
                <a:lnTo>
                  <a:pt x="755" y="4794"/>
                </a:lnTo>
                <a:lnTo>
                  <a:pt x="536" y="4721"/>
                </a:lnTo>
                <a:lnTo>
                  <a:pt x="317" y="4697"/>
                </a:lnTo>
                <a:close/>
                <a:moveTo>
                  <a:pt x="8809" y="6936"/>
                </a:moveTo>
                <a:lnTo>
                  <a:pt x="8736" y="6984"/>
                </a:lnTo>
                <a:lnTo>
                  <a:pt x="8663" y="7057"/>
                </a:lnTo>
                <a:lnTo>
                  <a:pt x="8566" y="7252"/>
                </a:lnTo>
                <a:lnTo>
                  <a:pt x="8468" y="7495"/>
                </a:lnTo>
                <a:lnTo>
                  <a:pt x="8420" y="7739"/>
                </a:lnTo>
                <a:lnTo>
                  <a:pt x="8395" y="7958"/>
                </a:lnTo>
                <a:lnTo>
                  <a:pt x="8395" y="8128"/>
                </a:lnTo>
                <a:lnTo>
                  <a:pt x="8322" y="8177"/>
                </a:lnTo>
                <a:lnTo>
                  <a:pt x="8201" y="8225"/>
                </a:lnTo>
                <a:lnTo>
                  <a:pt x="8079" y="8250"/>
                </a:lnTo>
                <a:lnTo>
                  <a:pt x="7982" y="8225"/>
                </a:lnTo>
                <a:lnTo>
                  <a:pt x="7909" y="8201"/>
                </a:lnTo>
                <a:lnTo>
                  <a:pt x="7982" y="8079"/>
                </a:lnTo>
                <a:lnTo>
                  <a:pt x="8055" y="7933"/>
                </a:lnTo>
                <a:lnTo>
                  <a:pt x="8103" y="7812"/>
                </a:lnTo>
                <a:lnTo>
                  <a:pt x="8103" y="7666"/>
                </a:lnTo>
                <a:lnTo>
                  <a:pt x="8103" y="7520"/>
                </a:lnTo>
                <a:lnTo>
                  <a:pt x="8055" y="7398"/>
                </a:lnTo>
                <a:lnTo>
                  <a:pt x="7957" y="7252"/>
                </a:lnTo>
                <a:lnTo>
                  <a:pt x="7836" y="7130"/>
                </a:lnTo>
                <a:lnTo>
                  <a:pt x="7763" y="7082"/>
                </a:lnTo>
                <a:lnTo>
                  <a:pt x="7617" y="7082"/>
                </a:lnTo>
                <a:lnTo>
                  <a:pt x="7544" y="7130"/>
                </a:lnTo>
                <a:lnTo>
                  <a:pt x="7446" y="7252"/>
                </a:lnTo>
                <a:lnTo>
                  <a:pt x="7373" y="7374"/>
                </a:lnTo>
                <a:lnTo>
                  <a:pt x="7325" y="7495"/>
                </a:lnTo>
                <a:lnTo>
                  <a:pt x="7300" y="7641"/>
                </a:lnTo>
                <a:lnTo>
                  <a:pt x="7300" y="7787"/>
                </a:lnTo>
                <a:lnTo>
                  <a:pt x="7300" y="7909"/>
                </a:lnTo>
                <a:lnTo>
                  <a:pt x="7325" y="8055"/>
                </a:lnTo>
                <a:lnTo>
                  <a:pt x="7373" y="8177"/>
                </a:lnTo>
                <a:lnTo>
                  <a:pt x="7179" y="8298"/>
                </a:lnTo>
                <a:lnTo>
                  <a:pt x="7081" y="8323"/>
                </a:lnTo>
                <a:lnTo>
                  <a:pt x="6984" y="8347"/>
                </a:lnTo>
                <a:lnTo>
                  <a:pt x="6911" y="8371"/>
                </a:lnTo>
                <a:lnTo>
                  <a:pt x="6814" y="8347"/>
                </a:lnTo>
                <a:lnTo>
                  <a:pt x="6692" y="8298"/>
                </a:lnTo>
                <a:lnTo>
                  <a:pt x="6570" y="8201"/>
                </a:lnTo>
                <a:lnTo>
                  <a:pt x="6497" y="8055"/>
                </a:lnTo>
                <a:lnTo>
                  <a:pt x="6449" y="7909"/>
                </a:lnTo>
                <a:lnTo>
                  <a:pt x="6449" y="7739"/>
                </a:lnTo>
                <a:lnTo>
                  <a:pt x="6497" y="7544"/>
                </a:lnTo>
                <a:lnTo>
                  <a:pt x="6497" y="7520"/>
                </a:lnTo>
                <a:lnTo>
                  <a:pt x="6473" y="7520"/>
                </a:lnTo>
                <a:lnTo>
                  <a:pt x="6449" y="7495"/>
                </a:lnTo>
                <a:lnTo>
                  <a:pt x="6424" y="7520"/>
                </a:lnTo>
                <a:lnTo>
                  <a:pt x="6327" y="7617"/>
                </a:lnTo>
                <a:lnTo>
                  <a:pt x="6254" y="7739"/>
                </a:lnTo>
                <a:lnTo>
                  <a:pt x="6230" y="7836"/>
                </a:lnTo>
                <a:lnTo>
                  <a:pt x="6206" y="7958"/>
                </a:lnTo>
                <a:lnTo>
                  <a:pt x="6206" y="8055"/>
                </a:lnTo>
                <a:lnTo>
                  <a:pt x="6206" y="8177"/>
                </a:lnTo>
                <a:lnTo>
                  <a:pt x="6254" y="8274"/>
                </a:lnTo>
                <a:lnTo>
                  <a:pt x="6303" y="8371"/>
                </a:lnTo>
                <a:lnTo>
                  <a:pt x="6376" y="8469"/>
                </a:lnTo>
                <a:lnTo>
                  <a:pt x="6449" y="8542"/>
                </a:lnTo>
                <a:lnTo>
                  <a:pt x="6546" y="8615"/>
                </a:lnTo>
                <a:lnTo>
                  <a:pt x="6643" y="8663"/>
                </a:lnTo>
                <a:lnTo>
                  <a:pt x="6765" y="8712"/>
                </a:lnTo>
                <a:lnTo>
                  <a:pt x="6862" y="8736"/>
                </a:lnTo>
                <a:lnTo>
                  <a:pt x="7008" y="8736"/>
                </a:lnTo>
                <a:lnTo>
                  <a:pt x="7130" y="8712"/>
                </a:lnTo>
                <a:lnTo>
                  <a:pt x="7349" y="8615"/>
                </a:lnTo>
                <a:lnTo>
                  <a:pt x="7592" y="8493"/>
                </a:lnTo>
                <a:lnTo>
                  <a:pt x="7690" y="8566"/>
                </a:lnTo>
                <a:lnTo>
                  <a:pt x="7836" y="8639"/>
                </a:lnTo>
                <a:lnTo>
                  <a:pt x="7982" y="8663"/>
                </a:lnTo>
                <a:lnTo>
                  <a:pt x="8128" y="8688"/>
                </a:lnTo>
                <a:lnTo>
                  <a:pt x="8225" y="8688"/>
                </a:lnTo>
                <a:lnTo>
                  <a:pt x="8347" y="8663"/>
                </a:lnTo>
                <a:lnTo>
                  <a:pt x="8566" y="8566"/>
                </a:lnTo>
                <a:lnTo>
                  <a:pt x="8639" y="8663"/>
                </a:lnTo>
                <a:lnTo>
                  <a:pt x="8736" y="8736"/>
                </a:lnTo>
                <a:lnTo>
                  <a:pt x="8833" y="8809"/>
                </a:lnTo>
                <a:lnTo>
                  <a:pt x="8931" y="8858"/>
                </a:lnTo>
                <a:lnTo>
                  <a:pt x="9174" y="8907"/>
                </a:lnTo>
                <a:lnTo>
                  <a:pt x="9417" y="8931"/>
                </a:lnTo>
                <a:lnTo>
                  <a:pt x="9661" y="8882"/>
                </a:lnTo>
                <a:lnTo>
                  <a:pt x="9880" y="8809"/>
                </a:lnTo>
                <a:lnTo>
                  <a:pt x="9977" y="8736"/>
                </a:lnTo>
                <a:lnTo>
                  <a:pt x="10074" y="8663"/>
                </a:lnTo>
                <a:lnTo>
                  <a:pt x="10172" y="8566"/>
                </a:lnTo>
                <a:lnTo>
                  <a:pt x="10269" y="8469"/>
                </a:lnTo>
                <a:lnTo>
                  <a:pt x="10293" y="8396"/>
                </a:lnTo>
                <a:lnTo>
                  <a:pt x="10293" y="8347"/>
                </a:lnTo>
                <a:lnTo>
                  <a:pt x="10269" y="8298"/>
                </a:lnTo>
                <a:lnTo>
                  <a:pt x="10245" y="8250"/>
                </a:lnTo>
                <a:lnTo>
                  <a:pt x="10172" y="8225"/>
                </a:lnTo>
                <a:lnTo>
                  <a:pt x="10123" y="8201"/>
                </a:lnTo>
                <a:lnTo>
                  <a:pt x="10001" y="8201"/>
                </a:lnTo>
                <a:lnTo>
                  <a:pt x="9782" y="8323"/>
                </a:lnTo>
                <a:lnTo>
                  <a:pt x="9563" y="8420"/>
                </a:lnTo>
                <a:lnTo>
                  <a:pt x="9442" y="8444"/>
                </a:lnTo>
                <a:lnTo>
                  <a:pt x="9344" y="8469"/>
                </a:lnTo>
                <a:lnTo>
                  <a:pt x="9223" y="8469"/>
                </a:lnTo>
                <a:lnTo>
                  <a:pt x="9101" y="8420"/>
                </a:lnTo>
                <a:lnTo>
                  <a:pt x="9004" y="8347"/>
                </a:lnTo>
                <a:lnTo>
                  <a:pt x="8931" y="8274"/>
                </a:lnTo>
                <a:lnTo>
                  <a:pt x="9052" y="8128"/>
                </a:lnTo>
                <a:lnTo>
                  <a:pt x="9150" y="7982"/>
                </a:lnTo>
                <a:lnTo>
                  <a:pt x="9247" y="7836"/>
                </a:lnTo>
                <a:lnTo>
                  <a:pt x="9296" y="7666"/>
                </a:lnTo>
                <a:lnTo>
                  <a:pt x="9320" y="7495"/>
                </a:lnTo>
                <a:lnTo>
                  <a:pt x="9296" y="7349"/>
                </a:lnTo>
                <a:lnTo>
                  <a:pt x="9247" y="7203"/>
                </a:lnTo>
                <a:lnTo>
                  <a:pt x="9150" y="7057"/>
                </a:lnTo>
                <a:lnTo>
                  <a:pt x="9052" y="6984"/>
                </a:lnTo>
                <a:lnTo>
                  <a:pt x="8955" y="6936"/>
                </a:lnTo>
                <a:close/>
                <a:moveTo>
                  <a:pt x="1947" y="9710"/>
                </a:moveTo>
                <a:lnTo>
                  <a:pt x="1801" y="9758"/>
                </a:lnTo>
                <a:lnTo>
                  <a:pt x="1582" y="9856"/>
                </a:lnTo>
                <a:lnTo>
                  <a:pt x="1363" y="10002"/>
                </a:lnTo>
                <a:lnTo>
                  <a:pt x="925" y="10294"/>
                </a:lnTo>
                <a:lnTo>
                  <a:pt x="706" y="10415"/>
                </a:lnTo>
                <a:lnTo>
                  <a:pt x="585" y="10513"/>
                </a:lnTo>
                <a:lnTo>
                  <a:pt x="463" y="10610"/>
                </a:lnTo>
                <a:lnTo>
                  <a:pt x="366" y="10707"/>
                </a:lnTo>
                <a:lnTo>
                  <a:pt x="317" y="10829"/>
                </a:lnTo>
                <a:lnTo>
                  <a:pt x="317" y="10878"/>
                </a:lnTo>
                <a:lnTo>
                  <a:pt x="341" y="10926"/>
                </a:lnTo>
                <a:lnTo>
                  <a:pt x="366" y="10999"/>
                </a:lnTo>
                <a:lnTo>
                  <a:pt x="439" y="11048"/>
                </a:lnTo>
                <a:lnTo>
                  <a:pt x="536" y="11097"/>
                </a:lnTo>
                <a:lnTo>
                  <a:pt x="633" y="11097"/>
                </a:lnTo>
                <a:lnTo>
                  <a:pt x="755" y="11072"/>
                </a:lnTo>
                <a:lnTo>
                  <a:pt x="877" y="11048"/>
                </a:lnTo>
                <a:lnTo>
                  <a:pt x="1120" y="10926"/>
                </a:lnTo>
                <a:lnTo>
                  <a:pt x="1315" y="10829"/>
                </a:lnTo>
                <a:lnTo>
                  <a:pt x="1728" y="10610"/>
                </a:lnTo>
                <a:lnTo>
                  <a:pt x="1947" y="10488"/>
                </a:lnTo>
                <a:lnTo>
                  <a:pt x="2142" y="10342"/>
                </a:lnTo>
                <a:lnTo>
                  <a:pt x="2264" y="10245"/>
                </a:lnTo>
                <a:lnTo>
                  <a:pt x="2312" y="10123"/>
                </a:lnTo>
                <a:lnTo>
                  <a:pt x="2312" y="10002"/>
                </a:lnTo>
                <a:lnTo>
                  <a:pt x="2264" y="9880"/>
                </a:lnTo>
                <a:lnTo>
                  <a:pt x="2191" y="9783"/>
                </a:lnTo>
                <a:lnTo>
                  <a:pt x="2069" y="9734"/>
                </a:lnTo>
                <a:lnTo>
                  <a:pt x="1947" y="9710"/>
                </a:lnTo>
                <a:close/>
                <a:moveTo>
                  <a:pt x="14065" y="10026"/>
                </a:moveTo>
                <a:lnTo>
                  <a:pt x="13895" y="10050"/>
                </a:lnTo>
                <a:lnTo>
                  <a:pt x="13846" y="10075"/>
                </a:lnTo>
                <a:lnTo>
                  <a:pt x="13797" y="10123"/>
                </a:lnTo>
                <a:lnTo>
                  <a:pt x="13773" y="10172"/>
                </a:lnTo>
                <a:lnTo>
                  <a:pt x="13749" y="10221"/>
                </a:lnTo>
                <a:lnTo>
                  <a:pt x="13773" y="10318"/>
                </a:lnTo>
                <a:lnTo>
                  <a:pt x="13797" y="10367"/>
                </a:lnTo>
                <a:lnTo>
                  <a:pt x="13846" y="10415"/>
                </a:lnTo>
                <a:lnTo>
                  <a:pt x="14138" y="10586"/>
                </a:lnTo>
                <a:lnTo>
                  <a:pt x="14454" y="10756"/>
                </a:lnTo>
                <a:lnTo>
                  <a:pt x="14624" y="10878"/>
                </a:lnTo>
                <a:lnTo>
                  <a:pt x="14819" y="10975"/>
                </a:lnTo>
                <a:lnTo>
                  <a:pt x="15014" y="11048"/>
                </a:lnTo>
                <a:lnTo>
                  <a:pt x="15208" y="11097"/>
                </a:lnTo>
                <a:lnTo>
                  <a:pt x="15379" y="11097"/>
                </a:lnTo>
                <a:lnTo>
                  <a:pt x="15427" y="11072"/>
                </a:lnTo>
                <a:lnTo>
                  <a:pt x="15500" y="11024"/>
                </a:lnTo>
                <a:lnTo>
                  <a:pt x="15573" y="10951"/>
                </a:lnTo>
                <a:lnTo>
                  <a:pt x="15598" y="10829"/>
                </a:lnTo>
                <a:lnTo>
                  <a:pt x="15598" y="10707"/>
                </a:lnTo>
                <a:lnTo>
                  <a:pt x="15549" y="10586"/>
                </a:lnTo>
                <a:lnTo>
                  <a:pt x="15500" y="10537"/>
                </a:lnTo>
                <a:lnTo>
                  <a:pt x="15452" y="10513"/>
                </a:lnTo>
                <a:lnTo>
                  <a:pt x="15379" y="10464"/>
                </a:lnTo>
                <a:lnTo>
                  <a:pt x="15306" y="10464"/>
                </a:lnTo>
                <a:lnTo>
                  <a:pt x="15135" y="10415"/>
                </a:lnTo>
                <a:lnTo>
                  <a:pt x="14965" y="10367"/>
                </a:lnTo>
                <a:lnTo>
                  <a:pt x="14600" y="10196"/>
                </a:lnTo>
                <a:lnTo>
                  <a:pt x="14430" y="10099"/>
                </a:lnTo>
                <a:lnTo>
                  <a:pt x="14260" y="10050"/>
                </a:lnTo>
                <a:lnTo>
                  <a:pt x="14065" y="10026"/>
                </a:lnTo>
                <a:close/>
                <a:moveTo>
                  <a:pt x="8468" y="2605"/>
                </a:moveTo>
                <a:lnTo>
                  <a:pt x="8760" y="2629"/>
                </a:lnTo>
                <a:lnTo>
                  <a:pt x="9052" y="2678"/>
                </a:lnTo>
                <a:lnTo>
                  <a:pt x="9344" y="2726"/>
                </a:lnTo>
                <a:lnTo>
                  <a:pt x="9125" y="2799"/>
                </a:lnTo>
                <a:lnTo>
                  <a:pt x="9101" y="2824"/>
                </a:lnTo>
                <a:lnTo>
                  <a:pt x="9101" y="2848"/>
                </a:lnTo>
                <a:lnTo>
                  <a:pt x="9101" y="2872"/>
                </a:lnTo>
                <a:lnTo>
                  <a:pt x="9125" y="2897"/>
                </a:lnTo>
                <a:lnTo>
                  <a:pt x="9223" y="2945"/>
                </a:lnTo>
                <a:lnTo>
                  <a:pt x="9320" y="2970"/>
                </a:lnTo>
                <a:lnTo>
                  <a:pt x="9442" y="2945"/>
                </a:lnTo>
                <a:lnTo>
                  <a:pt x="9563" y="2921"/>
                </a:lnTo>
                <a:lnTo>
                  <a:pt x="9855" y="2872"/>
                </a:lnTo>
                <a:lnTo>
                  <a:pt x="10269" y="3043"/>
                </a:lnTo>
                <a:lnTo>
                  <a:pt x="10074" y="3067"/>
                </a:lnTo>
                <a:lnTo>
                  <a:pt x="9855" y="3116"/>
                </a:lnTo>
                <a:lnTo>
                  <a:pt x="9685" y="3189"/>
                </a:lnTo>
                <a:lnTo>
                  <a:pt x="9515" y="3262"/>
                </a:lnTo>
                <a:lnTo>
                  <a:pt x="9515" y="3286"/>
                </a:lnTo>
                <a:lnTo>
                  <a:pt x="9490" y="3310"/>
                </a:lnTo>
                <a:lnTo>
                  <a:pt x="9515" y="3335"/>
                </a:lnTo>
                <a:lnTo>
                  <a:pt x="9539" y="3359"/>
                </a:lnTo>
                <a:lnTo>
                  <a:pt x="9953" y="3335"/>
                </a:lnTo>
                <a:lnTo>
                  <a:pt x="10342" y="3310"/>
                </a:lnTo>
                <a:lnTo>
                  <a:pt x="10780" y="3310"/>
                </a:lnTo>
                <a:lnTo>
                  <a:pt x="11048" y="3505"/>
                </a:lnTo>
                <a:lnTo>
                  <a:pt x="10756" y="3578"/>
                </a:lnTo>
                <a:lnTo>
                  <a:pt x="10464" y="3675"/>
                </a:lnTo>
                <a:lnTo>
                  <a:pt x="10245" y="3797"/>
                </a:lnTo>
                <a:lnTo>
                  <a:pt x="10099" y="3918"/>
                </a:lnTo>
                <a:lnTo>
                  <a:pt x="10074" y="3943"/>
                </a:lnTo>
                <a:lnTo>
                  <a:pt x="10099" y="3943"/>
                </a:lnTo>
                <a:lnTo>
                  <a:pt x="10391" y="3918"/>
                </a:lnTo>
                <a:lnTo>
                  <a:pt x="10683" y="3870"/>
                </a:lnTo>
                <a:lnTo>
                  <a:pt x="10975" y="3821"/>
                </a:lnTo>
                <a:lnTo>
                  <a:pt x="11291" y="3773"/>
                </a:lnTo>
                <a:lnTo>
                  <a:pt x="11364" y="3773"/>
                </a:lnTo>
                <a:lnTo>
                  <a:pt x="11583" y="3967"/>
                </a:lnTo>
                <a:lnTo>
                  <a:pt x="11778" y="4186"/>
                </a:lnTo>
                <a:lnTo>
                  <a:pt x="11388" y="4210"/>
                </a:lnTo>
                <a:lnTo>
                  <a:pt x="10829" y="4259"/>
                </a:lnTo>
                <a:lnTo>
                  <a:pt x="10561" y="4283"/>
                </a:lnTo>
                <a:lnTo>
                  <a:pt x="10318" y="4381"/>
                </a:lnTo>
                <a:lnTo>
                  <a:pt x="10293" y="4405"/>
                </a:lnTo>
                <a:lnTo>
                  <a:pt x="10293" y="4429"/>
                </a:lnTo>
                <a:lnTo>
                  <a:pt x="10318" y="4454"/>
                </a:lnTo>
                <a:lnTo>
                  <a:pt x="10585" y="4527"/>
                </a:lnTo>
                <a:lnTo>
                  <a:pt x="11705" y="4527"/>
                </a:lnTo>
                <a:lnTo>
                  <a:pt x="11997" y="4502"/>
                </a:lnTo>
                <a:lnTo>
                  <a:pt x="12216" y="4867"/>
                </a:lnTo>
                <a:lnTo>
                  <a:pt x="11851" y="4867"/>
                </a:lnTo>
                <a:lnTo>
                  <a:pt x="11267" y="4892"/>
                </a:lnTo>
                <a:lnTo>
                  <a:pt x="10658" y="4940"/>
                </a:lnTo>
                <a:lnTo>
                  <a:pt x="10634" y="4940"/>
                </a:lnTo>
                <a:lnTo>
                  <a:pt x="10634" y="4965"/>
                </a:lnTo>
                <a:lnTo>
                  <a:pt x="10634" y="4989"/>
                </a:lnTo>
                <a:lnTo>
                  <a:pt x="10658" y="5013"/>
                </a:lnTo>
                <a:lnTo>
                  <a:pt x="10902" y="5086"/>
                </a:lnTo>
                <a:lnTo>
                  <a:pt x="11169" y="5111"/>
                </a:lnTo>
                <a:lnTo>
                  <a:pt x="12021" y="5111"/>
                </a:lnTo>
                <a:lnTo>
                  <a:pt x="12362" y="5135"/>
                </a:lnTo>
                <a:lnTo>
                  <a:pt x="12556" y="5622"/>
                </a:lnTo>
                <a:lnTo>
                  <a:pt x="11461" y="5622"/>
                </a:lnTo>
                <a:lnTo>
                  <a:pt x="11291" y="5646"/>
                </a:lnTo>
                <a:lnTo>
                  <a:pt x="11145" y="5695"/>
                </a:lnTo>
                <a:lnTo>
                  <a:pt x="10999" y="5768"/>
                </a:lnTo>
                <a:lnTo>
                  <a:pt x="10975" y="5792"/>
                </a:lnTo>
                <a:lnTo>
                  <a:pt x="10999" y="5841"/>
                </a:lnTo>
                <a:lnTo>
                  <a:pt x="11267" y="5889"/>
                </a:lnTo>
                <a:lnTo>
                  <a:pt x="11534" y="5889"/>
                </a:lnTo>
                <a:lnTo>
                  <a:pt x="12070" y="5914"/>
                </a:lnTo>
                <a:lnTo>
                  <a:pt x="12654" y="5938"/>
                </a:lnTo>
                <a:lnTo>
                  <a:pt x="12702" y="6060"/>
                </a:lnTo>
                <a:lnTo>
                  <a:pt x="12727" y="6181"/>
                </a:lnTo>
                <a:lnTo>
                  <a:pt x="12386" y="6181"/>
                </a:lnTo>
                <a:lnTo>
                  <a:pt x="11729" y="6254"/>
                </a:lnTo>
                <a:lnTo>
                  <a:pt x="11413" y="6279"/>
                </a:lnTo>
                <a:lnTo>
                  <a:pt x="11121" y="6352"/>
                </a:lnTo>
                <a:lnTo>
                  <a:pt x="11096" y="6352"/>
                </a:lnTo>
                <a:lnTo>
                  <a:pt x="11096" y="6376"/>
                </a:lnTo>
                <a:lnTo>
                  <a:pt x="11096" y="6400"/>
                </a:lnTo>
                <a:lnTo>
                  <a:pt x="11121" y="6425"/>
                </a:lnTo>
                <a:lnTo>
                  <a:pt x="11388" y="6473"/>
                </a:lnTo>
                <a:lnTo>
                  <a:pt x="11656" y="6498"/>
                </a:lnTo>
                <a:lnTo>
                  <a:pt x="12508" y="6498"/>
                </a:lnTo>
                <a:lnTo>
                  <a:pt x="12824" y="6522"/>
                </a:lnTo>
                <a:lnTo>
                  <a:pt x="12873" y="6838"/>
                </a:lnTo>
                <a:lnTo>
                  <a:pt x="12556" y="6838"/>
                </a:lnTo>
                <a:lnTo>
                  <a:pt x="12240" y="6863"/>
                </a:lnTo>
                <a:lnTo>
                  <a:pt x="11753" y="6887"/>
                </a:lnTo>
                <a:lnTo>
                  <a:pt x="11510" y="6911"/>
                </a:lnTo>
                <a:lnTo>
                  <a:pt x="11267" y="6936"/>
                </a:lnTo>
                <a:lnTo>
                  <a:pt x="11242" y="6936"/>
                </a:lnTo>
                <a:lnTo>
                  <a:pt x="11242" y="6960"/>
                </a:lnTo>
                <a:lnTo>
                  <a:pt x="11242" y="7009"/>
                </a:lnTo>
                <a:lnTo>
                  <a:pt x="11267" y="7009"/>
                </a:lnTo>
                <a:lnTo>
                  <a:pt x="11461" y="7082"/>
                </a:lnTo>
                <a:lnTo>
                  <a:pt x="11680" y="7130"/>
                </a:lnTo>
                <a:lnTo>
                  <a:pt x="12727" y="7130"/>
                </a:lnTo>
                <a:lnTo>
                  <a:pt x="12921" y="7106"/>
                </a:lnTo>
                <a:lnTo>
                  <a:pt x="12994" y="7593"/>
                </a:lnTo>
                <a:lnTo>
                  <a:pt x="12994" y="7593"/>
                </a:lnTo>
                <a:lnTo>
                  <a:pt x="12848" y="7568"/>
                </a:lnTo>
                <a:lnTo>
                  <a:pt x="12702" y="7568"/>
                </a:lnTo>
                <a:lnTo>
                  <a:pt x="12435" y="7593"/>
                </a:lnTo>
                <a:lnTo>
                  <a:pt x="11997" y="7593"/>
                </a:lnTo>
                <a:lnTo>
                  <a:pt x="11778" y="7617"/>
                </a:lnTo>
                <a:lnTo>
                  <a:pt x="11559" y="7690"/>
                </a:lnTo>
                <a:lnTo>
                  <a:pt x="11534" y="7690"/>
                </a:lnTo>
                <a:lnTo>
                  <a:pt x="11534" y="7739"/>
                </a:lnTo>
                <a:lnTo>
                  <a:pt x="11534" y="7763"/>
                </a:lnTo>
                <a:lnTo>
                  <a:pt x="11559" y="7787"/>
                </a:lnTo>
                <a:lnTo>
                  <a:pt x="11778" y="7836"/>
                </a:lnTo>
                <a:lnTo>
                  <a:pt x="11997" y="7860"/>
                </a:lnTo>
                <a:lnTo>
                  <a:pt x="12435" y="7860"/>
                </a:lnTo>
                <a:lnTo>
                  <a:pt x="12702" y="7885"/>
                </a:lnTo>
                <a:lnTo>
                  <a:pt x="12848" y="7885"/>
                </a:lnTo>
                <a:lnTo>
                  <a:pt x="12994" y="7860"/>
                </a:lnTo>
                <a:lnTo>
                  <a:pt x="12994" y="7909"/>
                </a:lnTo>
                <a:lnTo>
                  <a:pt x="12994" y="8250"/>
                </a:lnTo>
                <a:lnTo>
                  <a:pt x="12873" y="8201"/>
                </a:lnTo>
                <a:lnTo>
                  <a:pt x="12775" y="8201"/>
                </a:lnTo>
                <a:lnTo>
                  <a:pt x="12532" y="8177"/>
                </a:lnTo>
                <a:lnTo>
                  <a:pt x="12094" y="8177"/>
                </a:lnTo>
                <a:lnTo>
                  <a:pt x="11875" y="8201"/>
                </a:lnTo>
                <a:lnTo>
                  <a:pt x="11656" y="8250"/>
                </a:lnTo>
                <a:lnTo>
                  <a:pt x="11656" y="8274"/>
                </a:lnTo>
                <a:lnTo>
                  <a:pt x="11632" y="8298"/>
                </a:lnTo>
                <a:lnTo>
                  <a:pt x="11656" y="8298"/>
                </a:lnTo>
                <a:lnTo>
                  <a:pt x="11656" y="8323"/>
                </a:lnTo>
                <a:lnTo>
                  <a:pt x="12045" y="8396"/>
                </a:lnTo>
                <a:lnTo>
                  <a:pt x="12410" y="8444"/>
                </a:lnTo>
                <a:lnTo>
                  <a:pt x="12702" y="8469"/>
                </a:lnTo>
                <a:lnTo>
                  <a:pt x="12824" y="8493"/>
                </a:lnTo>
                <a:lnTo>
                  <a:pt x="12970" y="8469"/>
                </a:lnTo>
                <a:lnTo>
                  <a:pt x="12873" y="8858"/>
                </a:lnTo>
                <a:lnTo>
                  <a:pt x="12654" y="8809"/>
                </a:lnTo>
                <a:lnTo>
                  <a:pt x="12483" y="8785"/>
                </a:lnTo>
                <a:lnTo>
                  <a:pt x="12264" y="8736"/>
                </a:lnTo>
                <a:lnTo>
                  <a:pt x="11826" y="8736"/>
                </a:lnTo>
                <a:lnTo>
                  <a:pt x="11607" y="8809"/>
                </a:lnTo>
                <a:lnTo>
                  <a:pt x="11583" y="8834"/>
                </a:lnTo>
                <a:lnTo>
                  <a:pt x="11583" y="8858"/>
                </a:lnTo>
                <a:lnTo>
                  <a:pt x="11583" y="8882"/>
                </a:lnTo>
                <a:lnTo>
                  <a:pt x="11851" y="8882"/>
                </a:lnTo>
                <a:lnTo>
                  <a:pt x="12094" y="8931"/>
                </a:lnTo>
                <a:lnTo>
                  <a:pt x="12556" y="9053"/>
                </a:lnTo>
                <a:lnTo>
                  <a:pt x="12775" y="9126"/>
                </a:lnTo>
                <a:lnTo>
                  <a:pt x="12654" y="9345"/>
                </a:lnTo>
                <a:lnTo>
                  <a:pt x="12508" y="9296"/>
                </a:lnTo>
                <a:lnTo>
                  <a:pt x="12313" y="9272"/>
                </a:lnTo>
                <a:lnTo>
                  <a:pt x="12143" y="9223"/>
                </a:lnTo>
                <a:lnTo>
                  <a:pt x="11972" y="9199"/>
                </a:lnTo>
                <a:lnTo>
                  <a:pt x="11607" y="9199"/>
                </a:lnTo>
                <a:lnTo>
                  <a:pt x="11583" y="9223"/>
                </a:lnTo>
                <a:lnTo>
                  <a:pt x="11583" y="9247"/>
                </a:lnTo>
                <a:lnTo>
                  <a:pt x="11583" y="9272"/>
                </a:lnTo>
                <a:lnTo>
                  <a:pt x="11924" y="9418"/>
                </a:lnTo>
                <a:lnTo>
                  <a:pt x="12240" y="9564"/>
                </a:lnTo>
                <a:lnTo>
                  <a:pt x="12532" y="9637"/>
                </a:lnTo>
                <a:lnTo>
                  <a:pt x="12337" y="9929"/>
                </a:lnTo>
                <a:lnTo>
                  <a:pt x="12337" y="9977"/>
                </a:lnTo>
                <a:lnTo>
                  <a:pt x="12167" y="9904"/>
                </a:lnTo>
                <a:lnTo>
                  <a:pt x="11997" y="9880"/>
                </a:lnTo>
                <a:lnTo>
                  <a:pt x="11802" y="9831"/>
                </a:lnTo>
                <a:lnTo>
                  <a:pt x="11242" y="9831"/>
                </a:lnTo>
                <a:lnTo>
                  <a:pt x="11218" y="9856"/>
                </a:lnTo>
                <a:lnTo>
                  <a:pt x="11218" y="9880"/>
                </a:lnTo>
                <a:lnTo>
                  <a:pt x="11242" y="9880"/>
                </a:lnTo>
                <a:lnTo>
                  <a:pt x="11534" y="10002"/>
                </a:lnTo>
                <a:lnTo>
                  <a:pt x="11851" y="10123"/>
                </a:lnTo>
                <a:lnTo>
                  <a:pt x="12167" y="10245"/>
                </a:lnTo>
                <a:lnTo>
                  <a:pt x="11972" y="10513"/>
                </a:lnTo>
                <a:lnTo>
                  <a:pt x="11826" y="10488"/>
                </a:lnTo>
                <a:lnTo>
                  <a:pt x="11413" y="10391"/>
                </a:lnTo>
                <a:lnTo>
                  <a:pt x="11023" y="10342"/>
                </a:lnTo>
                <a:lnTo>
                  <a:pt x="10975" y="10342"/>
                </a:lnTo>
                <a:lnTo>
                  <a:pt x="10975" y="10367"/>
                </a:lnTo>
                <a:lnTo>
                  <a:pt x="10975" y="10391"/>
                </a:lnTo>
                <a:lnTo>
                  <a:pt x="10999" y="10440"/>
                </a:lnTo>
                <a:lnTo>
                  <a:pt x="11145" y="10537"/>
                </a:lnTo>
                <a:lnTo>
                  <a:pt x="11315" y="10610"/>
                </a:lnTo>
                <a:lnTo>
                  <a:pt x="11632" y="10732"/>
                </a:lnTo>
                <a:lnTo>
                  <a:pt x="11802" y="10780"/>
                </a:lnTo>
                <a:lnTo>
                  <a:pt x="11656" y="10999"/>
                </a:lnTo>
                <a:lnTo>
                  <a:pt x="11510" y="10951"/>
                </a:lnTo>
                <a:lnTo>
                  <a:pt x="11364" y="10926"/>
                </a:lnTo>
                <a:lnTo>
                  <a:pt x="11072" y="10853"/>
                </a:lnTo>
                <a:lnTo>
                  <a:pt x="10950" y="10853"/>
                </a:lnTo>
                <a:lnTo>
                  <a:pt x="10804" y="10902"/>
                </a:lnTo>
                <a:lnTo>
                  <a:pt x="10780" y="10926"/>
                </a:lnTo>
                <a:lnTo>
                  <a:pt x="10756" y="10951"/>
                </a:lnTo>
                <a:lnTo>
                  <a:pt x="10756" y="10999"/>
                </a:lnTo>
                <a:lnTo>
                  <a:pt x="10780" y="11048"/>
                </a:lnTo>
                <a:lnTo>
                  <a:pt x="10902" y="11121"/>
                </a:lnTo>
                <a:lnTo>
                  <a:pt x="11023" y="11170"/>
                </a:lnTo>
                <a:lnTo>
                  <a:pt x="11267" y="11243"/>
                </a:lnTo>
                <a:lnTo>
                  <a:pt x="11461" y="11291"/>
                </a:lnTo>
                <a:lnTo>
                  <a:pt x="11242" y="11583"/>
                </a:lnTo>
                <a:lnTo>
                  <a:pt x="11072" y="11535"/>
                </a:lnTo>
                <a:lnTo>
                  <a:pt x="10877" y="11535"/>
                </a:lnTo>
                <a:lnTo>
                  <a:pt x="10683" y="11583"/>
                </a:lnTo>
                <a:lnTo>
                  <a:pt x="10658" y="11608"/>
                </a:lnTo>
                <a:lnTo>
                  <a:pt x="10683" y="11632"/>
                </a:lnTo>
                <a:lnTo>
                  <a:pt x="10829" y="11681"/>
                </a:lnTo>
                <a:lnTo>
                  <a:pt x="10975" y="11729"/>
                </a:lnTo>
                <a:lnTo>
                  <a:pt x="11096" y="11778"/>
                </a:lnTo>
                <a:lnTo>
                  <a:pt x="10877" y="12143"/>
                </a:lnTo>
                <a:lnTo>
                  <a:pt x="10829" y="12118"/>
                </a:lnTo>
                <a:lnTo>
                  <a:pt x="10658" y="12045"/>
                </a:lnTo>
                <a:lnTo>
                  <a:pt x="10561" y="11997"/>
                </a:lnTo>
                <a:lnTo>
                  <a:pt x="10464" y="11972"/>
                </a:lnTo>
                <a:lnTo>
                  <a:pt x="10439" y="11997"/>
                </a:lnTo>
                <a:lnTo>
                  <a:pt x="10439" y="12045"/>
                </a:lnTo>
                <a:lnTo>
                  <a:pt x="10488" y="12118"/>
                </a:lnTo>
                <a:lnTo>
                  <a:pt x="10585" y="12191"/>
                </a:lnTo>
                <a:lnTo>
                  <a:pt x="10756" y="12313"/>
                </a:lnTo>
                <a:lnTo>
                  <a:pt x="10561" y="12654"/>
                </a:lnTo>
                <a:lnTo>
                  <a:pt x="10415" y="12629"/>
                </a:lnTo>
                <a:lnTo>
                  <a:pt x="10172" y="12629"/>
                </a:lnTo>
                <a:lnTo>
                  <a:pt x="10026" y="12654"/>
                </a:lnTo>
                <a:lnTo>
                  <a:pt x="10026" y="12678"/>
                </a:lnTo>
                <a:lnTo>
                  <a:pt x="10026" y="12702"/>
                </a:lnTo>
                <a:lnTo>
                  <a:pt x="10245" y="12800"/>
                </a:lnTo>
                <a:lnTo>
                  <a:pt x="10439" y="12897"/>
                </a:lnTo>
                <a:lnTo>
                  <a:pt x="10196" y="13384"/>
                </a:lnTo>
                <a:lnTo>
                  <a:pt x="9880" y="13384"/>
                </a:lnTo>
                <a:lnTo>
                  <a:pt x="9904" y="13432"/>
                </a:lnTo>
                <a:lnTo>
                  <a:pt x="10147" y="13505"/>
                </a:lnTo>
                <a:lnTo>
                  <a:pt x="10074" y="13700"/>
                </a:lnTo>
                <a:lnTo>
                  <a:pt x="10026" y="13895"/>
                </a:lnTo>
                <a:lnTo>
                  <a:pt x="9953" y="14284"/>
                </a:lnTo>
                <a:lnTo>
                  <a:pt x="9880" y="14673"/>
                </a:lnTo>
                <a:lnTo>
                  <a:pt x="9807" y="15087"/>
                </a:lnTo>
                <a:lnTo>
                  <a:pt x="9101" y="15111"/>
                </a:lnTo>
                <a:lnTo>
                  <a:pt x="9247" y="14673"/>
                </a:lnTo>
                <a:lnTo>
                  <a:pt x="9344" y="14235"/>
                </a:lnTo>
                <a:lnTo>
                  <a:pt x="9539" y="13359"/>
                </a:lnTo>
                <a:lnTo>
                  <a:pt x="9734" y="12459"/>
                </a:lnTo>
                <a:lnTo>
                  <a:pt x="9855" y="12021"/>
                </a:lnTo>
                <a:lnTo>
                  <a:pt x="9977" y="11583"/>
                </a:lnTo>
                <a:lnTo>
                  <a:pt x="10269" y="10659"/>
                </a:lnTo>
                <a:lnTo>
                  <a:pt x="10537" y="9734"/>
                </a:lnTo>
                <a:lnTo>
                  <a:pt x="10658" y="9320"/>
                </a:lnTo>
                <a:lnTo>
                  <a:pt x="10756" y="8858"/>
                </a:lnTo>
                <a:lnTo>
                  <a:pt x="10780" y="8639"/>
                </a:lnTo>
                <a:lnTo>
                  <a:pt x="10780" y="8396"/>
                </a:lnTo>
                <a:lnTo>
                  <a:pt x="10756" y="8177"/>
                </a:lnTo>
                <a:lnTo>
                  <a:pt x="10707" y="7958"/>
                </a:lnTo>
                <a:lnTo>
                  <a:pt x="10683" y="7933"/>
                </a:lnTo>
                <a:lnTo>
                  <a:pt x="10634" y="7933"/>
                </a:lnTo>
                <a:lnTo>
                  <a:pt x="10610" y="7958"/>
                </a:lnTo>
                <a:lnTo>
                  <a:pt x="10537" y="8177"/>
                </a:lnTo>
                <a:lnTo>
                  <a:pt x="10464" y="8420"/>
                </a:lnTo>
                <a:lnTo>
                  <a:pt x="10366" y="8882"/>
                </a:lnTo>
                <a:lnTo>
                  <a:pt x="10293" y="9369"/>
                </a:lnTo>
                <a:lnTo>
                  <a:pt x="10172" y="9831"/>
                </a:lnTo>
                <a:lnTo>
                  <a:pt x="9904" y="10756"/>
                </a:lnTo>
                <a:lnTo>
                  <a:pt x="9588" y="11656"/>
                </a:lnTo>
                <a:lnTo>
                  <a:pt x="9466" y="12094"/>
                </a:lnTo>
                <a:lnTo>
                  <a:pt x="9369" y="12532"/>
                </a:lnTo>
                <a:lnTo>
                  <a:pt x="9174" y="13384"/>
                </a:lnTo>
                <a:lnTo>
                  <a:pt x="8979" y="14260"/>
                </a:lnTo>
                <a:lnTo>
                  <a:pt x="8858" y="14698"/>
                </a:lnTo>
                <a:lnTo>
                  <a:pt x="8736" y="15111"/>
                </a:lnTo>
                <a:lnTo>
                  <a:pt x="8128" y="15136"/>
                </a:lnTo>
                <a:lnTo>
                  <a:pt x="7519" y="15087"/>
                </a:lnTo>
                <a:lnTo>
                  <a:pt x="7179" y="15063"/>
                </a:lnTo>
                <a:lnTo>
                  <a:pt x="7154" y="15038"/>
                </a:lnTo>
                <a:lnTo>
                  <a:pt x="7081" y="14698"/>
                </a:lnTo>
                <a:lnTo>
                  <a:pt x="7033" y="14357"/>
                </a:lnTo>
                <a:lnTo>
                  <a:pt x="6935" y="13651"/>
                </a:lnTo>
                <a:lnTo>
                  <a:pt x="6765" y="12605"/>
                </a:lnTo>
                <a:lnTo>
                  <a:pt x="6570" y="11583"/>
                </a:lnTo>
                <a:lnTo>
                  <a:pt x="6230" y="9880"/>
                </a:lnTo>
                <a:lnTo>
                  <a:pt x="6060" y="9028"/>
                </a:lnTo>
                <a:lnTo>
                  <a:pt x="5841" y="8177"/>
                </a:lnTo>
                <a:lnTo>
                  <a:pt x="5816" y="8152"/>
                </a:lnTo>
                <a:lnTo>
                  <a:pt x="5768" y="8128"/>
                </a:lnTo>
                <a:lnTo>
                  <a:pt x="5743" y="8128"/>
                </a:lnTo>
                <a:lnTo>
                  <a:pt x="5695" y="8152"/>
                </a:lnTo>
                <a:lnTo>
                  <a:pt x="5646" y="8298"/>
                </a:lnTo>
                <a:lnTo>
                  <a:pt x="5646" y="8420"/>
                </a:lnTo>
                <a:lnTo>
                  <a:pt x="5646" y="8542"/>
                </a:lnTo>
                <a:lnTo>
                  <a:pt x="5646" y="8663"/>
                </a:lnTo>
                <a:lnTo>
                  <a:pt x="5719" y="8931"/>
                </a:lnTo>
                <a:lnTo>
                  <a:pt x="5768" y="9199"/>
                </a:lnTo>
                <a:lnTo>
                  <a:pt x="5865" y="9734"/>
                </a:lnTo>
                <a:lnTo>
                  <a:pt x="5962" y="10245"/>
                </a:lnTo>
                <a:lnTo>
                  <a:pt x="6035" y="10780"/>
                </a:lnTo>
                <a:lnTo>
                  <a:pt x="6133" y="11316"/>
                </a:lnTo>
                <a:lnTo>
                  <a:pt x="6327" y="12337"/>
                </a:lnTo>
                <a:lnTo>
                  <a:pt x="6522" y="13384"/>
                </a:lnTo>
                <a:lnTo>
                  <a:pt x="6570" y="13773"/>
                </a:lnTo>
                <a:lnTo>
                  <a:pt x="6619" y="14211"/>
                </a:lnTo>
                <a:lnTo>
                  <a:pt x="6668" y="14625"/>
                </a:lnTo>
                <a:lnTo>
                  <a:pt x="6716" y="14819"/>
                </a:lnTo>
                <a:lnTo>
                  <a:pt x="6765" y="15014"/>
                </a:lnTo>
                <a:lnTo>
                  <a:pt x="6497" y="15038"/>
                </a:lnTo>
                <a:lnTo>
                  <a:pt x="6473" y="14625"/>
                </a:lnTo>
                <a:lnTo>
                  <a:pt x="6400" y="14235"/>
                </a:lnTo>
                <a:lnTo>
                  <a:pt x="6279" y="13846"/>
                </a:lnTo>
                <a:lnTo>
                  <a:pt x="6133" y="13481"/>
                </a:lnTo>
                <a:lnTo>
                  <a:pt x="5938" y="13116"/>
                </a:lnTo>
                <a:lnTo>
                  <a:pt x="5743" y="12775"/>
                </a:lnTo>
                <a:lnTo>
                  <a:pt x="5281" y="12070"/>
                </a:lnTo>
                <a:lnTo>
                  <a:pt x="4746" y="11267"/>
                </a:lnTo>
                <a:lnTo>
                  <a:pt x="4210" y="10415"/>
                </a:lnTo>
                <a:lnTo>
                  <a:pt x="3967" y="9977"/>
                </a:lnTo>
                <a:lnTo>
                  <a:pt x="3724" y="9539"/>
                </a:lnTo>
                <a:lnTo>
                  <a:pt x="3529" y="9077"/>
                </a:lnTo>
                <a:lnTo>
                  <a:pt x="3359" y="8615"/>
                </a:lnTo>
                <a:lnTo>
                  <a:pt x="3286" y="8396"/>
                </a:lnTo>
                <a:lnTo>
                  <a:pt x="3261" y="8152"/>
                </a:lnTo>
                <a:lnTo>
                  <a:pt x="3237" y="7909"/>
                </a:lnTo>
                <a:lnTo>
                  <a:pt x="3237" y="7666"/>
                </a:lnTo>
                <a:lnTo>
                  <a:pt x="3261" y="7155"/>
                </a:lnTo>
                <a:lnTo>
                  <a:pt x="3310" y="6668"/>
                </a:lnTo>
                <a:lnTo>
                  <a:pt x="3334" y="6376"/>
                </a:lnTo>
                <a:lnTo>
                  <a:pt x="3407" y="6108"/>
                </a:lnTo>
                <a:lnTo>
                  <a:pt x="3480" y="5841"/>
                </a:lnTo>
                <a:lnTo>
                  <a:pt x="3578" y="5597"/>
                </a:lnTo>
                <a:lnTo>
                  <a:pt x="3699" y="5354"/>
                </a:lnTo>
                <a:lnTo>
                  <a:pt x="3845" y="5111"/>
                </a:lnTo>
                <a:lnTo>
                  <a:pt x="4016" y="4892"/>
                </a:lnTo>
                <a:lnTo>
                  <a:pt x="4186" y="4673"/>
                </a:lnTo>
                <a:lnTo>
                  <a:pt x="4648" y="4162"/>
                </a:lnTo>
                <a:lnTo>
                  <a:pt x="5062" y="3748"/>
                </a:lnTo>
                <a:lnTo>
                  <a:pt x="5403" y="3432"/>
                </a:lnTo>
                <a:lnTo>
                  <a:pt x="5743" y="3189"/>
                </a:lnTo>
                <a:lnTo>
                  <a:pt x="6060" y="3018"/>
                </a:lnTo>
                <a:lnTo>
                  <a:pt x="6352" y="2872"/>
                </a:lnTo>
                <a:lnTo>
                  <a:pt x="6668" y="2775"/>
                </a:lnTo>
                <a:lnTo>
                  <a:pt x="6984" y="2702"/>
                </a:lnTo>
                <a:lnTo>
                  <a:pt x="7276" y="2653"/>
                </a:lnTo>
                <a:lnTo>
                  <a:pt x="7568" y="2629"/>
                </a:lnTo>
                <a:lnTo>
                  <a:pt x="7860" y="2605"/>
                </a:lnTo>
                <a:close/>
                <a:moveTo>
                  <a:pt x="6716" y="15525"/>
                </a:moveTo>
                <a:lnTo>
                  <a:pt x="6619" y="15720"/>
                </a:lnTo>
                <a:lnTo>
                  <a:pt x="6352" y="16158"/>
                </a:lnTo>
                <a:lnTo>
                  <a:pt x="6279" y="16109"/>
                </a:lnTo>
                <a:lnTo>
                  <a:pt x="6230" y="16060"/>
                </a:lnTo>
                <a:lnTo>
                  <a:pt x="6206" y="15963"/>
                </a:lnTo>
                <a:lnTo>
                  <a:pt x="6206" y="15866"/>
                </a:lnTo>
                <a:lnTo>
                  <a:pt x="6206" y="15768"/>
                </a:lnTo>
                <a:lnTo>
                  <a:pt x="6230" y="15695"/>
                </a:lnTo>
                <a:lnTo>
                  <a:pt x="6279" y="15598"/>
                </a:lnTo>
                <a:lnTo>
                  <a:pt x="6327" y="15549"/>
                </a:lnTo>
                <a:lnTo>
                  <a:pt x="6595" y="15525"/>
                </a:lnTo>
                <a:close/>
                <a:moveTo>
                  <a:pt x="6887" y="15525"/>
                </a:moveTo>
                <a:lnTo>
                  <a:pt x="7276" y="15549"/>
                </a:lnTo>
                <a:lnTo>
                  <a:pt x="7641" y="15598"/>
                </a:lnTo>
                <a:lnTo>
                  <a:pt x="8225" y="15647"/>
                </a:lnTo>
                <a:lnTo>
                  <a:pt x="8809" y="15671"/>
                </a:lnTo>
                <a:lnTo>
                  <a:pt x="8541" y="15963"/>
                </a:lnTo>
                <a:lnTo>
                  <a:pt x="8298" y="16255"/>
                </a:lnTo>
                <a:lnTo>
                  <a:pt x="7909" y="16231"/>
                </a:lnTo>
                <a:lnTo>
                  <a:pt x="8249" y="15744"/>
                </a:lnTo>
                <a:lnTo>
                  <a:pt x="8249" y="15720"/>
                </a:lnTo>
                <a:lnTo>
                  <a:pt x="8225" y="15695"/>
                </a:lnTo>
                <a:lnTo>
                  <a:pt x="8201" y="15671"/>
                </a:lnTo>
                <a:lnTo>
                  <a:pt x="8176" y="15695"/>
                </a:lnTo>
                <a:lnTo>
                  <a:pt x="7690" y="16231"/>
                </a:lnTo>
                <a:lnTo>
                  <a:pt x="7179" y="16182"/>
                </a:lnTo>
                <a:lnTo>
                  <a:pt x="7325" y="15939"/>
                </a:lnTo>
                <a:lnTo>
                  <a:pt x="7471" y="15671"/>
                </a:lnTo>
                <a:lnTo>
                  <a:pt x="7471" y="15647"/>
                </a:lnTo>
                <a:lnTo>
                  <a:pt x="7446" y="15622"/>
                </a:lnTo>
                <a:lnTo>
                  <a:pt x="7422" y="15647"/>
                </a:lnTo>
                <a:lnTo>
                  <a:pt x="7203" y="15890"/>
                </a:lnTo>
                <a:lnTo>
                  <a:pt x="6935" y="16182"/>
                </a:lnTo>
                <a:lnTo>
                  <a:pt x="6741" y="16206"/>
                </a:lnTo>
                <a:lnTo>
                  <a:pt x="6570" y="16255"/>
                </a:lnTo>
                <a:lnTo>
                  <a:pt x="6668" y="16060"/>
                </a:lnTo>
                <a:lnTo>
                  <a:pt x="6814" y="15817"/>
                </a:lnTo>
                <a:lnTo>
                  <a:pt x="6862" y="15671"/>
                </a:lnTo>
                <a:lnTo>
                  <a:pt x="6887" y="15525"/>
                </a:lnTo>
                <a:close/>
                <a:moveTo>
                  <a:pt x="9661" y="15622"/>
                </a:moveTo>
                <a:lnTo>
                  <a:pt x="9734" y="15671"/>
                </a:lnTo>
                <a:lnTo>
                  <a:pt x="9807" y="15695"/>
                </a:lnTo>
                <a:lnTo>
                  <a:pt x="9953" y="15695"/>
                </a:lnTo>
                <a:lnTo>
                  <a:pt x="9782" y="15793"/>
                </a:lnTo>
                <a:lnTo>
                  <a:pt x="9661" y="15939"/>
                </a:lnTo>
                <a:lnTo>
                  <a:pt x="9539" y="16085"/>
                </a:lnTo>
                <a:lnTo>
                  <a:pt x="9417" y="16279"/>
                </a:lnTo>
                <a:lnTo>
                  <a:pt x="9271" y="16279"/>
                </a:lnTo>
                <a:lnTo>
                  <a:pt x="9612" y="15817"/>
                </a:lnTo>
                <a:lnTo>
                  <a:pt x="9612" y="15793"/>
                </a:lnTo>
                <a:lnTo>
                  <a:pt x="9612" y="15768"/>
                </a:lnTo>
                <a:lnTo>
                  <a:pt x="9563" y="15768"/>
                </a:lnTo>
                <a:lnTo>
                  <a:pt x="9320" y="16012"/>
                </a:lnTo>
                <a:lnTo>
                  <a:pt x="9077" y="16255"/>
                </a:lnTo>
                <a:lnTo>
                  <a:pt x="8517" y="16255"/>
                </a:lnTo>
                <a:lnTo>
                  <a:pt x="8882" y="15720"/>
                </a:lnTo>
                <a:lnTo>
                  <a:pt x="8906" y="15695"/>
                </a:lnTo>
                <a:lnTo>
                  <a:pt x="8882" y="15671"/>
                </a:lnTo>
                <a:lnTo>
                  <a:pt x="9271" y="15671"/>
                </a:lnTo>
                <a:lnTo>
                  <a:pt x="9661" y="15622"/>
                </a:lnTo>
                <a:close/>
                <a:moveTo>
                  <a:pt x="10074" y="15768"/>
                </a:moveTo>
                <a:lnTo>
                  <a:pt x="10074" y="15841"/>
                </a:lnTo>
                <a:lnTo>
                  <a:pt x="10099" y="15939"/>
                </a:lnTo>
                <a:lnTo>
                  <a:pt x="10074" y="16060"/>
                </a:lnTo>
                <a:lnTo>
                  <a:pt x="10050" y="16182"/>
                </a:lnTo>
                <a:lnTo>
                  <a:pt x="9977" y="16304"/>
                </a:lnTo>
                <a:lnTo>
                  <a:pt x="9758" y="16279"/>
                </a:lnTo>
                <a:lnTo>
                  <a:pt x="9880" y="16012"/>
                </a:lnTo>
                <a:lnTo>
                  <a:pt x="9977" y="15890"/>
                </a:lnTo>
                <a:lnTo>
                  <a:pt x="10074" y="15768"/>
                </a:lnTo>
                <a:close/>
                <a:moveTo>
                  <a:pt x="6522" y="16571"/>
                </a:moveTo>
                <a:lnTo>
                  <a:pt x="6595" y="16620"/>
                </a:lnTo>
                <a:lnTo>
                  <a:pt x="6424" y="16888"/>
                </a:lnTo>
                <a:lnTo>
                  <a:pt x="6376" y="17034"/>
                </a:lnTo>
                <a:lnTo>
                  <a:pt x="6327" y="17180"/>
                </a:lnTo>
                <a:lnTo>
                  <a:pt x="6254" y="17082"/>
                </a:lnTo>
                <a:lnTo>
                  <a:pt x="6230" y="16985"/>
                </a:lnTo>
                <a:lnTo>
                  <a:pt x="6206" y="16912"/>
                </a:lnTo>
                <a:lnTo>
                  <a:pt x="6230" y="16815"/>
                </a:lnTo>
                <a:lnTo>
                  <a:pt x="6254" y="16839"/>
                </a:lnTo>
                <a:lnTo>
                  <a:pt x="6303" y="16839"/>
                </a:lnTo>
                <a:lnTo>
                  <a:pt x="6352" y="16815"/>
                </a:lnTo>
                <a:lnTo>
                  <a:pt x="6376" y="16766"/>
                </a:lnTo>
                <a:lnTo>
                  <a:pt x="6424" y="16596"/>
                </a:lnTo>
                <a:lnTo>
                  <a:pt x="6449" y="16596"/>
                </a:lnTo>
                <a:lnTo>
                  <a:pt x="6522" y="16571"/>
                </a:lnTo>
                <a:close/>
                <a:moveTo>
                  <a:pt x="7884" y="16693"/>
                </a:moveTo>
                <a:lnTo>
                  <a:pt x="7957" y="16717"/>
                </a:lnTo>
                <a:lnTo>
                  <a:pt x="7787" y="16985"/>
                </a:lnTo>
                <a:lnTo>
                  <a:pt x="7617" y="17253"/>
                </a:lnTo>
                <a:lnTo>
                  <a:pt x="7592" y="17326"/>
                </a:lnTo>
                <a:lnTo>
                  <a:pt x="7300" y="17326"/>
                </a:lnTo>
                <a:lnTo>
                  <a:pt x="7398" y="17107"/>
                </a:lnTo>
                <a:lnTo>
                  <a:pt x="7519" y="16888"/>
                </a:lnTo>
                <a:lnTo>
                  <a:pt x="7617" y="16717"/>
                </a:lnTo>
                <a:lnTo>
                  <a:pt x="7884" y="16693"/>
                </a:lnTo>
                <a:close/>
                <a:moveTo>
                  <a:pt x="8225" y="16717"/>
                </a:moveTo>
                <a:lnTo>
                  <a:pt x="8736" y="16742"/>
                </a:lnTo>
                <a:lnTo>
                  <a:pt x="8541" y="17034"/>
                </a:lnTo>
                <a:lnTo>
                  <a:pt x="8371" y="17326"/>
                </a:lnTo>
                <a:lnTo>
                  <a:pt x="7909" y="17326"/>
                </a:lnTo>
                <a:lnTo>
                  <a:pt x="7933" y="17277"/>
                </a:lnTo>
                <a:lnTo>
                  <a:pt x="8225" y="16717"/>
                </a:lnTo>
                <a:close/>
                <a:moveTo>
                  <a:pt x="9223" y="16742"/>
                </a:moveTo>
                <a:lnTo>
                  <a:pt x="8979" y="17350"/>
                </a:lnTo>
                <a:lnTo>
                  <a:pt x="8663" y="17350"/>
                </a:lnTo>
                <a:lnTo>
                  <a:pt x="8979" y="16742"/>
                </a:lnTo>
                <a:close/>
                <a:moveTo>
                  <a:pt x="9928" y="16742"/>
                </a:moveTo>
                <a:lnTo>
                  <a:pt x="9661" y="17253"/>
                </a:lnTo>
                <a:lnTo>
                  <a:pt x="9612" y="17350"/>
                </a:lnTo>
                <a:lnTo>
                  <a:pt x="9320" y="17350"/>
                </a:lnTo>
                <a:lnTo>
                  <a:pt x="9563" y="16742"/>
                </a:lnTo>
                <a:close/>
                <a:moveTo>
                  <a:pt x="10147" y="16839"/>
                </a:moveTo>
                <a:lnTo>
                  <a:pt x="10220" y="16961"/>
                </a:lnTo>
                <a:lnTo>
                  <a:pt x="10245" y="17107"/>
                </a:lnTo>
                <a:lnTo>
                  <a:pt x="10220" y="17228"/>
                </a:lnTo>
                <a:lnTo>
                  <a:pt x="10147" y="17350"/>
                </a:lnTo>
                <a:lnTo>
                  <a:pt x="9928" y="17350"/>
                </a:lnTo>
                <a:lnTo>
                  <a:pt x="9953" y="17277"/>
                </a:lnTo>
                <a:lnTo>
                  <a:pt x="10050" y="17082"/>
                </a:lnTo>
                <a:lnTo>
                  <a:pt x="10147" y="16839"/>
                </a:lnTo>
                <a:close/>
                <a:moveTo>
                  <a:pt x="6862" y="16693"/>
                </a:moveTo>
                <a:lnTo>
                  <a:pt x="7081" y="16717"/>
                </a:lnTo>
                <a:lnTo>
                  <a:pt x="7300" y="16717"/>
                </a:lnTo>
                <a:lnTo>
                  <a:pt x="7106" y="17009"/>
                </a:lnTo>
                <a:lnTo>
                  <a:pt x="6935" y="17326"/>
                </a:lnTo>
                <a:lnTo>
                  <a:pt x="6741" y="17350"/>
                </a:lnTo>
                <a:lnTo>
                  <a:pt x="6570" y="17399"/>
                </a:lnTo>
                <a:lnTo>
                  <a:pt x="6619" y="17204"/>
                </a:lnTo>
                <a:lnTo>
                  <a:pt x="6692" y="17034"/>
                </a:lnTo>
                <a:lnTo>
                  <a:pt x="6862" y="16693"/>
                </a:lnTo>
                <a:close/>
                <a:moveTo>
                  <a:pt x="6473" y="17618"/>
                </a:moveTo>
                <a:lnTo>
                  <a:pt x="6643" y="17691"/>
                </a:lnTo>
                <a:lnTo>
                  <a:pt x="6814" y="17715"/>
                </a:lnTo>
                <a:lnTo>
                  <a:pt x="6789" y="17910"/>
                </a:lnTo>
                <a:lnTo>
                  <a:pt x="6765" y="18080"/>
                </a:lnTo>
                <a:lnTo>
                  <a:pt x="6643" y="17983"/>
                </a:lnTo>
                <a:lnTo>
                  <a:pt x="6546" y="17861"/>
                </a:lnTo>
                <a:lnTo>
                  <a:pt x="6352" y="17642"/>
                </a:lnTo>
                <a:lnTo>
                  <a:pt x="6376" y="17618"/>
                </a:lnTo>
                <a:lnTo>
                  <a:pt x="6424" y="17642"/>
                </a:lnTo>
                <a:lnTo>
                  <a:pt x="6473" y="17618"/>
                </a:lnTo>
                <a:close/>
                <a:moveTo>
                  <a:pt x="7398" y="17739"/>
                </a:moveTo>
                <a:lnTo>
                  <a:pt x="7300" y="18031"/>
                </a:lnTo>
                <a:lnTo>
                  <a:pt x="7252" y="18177"/>
                </a:lnTo>
                <a:lnTo>
                  <a:pt x="7252" y="18299"/>
                </a:lnTo>
                <a:lnTo>
                  <a:pt x="7008" y="18202"/>
                </a:lnTo>
                <a:lnTo>
                  <a:pt x="7154" y="17739"/>
                </a:lnTo>
                <a:close/>
                <a:moveTo>
                  <a:pt x="8833" y="17715"/>
                </a:moveTo>
                <a:lnTo>
                  <a:pt x="8785" y="17837"/>
                </a:lnTo>
                <a:lnTo>
                  <a:pt x="8736" y="17983"/>
                </a:lnTo>
                <a:lnTo>
                  <a:pt x="8712" y="18104"/>
                </a:lnTo>
                <a:lnTo>
                  <a:pt x="8736" y="18153"/>
                </a:lnTo>
                <a:lnTo>
                  <a:pt x="8736" y="18202"/>
                </a:lnTo>
                <a:lnTo>
                  <a:pt x="8809" y="18250"/>
                </a:lnTo>
                <a:lnTo>
                  <a:pt x="8882" y="18250"/>
                </a:lnTo>
                <a:lnTo>
                  <a:pt x="8931" y="18226"/>
                </a:lnTo>
                <a:lnTo>
                  <a:pt x="9004" y="18153"/>
                </a:lnTo>
                <a:lnTo>
                  <a:pt x="9125" y="17958"/>
                </a:lnTo>
                <a:lnTo>
                  <a:pt x="9198" y="17739"/>
                </a:lnTo>
                <a:lnTo>
                  <a:pt x="9393" y="17739"/>
                </a:lnTo>
                <a:lnTo>
                  <a:pt x="9369" y="17861"/>
                </a:lnTo>
                <a:lnTo>
                  <a:pt x="9369" y="18007"/>
                </a:lnTo>
                <a:lnTo>
                  <a:pt x="9125" y="18153"/>
                </a:lnTo>
                <a:lnTo>
                  <a:pt x="8833" y="18275"/>
                </a:lnTo>
                <a:lnTo>
                  <a:pt x="8566" y="18372"/>
                </a:lnTo>
                <a:lnTo>
                  <a:pt x="8249" y="18421"/>
                </a:lnTo>
                <a:lnTo>
                  <a:pt x="8274" y="18275"/>
                </a:lnTo>
                <a:lnTo>
                  <a:pt x="8371" y="17983"/>
                </a:lnTo>
                <a:lnTo>
                  <a:pt x="8468" y="17715"/>
                </a:lnTo>
                <a:close/>
                <a:moveTo>
                  <a:pt x="8176" y="17715"/>
                </a:moveTo>
                <a:lnTo>
                  <a:pt x="8030" y="18056"/>
                </a:lnTo>
                <a:lnTo>
                  <a:pt x="7957" y="18250"/>
                </a:lnTo>
                <a:lnTo>
                  <a:pt x="7933" y="18445"/>
                </a:lnTo>
                <a:lnTo>
                  <a:pt x="7738" y="18421"/>
                </a:lnTo>
                <a:lnTo>
                  <a:pt x="7568" y="18396"/>
                </a:lnTo>
                <a:lnTo>
                  <a:pt x="7568" y="18226"/>
                </a:lnTo>
                <a:lnTo>
                  <a:pt x="7641" y="17983"/>
                </a:lnTo>
                <a:lnTo>
                  <a:pt x="7738" y="17715"/>
                </a:lnTo>
                <a:close/>
                <a:moveTo>
                  <a:pt x="8128" y="2094"/>
                </a:moveTo>
                <a:lnTo>
                  <a:pt x="7714" y="2142"/>
                </a:lnTo>
                <a:lnTo>
                  <a:pt x="7325" y="2191"/>
                </a:lnTo>
                <a:lnTo>
                  <a:pt x="6935" y="2264"/>
                </a:lnTo>
                <a:lnTo>
                  <a:pt x="6546" y="2386"/>
                </a:lnTo>
                <a:lnTo>
                  <a:pt x="6181" y="2507"/>
                </a:lnTo>
                <a:lnTo>
                  <a:pt x="5841" y="2653"/>
                </a:lnTo>
                <a:lnTo>
                  <a:pt x="5500" y="2824"/>
                </a:lnTo>
                <a:lnTo>
                  <a:pt x="5184" y="3018"/>
                </a:lnTo>
                <a:lnTo>
                  <a:pt x="4892" y="3237"/>
                </a:lnTo>
                <a:lnTo>
                  <a:pt x="4551" y="3554"/>
                </a:lnTo>
                <a:lnTo>
                  <a:pt x="4210" y="3918"/>
                </a:lnTo>
                <a:lnTo>
                  <a:pt x="3918" y="4332"/>
                </a:lnTo>
                <a:lnTo>
                  <a:pt x="3626" y="4746"/>
                </a:lnTo>
                <a:lnTo>
                  <a:pt x="3383" y="5159"/>
                </a:lnTo>
                <a:lnTo>
                  <a:pt x="3164" y="5549"/>
                </a:lnTo>
                <a:lnTo>
                  <a:pt x="3018" y="5889"/>
                </a:lnTo>
                <a:lnTo>
                  <a:pt x="2921" y="6157"/>
                </a:lnTo>
                <a:lnTo>
                  <a:pt x="2823" y="6595"/>
                </a:lnTo>
                <a:lnTo>
                  <a:pt x="2775" y="7057"/>
                </a:lnTo>
                <a:lnTo>
                  <a:pt x="2750" y="7495"/>
                </a:lnTo>
                <a:lnTo>
                  <a:pt x="2775" y="7958"/>
                </a:lnTo>
                <a:lnTo>
                  <a:pt x="2823" y="8396"/>
                </a:lnTo>
                <a:lnTo>
                  <a:pt x="2921" y="8834"/>
                </a:lnTo>
                <a:lnTo>
                  <a:pt x="3067" y="9272"/>
                </a:lnTo>
                <a:lnTo>
                  <a:pt x="3237" y="9685"/>
                </a:lnTo>
                <a:lnTo>
                  <a:pt x="3602" y="10367"/>
                </a:lnTo>
                <a:lnTo>
                  <a:pt x="3991" y="11024"/>
                </a:lnTo>
                <a:lnTo>
                  <a:pt x="4843" y="12337"/>
                </a:lnTo>
                <a:lnTo>
                  <a:pt x="5281" y="13019"/>
                </a:lnTo>
                <a:lnTo>
                  <a:pt x="5476" y="13384"/>
                </a:lnTo>
                <a:lnTo>
                  <a:pt x="5646" y="13724"/>
                </a:lnTo>
                <a:lnTo>
                  <a:pt x="5792" y="14089"/>
                </a:lnTo>
                <a:lnTo>
                  <a:pt x="5914" y="14454"/>
                </a:lnTo>
                <a:lnTo>
                  <a:pt x="5987" y="14844"/>
                </a:lnTo>
                <a:lnTo>
                  <a:pt x="5987" y="15282"/>
                </a:lnTo>
                <a:lnTo>
                  <a:pt x="5962" y="15379"/>
                </a:lnTo>
                <a:lnTo>
                  <a:pt x="5962" y="15428"/>
                </a:lnTo>
                <a:lnTo>
                  <a:pt x="5889" y="15525"/>
                </a:lnTo>
                <a:lnTo>
                  <a:pt x="5841" y="15647"/>
                </a:lnTo>
                <a:lnTo>
                  <a:pt x="5816" y="15768"/>
                </a:lnTo>
                <a:lnTo>
                  <a:pt x="5792" y="15914"/>
                </a:lnTo>
                <a:lnTo>
                  <a:pt x="5816" y="16036"/>
                </a:lnTo>
                <a:lnTo>
                  <a:pt x="5841" y="16158"/>
                </a:lnTo>
                <a:lnTo>
                  <a:pt x="5889" y="16279"/>
                </a:lnTo>
                <a:lnTo>
                  <a:pt x="5962" y="16377"/>
                </a:lnTo>
                <a:lnTo>
                  <a:pt x="5865" y="16474"/>
                </a:lnTo>
                <a:lnTo>
                  <a:pt x="5792" y="16620"/>
                </a:lnTo>
                <a:lnTo>
                  <a:pt x="5768" y="16766"/>
                </a:lnTo>
                <a:lnTo>
                  <a:pt x="5768" y="16912"/>
                </a:lnTo>
                <a:lnTo>
                  <a:pt x="5768" y="17058"/>
                </a:lnTo>
                <a:lnTo>
                  <a:pt x="5816" y="17204"/>
                </a:lnTo>
                <a:lnTo>
                  <a:pt x="5889" y="17350"/>
                </a:lnTo>
                <a:lnTo>
                  <a:pt x="5987" y="17472"/>
                </a:lnTo>
                <a:lnTo>
                  <a:pt x="5962" y="17496"/>
                </a:lnTo>
                <a:lnTo>
                  <a:pt x="5914" y="17618"/>
                </a:lnTo>
                <a:lnTo>
                  <a:pt x="5914" y="17715"/>
                </a:lnTo>
                <a:lnTo>
                  <a:pt x="5938" y="17837"/>
                </a:lnTo>
                <a:lnTo>
                  <a:pt x="5987" y="17934"/>
                </a:lnTo>
                <a:lnTo>
                  <a:pt x="6133" y="18129"/>
                </a:lnTo>
                <a:lnTo>
                  <a:pt x="6303" y="18299"/>
                </a:lnTo>
                <a:lnTo>
                  <a:pt x="6424" y="18421"/>
                </a:lnTo>
                <a:lnTo>
                  <a:pt x="6570" y="18518"/>
                </a:lnTo>
                <a:lnTo>
                  <a:pt x="6862" y="18688"/>
                </a:lnTo>
                <a:lnTo>
                  <a:pt x="7179" y="18810"/>
                </a:lnTo>
                <a:lnTo>
                  <a:pt x="7495" y="18859"/>
                </a:lnTo>
                <a:lnTo>
                  <a:pt x="7738" y="18883"/>
                </a:lnTo>
                <a:lnTo>
                  <a:pt x="7982" y="18883"/>
                </a:lnTo>
                <a:lnTo>
                  <a:pt x="8030" y="18956"/>
                </a:lnTo>
                <a:lnTo>
                  <a:pt x="8079" y="18980"/>
                </a:lnTo>
                <a:lnTo>
                  <a:pt x="8128" y="18980"/>
                </a:lnTo>
                <a:lnTo>
                  <a:pt x="8176" y="18956"/>
                </a:lnTo>
                <a:lnTo>
                  <a:pt x="8201" y="18907"/>
                </a:lnTo>
                <a:lnTo>
                  <a:pt x="8201" y="18883"/>
                </a:lnTo>
                <a:lnTo>
                  <a:pt x="8493" y="18834"/>
                </a:lnTo>
                <a:lnTo>
                  <a:pt x="8785" y="18761"/>
                </a:lnTo>
                <a:lnTo>
                  <a:pt x="9052" y="18664"/>
                </a:lnTo>
                <a:lnTo>
                  <a:pt x="9320" y="18542"/>
                </a:lnTo>
                <a:lnTo>
                  <a:pt x="9563" y="18396"/>
                </a:lnTo>
                <a:lnTo>
                  <a:pt x="9807" y="18226"/>
                </a:lnTo>
                <a:lnTo>
                  <a:pt x="10050" y="18056"/>
                </a:lnTo>
                <a:lnTo>
                  <a:pt x="10269" y="17837"/>
                </a:lnTo>
                <a:lnTo>
                  <a:pt x="10318" y="17764"/>
                </a:lnTo>
                <a:lnTo>
                  <a:pt x="10342" y="17691"/>
                </a:lnTo>
                <a:lnTo>
                  <a:pt x="10464" y="17593"/>
                </a:lnTo>
                <a:lnTo>
                  <a:pt x="10537" y="17447"/>
                </a:lnTo>
                <a:lnTo>
                  <a:pt x="10585" y="17301"/>
                </a:lnTo>
                <a:lnTo>
                  <a:pt x="10634" y="17107"/>
                </a:lnTo>
                <a:lnTo>
                  <a:pt x="10634" y="16936"/>
                </a:lnTo>
                <a:lnTo>
                  <a:pt x="10585" y="16742"/>
                </a:lnTo>
                <a:lnTo>
                  <a:pt x="10512" y="16596"/>
                </a:lnTo>
                <a:lnTo>
                  <a:pt x="10391" y="16474"/>
                </a:lnTo>
                <a:lnTo>
                  <a:pt x="10488" y="16255"/>
                </a:lnTo>
                <a:lnTo>
                  <a:pt x="10537" y="16036"/>
                </a:lnTo>
                <a:lnTo>
                  <a:pt x="10537" y="15817"/>
                </a:lnTo>
                <a:lnTo>
                  <a:pt x="10488" y="15574"/>
                </a:lnTo>
                <a:lnTo>
                  <a:pt x="10415" y="15476"/>
                </a:lnTo>
                <a:lnTo>
                  <a:pt x="10342" y="15379"/>
                </a:lnTo>
                <a:lnTo>
                  <a:pt x="10342" y="15306"/>
                </a:lnTo>
                <a:lnTo>
                  <a:pt x="10415" y="14965"/>
                </a:lnTo>
                <a:lnTo>
                  <a:pt x="10464" y="14625"/>
                </a:lnTo>
                <a:lnTo>
                  <a:pt x="10512" y="14284"/>
                </a:lnTo>
                <a:lnTo>
                  <a:pt x="10585" y="13943"/>
                </a:lnTo>
                <a:lnTo>
                  <a:pt x="10658" y="13700"/>
                </a:lnTo>
                <a:lnTo>
                  <a:pt x="10756" y="13457"/>
                </a:lnTo>
                <a:lnTo>
                  <a:pt x="10999" y="12994"/>
                </a:lnTo>
                <a:lnTo>
                  <a:pt x="11023" y="12970"/>
                </a:lnTo>
                <a:lnTo>
                  <a:pt x="11023" y="12946"/>
                </a:lnTo>
                <a:lnTo>
                  <a:pt x="11340" y="12459"/>
                </a:lnTo>
                <a:lnTo>
                  <a:pt x="11632" y="11972"/>
                </a:lnTo>
                <a:lnTo>
                  <a:pt x="12191" y="11194"/>
                </a:lnTo>
                <a:lnTo>
                  <a:pt x="12483" y="10780"/>
                </a:lnTo>
                <a:lnTo>
                  <a:pt x="12751" y="10367"/>
                </a:lnTo>
                <a:lnTo>
                  <a:pt x="12994" y="9953"/>
                </a:lnTo>
                <a:lnTo>
                  <a:pt x="13213" y="9515"/>
                </a:lnTo>
                <a:lnTo>
                  <a:pt x="13384" y="9053"/>
                </a:lnTo>
                <a:lnTo>
                  <a:pt x="13457" y="8809"/>
                </a:lnTo>
                <a:lnTo>
                  <a:pt x="13505" y="8590"/>
                </a:lnTo>
                <a:lnTo>
                  <a:pt x="13554" y="8152"/>
                </a:lnTo>
                <a:lnTo>
                  <a:pt x="13554" y="7714"/>
                </a:lnTo>
                <a:lnTo>
                  <a:pt x="13505" y="7276"/>
                </a:lnTo>
                <a:lnTo>
                  <a:pt x="13432" y="6838"/>
                </a:lnTo>
                <a:lnTo>
                  <a:pt x="13335" y="6400"/>
                </a:lnTo>
                <a:lnTo>
                  <a:pt x="13213" y="5962"/>
                </a:lnTo>
                <a:lnTo>
                  <a:pt x="12946" y="5135"/>
                </a:lnTo>
                <a:lnTo>
                  <a:pt x="12800" y="4770"/>
                </a:lnTo>
                <a:lnTo>
                  <a:pt x="12605" y="4429"/>
                </a:lnTo>
                <a:lnTo>
                  <a:pt x="12386" y="4113"/>
                </a:lnTo>
                <a:lnTo>
                  <a:pt x="12143" y="3797"/>
                </a:lnTo>
                <a:lnTo>
                  <a:pt x="12143" y="3773"/>
                </a:lnTo>
                <a:lnTo>
                  <a:pt x="12094" y="3675"/>
                </a:lnTo>
                <a:lnTo>
                  <a:pt x="12021" y="3602"/>
                </a:lnTo>
                <a:lnTo>
                  <a:pt x="11948" y="3554"/>
                </a:lnTo>
                <a:lnTo>
                  <a:pt x="11851" y="3505"/>
                </a:lnTo>
                <a:lnTo>
                  <a:pt x="11607" y="3286"/>
                </a:lnTo>
                <a:lnTo>
                  <a:pt x="11340" y="3091"/>
                </a:lnTo>
                <a:lnTo>
                  <a:pt x="11072" y="2897"/>
                </a:lnTo>
                <a:lnTo>
                  <a:pt x="10804" y="2726"/>
                </a:lnTo>
                <a:lnTo>
                  <a:pt x="10464" y="2556"/>
                </a:lnTo>
                <a:lnTo>
                  <a:pt x="10099" y="2386"/>
                </a:lnTo>
                <a:lnTo>
                  <a:pt x="9709" y="2264"/>
                </a:lnTo>
                <a:lnTo>
                  <a:pt x="9320" y="2191"/>
                </a:lnTo>
                <a:lnTo>
                  <a:pt x="8931" y="2142"/>
                </a:lnTo>
                <a:lnTo>
                  <a:pt x="8517" y="2094"/>
                </a:lnTo>
                <a:close/>
              </a:path>
            </a:pathLst>
          </a:custGeom>
          <a:solidFill>
            <a:srgbClr val="FFFF00"/>
          </a:solidFill>
          <a:ln>
            <a:solidFill>
              <a:srgbClr val="FFFF00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endParaRPr sz="1867" kern="0">
              <a:solidFill>
                <a:prstClr val="black"/>
              </a:solidFill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286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188" y="584538"/>
            <a:ext cx="1084427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US" sz="2400" b="1" dirty="0">
                <a:solidFill>
                  <a:prstClr val="black"/>
                </a:solidFill>
                <a:latin typeface="Comic Sans MS" panose="030F0702030302020204" pitchFamily="66" charset="0"/>
              </a:rPr>
              <a:t> </a:t>
            </a:r>
          </a:p>
        </p:txBody>
      </p:sp>
      <p:sp>
        <p:nvSpPr>
          <p:cNvPr id="3" name="Rectangle 2"/>
          <p:cNvSpPr/>
          <p:nvPr/>
        </p:nvSpPr>
        <p:spPr>
          <a:xfrm>
            <a:off x="2496163" y="2473154"/>
            <a:ext cx="7425431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sz="6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What is Internet ?</a:t>
            </a:r>
            <a:endParaRPr lang="en-US" sz="60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446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03951" y="527877"/>
            <a:ext cx="11417147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Internet is the biggest world-wide communication network of computers.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endParaRPr lang="en-US" sz="3200" b="1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The Internet is a vast network that connects computers all over the world. Through the Internet, people can share information and communicate from anywhere with an Internet connection.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endParaRPr lang="en-US" sz="3200" b="1" dirty="0"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The Internet has millions of smaller domestic, academic, business, and government networks, which together carry many different kinds of information. </a:t>
            </a:r>
          </a:p>
        </p:txBody>
      </p:sp>
    </p:spTree>
    <p:extLst>
      <p:ext uri="{BB962C8B-B14F-4D97-AF65-F5344CB8AC3E}">
        <p14:creationId xmlns:p14="http://schemas.microsoft.com/office/powerpoint/2010/main" val="3702372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67498" y="2503571"/>
            <a:ext cx="8475643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fontAlgn="base"/>
            <a:r>
              <a:rPr lang="en-US" sz="6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History of Internet ?</a:t>
            </a:r>
            <a:endParaRPr lang="en-US" sz="60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336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26832" y="672029"/>
            <a:ext cx="1147223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The first workable prototype of the Internet came in the late 1960s with the creation of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ARPANET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ctr"/>
            <a:r>
              <a:rPr lang="en-US" sz="3200" b="1" dirty="0">
                <a:latin typeface="Comic Sans MS" panose="030F0702030302020204" pitchFamily="66" charset="0"/>
              </a:rPr>
              <a:t>      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Advanced Research Projects Agency Network</a:t>
            </a:r>
          </a:p>
          <a:p>
            <a:pPr algn="ctr"/>
            <a:endParaRPr lang="en-US" sz="3200" b="1" dirty="0">
              <a:latin typeface="Comic Sans MS" panose="030F0702030302020204" pitchFamily="66" charset="0"/>
            </a:endParaRPr>
          </a:p>
          <a:p>
            <a:pPr algn="ctr"/>
            <a:endParaRPr lang="en-US" sz="3200" b="1" dirty="0">
              <a:latin typeface="Comic Sans MS" panose="030F0702030302020204" pitchFamily="66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Allow multiple computers to communicate on a single network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101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9883" y="271346"/>
            <a:ext cx="11130709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The technology continued to grow in the 1970s after scientists Robert Kahn and Vinton Cerf developed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TCP/IP</a:t>
            </a:r>
          </a:p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                        </a:t>
            </a:r>
          </a:p>
          <a:p>
            <a:pPr algn="ctr"/>
            <a:endParaRPr lang="en-US" sz="3200" b="1" dirty="0">
              <a:latin typeface="Comic Sans MS" panose="030F0702030302020204" pitchFamily="66" charset="0"/>
            </a:endParaRPr>
          </a:p>
          <a:p>
            <a:pPr algn="ctr"/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Transmission Control Protocol and Internet Protocol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A communications model that set standards for how data could be transmitted between multiple networks </a:t>
            </a:r>
          </a:p>
        </p:txBody>
      </p:sp>
    </p:spTree>
    <p:extLst>
      <p:ext uri="{BB962C8B-B14F-4D97-AF65-F5344CB8AC3E}">
        <p14:creationId xmlns:p14="http://schemas.microsoft.com/office/powerpoint/2010/main" val="1837746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6664" y="228147"/>
            <a:ext cx="11593417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ARPANET adopted TCP/IP on January 1, 1983, and from there researchers began to assemble the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“network of networks” </a:t>
            </a:r>
            <a:r>
              <a:rPr lang="en-US" sz="3200" b="1" dirty="0">
                <a:latin typeface="Comic Sans MS" panose="030F0702030302020204" pitchFamily="66" charset="0"/>
              </a:rPr>
              <a:t>that became the modern Internet</a:t>
            </a:r>
          </a:p>
          <a:p>
            <a:pPr marL="457200" indent="-457200" algn="just">
              <a:buFont typeface="Wingdings" panose="05000000000000000000" pitchFamily="2" charset="2"/>
              <a:buChar char="q"/>
            </a:pPr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The online world then took on a more recognizable form in 1990, when computer scientist Tim Berners-Lee invented the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WWW</a:t>
            </a:r>
          </a:p>
          <a:p>
            <a:pPr algn="just"/>
            <a:endParaRPr lang="en-US" sz="3200" dirty="0">
              <a:latin typeface="Comic Sans MS" panose="030F0702030302020204" pitchFamily="66" charset="0"/>
            </a:endParaRPr>
          </a:p>
          <a:p>
            <a:pPr algn="just"/>
            <a:endParaRPr lang="en-US" sz="3200" dirty="0">
              <a:latin typeface="Comic Sans MS" panose="030F0702030302020204" pitchFamily="66" charset="0"/>
            </a:endParaRPr>
          </a:p>
          <a:p>
            <a:pPr algn="ctr"/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WORLD WIDE WEB</a:t>
            </a:r>
          </a:p>
        </p:txBody>
      </p:sp>
    </p:spTree>
    <p:extLst>
      <p:ext uri="{BB962C8B-B14F-4D97-AF65-F5344CB8AC3E}">
        <p14:creationId xmlns:p14="http://schemas.microsoft.com/office/powerpoint/2010/main" val="3527738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70054" y="2655186"/>
            <a:ext cx="107781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What is WORLD WIDE WEB ? (WWW)</a:t>
            </a:r>
          </a:p>
        </p:txBody>
      </p:sp>
    </p:spTree>
    <p:extLst>
      <p:ext uri="{BB962C8B-B14F-4D97-AF65-F5344CB8AC3E}">
        <p14:creationId xmlns:p14="http://schemas.microsoft.com/office/powerpoint/2010/main" val="10040594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3614" y="208387"/>
            <a:ext cx="1162646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World Wide Web (which is also known as a Web), is a collection of websites or web pages stored in web servers and connected to local computers through the internet.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WWW is an information system where documents and other web resources are identified by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Uniform Resource Locators (URL)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https://amazon.com, which may be interlinked by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hypertext or hyperlinks</a:t>
            </a:r>
            <a:r>
              <a:rPr lang="en-US" sz="3200" b="1" dirty="0">
                <a:latin typeface="Comic Sans MS" panose="030F0702030302020204" pitchFamily="66" charset="0"/>
              </a:rPr>
              <a:t>, and are accessible over the Internet.</a:t>
            </a:r>
          </a:p>
        </p:txBody>
      </p:sp>
    </p:spTree>
    <p:extLst>
      <p:ext uri="{BB962C8B-B14F-4D97-AF65-F5344CB8AC3E}">
        <p14:creationId xmlns:p14="http://schemas.microsoft.com/office/powerpoint/2010/main" val="2057809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7173" y="2600102"/>
            <a:ext cx="110315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What is Hypertext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and</a:t>
            </a:r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Hyperlink? </a:t>
            </a:r>
          </a:p>
        </p:txBody>
      </p:sp>
    </p:spTree>
    <p:extLst>
      <p:ext uri="{BB962C8B-B14F-4D97-AF65-F5344CB8AC3E}">
        <p14:creationId xmlns:p14="http://schemas.microsoft.com/office/powerpoint/2010/main" val="3648749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8019" y="271346"/>
            <a:ext cx="11251894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Hypertext is a word or words that contain a link to other texts or a website.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A Hyperlink is an icon, graphic, or text that links to another file.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A hypertext document with its corresponding text and hyperlinks is written and is assigned an online address called a  URL.</a:t>
            </a:r>
          </a:p>
        </p:txBody>
      </p:sp>
    </p:spTree>
    <p:extLst>
      <p:ext uri="{BB962C8B-B14F-4D97-AF65-F5344CB8AC3E}">
        <p14:creationId xmlns:p14="http://schemas.microsoft.com/office/powerpoint/2010/main" val="2604897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4289" y="266614"/>
            <a:ext cx="1074511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The building blocks of the Web are web pages and are connected by links called "hypertext" or “hyperlinks” and accessed by using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HTTP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                                                </a:t>
            </a:r>
          </a:p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               Hypertext Transfer Protocol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endParaRPr lang="en-US" sz="32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4460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0564" y="0"/>
            <a:ext cx="11681552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A web page/ website is given an online address called a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Uniform Resource Locator (URL). 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A particular collection of web pages that belong to a specific URL is called a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website</a:t>
            </a:r>
            <a:r>
              <a:rPr lang="en-US" sz="3200" b="1" dirty="0">
                <a:latin typeface="Comic Sans MS" panose="030F0702030302020204" pitchFamily="66" charset="0"/>
              </a:rPr>
              <a:t> 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Example: </a:t>
            </a:r>
            <a:r>
              <a:rPr lang="en-US" sz="3200" b="1" i="1" dirty="0">
                <a:latin typeface="Comic Sans MS" panose="030F0702030302020204" pitchFamily="66" charset="0"/>
              </a:rPr>
              <a:t>www.facebook.com</a:t>
            </a:r>
            <a:r>
              <a:rPr lang="en-US" sz="3200" b="1" dirty="0">
                <a:latin typeface="Comic Sans MS" panose="030F0702030302020204" pitchFamily="66" charset="0"/>
              </a:rPr>
              <a:t>, </a:t>
            </a:r>
            <a:r>
              <a:rPr lang="en-US" sz="3200" b="1" i="1" dirty="0">
                <a:latin typeface="Comic Sans MS" panose="030F0702030302020204" pitchFamily="66" charset="0"/>
              </a:rPr>
              <a:t>www.Netflix.com</a:t>
            </a:r>
            <a:r>
              <a:rPr lang="en-US" sz="3200" b="1" dirty="0">
                <a:latin typeface="Comic Sans MS" panose="030F0702030302020204" pitchFamily="66" charset="0"/>
              </a:rPr>
              <a:t>, etc. 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So, the World Wide Web is like a huge electronic book whose pages are stored on multiple </a:t>
            </a:r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Web servers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across the world.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78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7173" y="2600102"/>
            <a:ext cx="110315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800" b="1">
                <a:solidFill>
                  <a:srgbClr val="FF0000"/>
                </a:solidFill>
                <a:latin typeface="Comic Sans MS" panose="030F0702030302020204" pitchFamily="66" charset="0"/>
              </a:rPr>
              <a:t>What is a Web Server ? </a:t>
            </a:r>
            <a:endParaRPr lang="en-US" sz="48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2074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5816" y="316978"/>
            <a:ext cx="1159341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A web server is a computer that runs websites.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The basic objective of the web server is to store, process and deliver web pages to the users. 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This intercommunication is done using 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ctr"/>
            <a:r>
              <a:rPr lang="en-US" sz="3200" b="1" dirty="0">
                <a:latin typeface="Comic Sans MS" panose="030F0702030302020204" pitchFamily="66" charset="0"/>
              </a:rPr>
              <a:t>           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Hypertext Transfer Protocol (HTTP)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23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8189" y="244592"/>
            <a:ext cx="11185792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Apart from HTTP, a web server also supports 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        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SMTP (Simple Mail Transfer Protocol) 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ctr"/>
            <a:r>
              <a:rPr lang="en-US" sz="3200" b="1" dirty="0">
                <a:latin typeface="Comic Sans MS" panose="030F0702030302020204" pitchFamily="66" charset="0"/>
              </a:rPr>
              <a:t>and</a:t>
            </a:r>
          </a:p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         </a:t>
            </a:r>
          </a:p>
          <a:p>
            <a:pPr algn="ctr"/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FTP (File Transfer Protocol) 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sz="3200" b="1" dirty="0">
                <a:latin typeface="Comic Sans MS" panose="030F0702030302020204" pitchFamily="66" charset="0"/>
              </a:rPr>
              <a:t>for emailing, file transfer and storage.</a:t>
            </a:r>
          </a:p>
        </p:txBody>
      </p:sp>
    </p:spTree>
    <p:extLst>
      <p:ext uri="{BB962C8B-B14F-4D97-AF65-F5344CB8AC3E}">
        <p14:creationId xmlns:p14="http://schemas.microsoft.com/office/powerpoint/2010/main" val="1423415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25140" y="639100"/>
            <a:ext cx="110315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How to design web pages/website ? </a:t>
            </a:r>
          </a:p>
        </p:txBody>
      </p:sp>
      <p:sp>
        <p:nvSpPr>
          <p:cNvPr id="5" name="Rectangle 4"/>
          <p:cNvSpPr/>
          <p:nvPr/>
        </p:nvSpPr>
        <p:spPr>
          <a:xfrm>
            <a:off x="525140" y="2267759"/>
            <a:ext cx="110315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By using HTML</a:t>
            </a:r>
          </a:p>
        </p:txBody>
      </p:sp>
      <p:sp>
        <p:nvSpPr>
          <p:cNvPr id="6" name="Rectangle 5"/>
          <p:cNvSpPr/>
          <p:nvPr/>
        </p:nvSpPr>
        <p:spPr>
          <a:xfrm>
            <a:off x="444348" y="3576930"/>
            <a:ext cx="1103155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Hyper Text Markup Language</a:t>
            </a:r>
          </a:p>
        </p:txBody>
      </p:sp>
    </p:spTree>
    <p:extLst>
      <p:ext uri="{BB962C8B-B14F-4D97-AF65-F5344CB8AC3E}">
        <p14:creationId xmlns:p14="http://schemas.microsoft.com/office/powerpoint/2010/main" val="2508435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8078" y="2100669"/>
            <a:ext cx="1151997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What is</a:t>
            </a:r>
          </a:p>
          <a:p>
            <a:pPr lvl="0" algn="ctr"/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Hyper Text Markup Language(HTML) ?</a:t>
            </a:r>
          </a:p>
        </p:txBody>
      </p:sp>
    </p:spTree>
    <p:extLst>
      <p:ext uri="{BB962C8B-B14F-4D97-AF65-F5344CB8AC3E}">
        <p14:creationId xmlns:p14="http://schemas.microsoft.com/office/powerpoint/2010/main" val="3740310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6270" y="241438"/>
            <a:ext cx="11589744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HTML stands for Hyper Text Markup Language.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HTML is the standard markup language for creating Web pages.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HTML describes the structure of a Web page.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HTML consists of a series of elements.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marL="457200" indent="-457200" algn="just">
              <a:buFont typeface="Wingdings" panose="05000000000000000000" pitchFamily="2" charset="2"/>
              <a:buChar char="q"/>
            </a:pPr>
            <a:r>
              <a:rPr lang="en-US" sz="3200" b="1" dirty="0">
                <a:latin typeface="Comic Sans MS" panose="030F0702030302020204" pitchFamily="66" charset="0"/>
              </a:rPr>
              <a:t>HTML elements tell the browser how to display the content.</a:t>
            </a:r>
          </a:p>
        </p:txBody>
      </p:sp>
    </p:spTree>
    <p:extLst>
      <p:ext uri="{BB962C8B-B14F-4D97-AF65-F5344CB8AC3E}">
        <p14:creationId xmlns:p14="http://schemas.microsoft.com/office/powerpoint/2010/main" val="859846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5197" y="2662529"/>
            <a:ext cx="1151997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HTML Page Structure</a:t>
            </a:r>
          </a:p>
        </p:txBody>
      </p:sp>
    </p:spTree>
    <p:extLst>
      <p:ext uri="{BB962C8B-B14F-4D97-AF65-F5344CB8AC3E}">
        <p14:creationId xmlns:p14="http://schemas.microsoft.com/office/powerpoint/2010/main" val="3571717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9" y="109092"/>
            <a:ext cx="6631639" cy="642852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918592" y="187287"/>
            <a:ext cx="455605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Defines the type of the </a:t>
            </a:r>
          </a:p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document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1200" y="1452390"/>
            <a:ext cx="5113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Root element of HTML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942" y="2409021"/>
            <a:ext cx="584647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Contains meta information about</a:t>
            </a:r>
          </a:p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HTML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0168" y="3441323"/>
            <a:ext cx="43172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title of the HMTL page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4008" y="4893714"/>
            <a:ext cx="51716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Container for all the visible </a:t>
            </a:r>
          </a:p>
          <a:p>
            <a:pPr algn="ctr"/>
            <a:r>
              <a:rPr lang="en-US" sz="2800" b="1" dirty="0">
                <a:latin typeface="Comic Sans MS" panose="030F0702030302020204" pitchFamily="66" charset="0"/>
              </a:rPr>
              <a:t>Content on web page 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>
            <a:off x="2247441" y="2121075"/>
            <a:ext cx="4169884" cy="52209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endCxn id="6" idx="1"/>
          </p:cNvCxnSpPr>
          <p:nvPr/>
        </p:nvCxnSpPr>
        <p:spPr>
          <a:xfrm>
            <a:off x="4453568" y="2857780"/>
            <a:ext cx="2656600" cy="84515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>
            <a:off x="4153359" y="4697699"/>
            <a:ext cx="2408911" cy="50534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1894901" y="1574805"/>
            <a:ext cx="5110607" cy="17364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>
            <a:off x="2390660" y="457624"/>
            <a:ext cx="4586212" cy="5817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7367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90919" y="223962"/>
            <a:ext cx="478368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u="sng" dirty="0">
                <a:solidFill>
                  <a:prstClr val="black"/>
                </a:solidFill>
                <a:latin typeface="Comic Sans MS" panose="030F0702030302020204" pitchFamily="66" charset="0"/>
                <a:ea typeface="+mj-ea"/>
                <a:cs typeface="+mj-cs"/>
              </a:rPr>
              <a:t>HTML ELEMENT</a:t>
            </a:r>
            <a:endParaRPr lang="en-US" b="1" u="sng" dirty="0">
              <a:latin typeface="Comic Sans MS" panose="030F0702030302020204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3103" y="1694906"/>
            <a:ext cx="10789185" cy="32644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3200" b="1" dirty="0">
                <a:solidFill>
                  <a:prstClr val="black"/>
                </a:solidFill>
                <a:latin typeface="Comic Sans MS" panose="030F0702030302020204" pitchFamily="66" charset="0"/>
              </a:rPr>
              <a:t>An HTML element is defined by a start tag, some content, and an end tag:</a:t>
            </a: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3200" b="1" dirty="0">
              <a:solidFill>
                <a:prstClr val="black"/>
              </a:solidFill>
              <a:latin typeface="Comic Sans MS" panose="030F0702030302020204" pitchFamily="66" charset="0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3200" b="1" dirty="0">
              <a:solidFill>
                <a:prstClr val="black"/>
              </a:solidFill>
              <a:latin typeface="Comic Sans MS" panose="030F0702030302020204" pitchFamily="66" charset="0"/>
            </a:endParaRPr>
          </a:p>
          <a:p>
            <a:pPr marL="228600" lvl="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3200" b="1" dirty="0">
              <a:solidFill>
                <a:prstClr val="black"/>
              </a:solidFill>
              <a:latin typeface="Comic Sans MS" panose="030F0702030302020204" pitchFamily="66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3200" b="1" dirty="0">
                <a:solidFill>
                  <a:prstClr val="black"/>
                </a:solidFill>
                <a:latin typeface="Comic Sans MS" panose="030F0702030302020204" pitchFamily="66" charset="0"/>
              </a:rPr>
              <a:t> 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&lt;tag name&gt;Content goes here...&lt;/tag name&gt;</a:t>
            </a:r>
          </a:p>
        </p:txBody>
      </p:sp>
    </p:spTree>
    <p:extLst>
      <p:ext uri="{BB962C8B-B14F-4D97-AF65-F5344CB8AC3E}">
        <p14:creationId xmlns:p14="http://schemas.microsoft.com/office/powerpoint/2010/main" val="96062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7122" y="126561"/>
            <a:ext cx="36327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HTML Attributes</a:t>
            </a:r>
            <a:endParaRPr lang="en-US" sz="3200" b="1" i="0" u="sng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9204" y="970128"/>
            <a:ext cx="1106460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All HTML elements can have attributes</a:t>
            </a:r>
          </a:p>
          <a:p>
            <a:endParaRPr lang="en-US" sz="3200" b="1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Attributes provide additional information about elements</a:t>
            </a:r>
          </a:p>
          <a:p>
            <a:endParaRPr lang="en-US" sz="3200" b="1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Attributes are always specified in the start tag</a:t>
            </a:r>
          </a:p>
          <a:p>
            <a:endParaRPr lang="en-US" sz="3200" b="1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Attributes usually come in name/value pairs like: name="value"</a:t>
            </a:r>
            <a:endParaRPr lang="en-US" sz="3200" b="1" i="0" dirty="0"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85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20897" y="1375242"/>
            <a:ext cx="9191740" cy="2821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3200" b="1" dirty="0">
                <a:solidFill>
                  <a:prstClr val="black"/>
                </a:solidFill>
                <a:latin typeface="Comic Sans MS" panose="030F0702030302020204" pitchFamily="66" charset="0"/>
              </a:rPr>
              <a:t>&lt;tag name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attribute name = value</a:t>
            </a:r>
            <a:r>
              <a:rPr lang="en-US" sz="3200" b="1" dirty="0">
                <a:solidFill>
                  <a:prstClr val="black"/>
                </a:solidFill>
                <a:latin typeface="Comic Sans MS" panose="030F0702030302020204" pitchFamily="66" charset="0"/>
              </a:rPr>
              <a:t>&gt;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endParaRPr lang="en-US" sz="3200" b="1" dirty="0">
              <a:solidFill>
                <a:prstClr val="black"/>
              </a:solidFill>
              <a:latin typeface="Comic Sans MS" panose="030F0702030302020204" pitchFamily="66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3200" b="1" dirty="0">
                <a:solidFill>
                  <a:prstClr val="black"/>
                </a:solidFill>
                <a:latin typeface="Comic Sans MS" panose="030F0702030302020204" pitchFamily="66" charset="0"/>
              </a:rPr>
              <a:t>Content goes here...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endParaRPr lang="en-US" sz="3200" b="1" dirty="0">
              <a:solidFill>
                <a:prstClr val="black"/>
              </a:solidFill>
              <a:latin typeface="Comic Sans MS" panose="030F0702030302020204" pitchFamily="66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3200" b="1" dirty="0">
                <a:solidFill>
                  <a:prstClr val="black"/>
                </a:solidFill>
                <a:latin typeface="Comic Sans MS" panose="030F0702030302020204" pitchFamily="66" charset="0"/>
              </a:rPr>
              <a:t>&lt;/tag name&gt;</a:t>
            </a:r>
          </a:p>
        </p:txBody>
      </p:sp>
    </p:spTree>
    <p:extLst>
      <p:ext uri="{BB962C8B-B14F-4D97-AF65-F5344CB8AC3E}">
        <p14:creationId xmlns:p14="http://schemas.microsoft.com/office/powerpoint/2010/main" val="300118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6214" y="2464226"/>
            <a:ext cx="1151997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Designing your </a:t>
            </a:r>
          </a:p>
          <a:p>
            <a:pPr lvl="0" algn="ctr"/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First HTML Page (Web Page)</a:t>
            </a:r>
          </a:p>
        </p:txBody>
      </p:sp>
    </p:spTree>
    <p:extLst>
      <p:ext uri="{BB962C8B-B14F-4D97-AF65-F5344CB8AC3E}">
        <p14:creationId xmlns:p14="http://schemas.microsoft.com/office/powerpoint/2010/main" val="31049642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69204" y="726180"/>
            <a:ext cx="1005105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&lt;title&gt;Dontha&lt;/title&gt;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first web page -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MadhuSudhan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Department of CSE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23450006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98294" y="0"/>
            <a:ext cx="370325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u="sng" dirty="0">
                <a:solidFill>
                  <a:srgbClr val="FF0000"/>
                </a:solidFill>
                <a:latin typeface="Comic Sans MS" panose="030F0702030302020204" pitchFamily="66" charset="0"/>
                <a:ea typeface="+mj-ea"/>
                <a:cs typeface="+mj-cs"/>
              </a:rPr>
              <a:t>HTML Headings</a:t>
            </a:r>
            <a:endParaRPr lang="en-US" sz="3600" u="sng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-1" y="923330"/>
            <a:ext cx="11854149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HTML headings are defined with the &lt;h1&gt; to &lt;h6&gt; tags.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&lt;h1&gt; defines the most important heading. &lt;h6&gt; defines the least important heading.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&lt;h1&gt;Heading 1&lt;/h1&gt;</a:t>
            </a:r>
          </a:p>
          <a:p>
            <a:r>
              <a:rPr lang="en-US" sz="3200" b="1" dirty="0">
                <a:latin typeface="Comic Sans MS" panose="030F0702030302020204" pitchFamily="66" charset="0"/>
              </a:rPr>
              <a:t>&lt;h2&gt;Heading 2&lt;/h2&gt;</a:t>
            </a:r>
          </a:p>
          <a:p>
            <a:r>
              <a:rPr lang="en-US" sz="3200" b="1" dirty="0">
                <a:latin typeface="Comic Sans MS" panose="030F0702030302020204" pitchFamily="66" charset="0"/>
              </a:rPr>
              <a:t>&lt;h3&gt;Heading 3&lt;/h3&gt;</a:t>
            </a:r>
          </a:p>
          <a:p>
            <a:r>
              <a:rPr lang="en-US" sz="3200" b="1" dirty="0">
                <a:latin typeface="Comic Sans MS" panose="030F0702030302020204" pitchFamily="66" charset="0"/>
              </a:rPr>
              <a:t>&lt;h4&gt;Heading 4&lt;/h4&gt;</a:t>
            </a:r>
          </a:p>
          <a:p>
            <a:r>
              <a:rPr lang="en-US" sz="3200" b="1" dirty="0">
                <a:latin typeface="Comic Sans MS" panose="030F0702030302020204" pitchFamily="66" charset="0"/>
              </a:rPr>
              <a:t>&lt;h5&gt;Heading 5&lt;/h5&gt;</a:t>
            </a:r>
          </a:p>
          <a:p>
            <a:r>
              <a:rPr lang="en-US" sz="3200" b="1" dirty="0">
                <a:latin typeface="Comic Sans MS" panose="030F0702030302020204" pitchFamily="66" charset="0"/>
              </a:rPr>
              <a:t>&lt;h6&gt;Heading 6&lt;/h6&gt;</a:t>
            </a:r>
          </a:p>
        </p:txBody>
      </p:sp>
    </p:spTree>
    <p:extLst>
      <p:ext uri="{BB962C8B-B14F-4D97-AF65-F5344CB8AC3E}">
        <p14:creationId xmlns:p14="http://schemas.microsoft.com/office/powerpoint/2010/main" val="2067635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7089" y="247746"/>
            <a:ext cx="37224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HTML Paragraphs</a:t>
            </a:r>
            <a:endParaRPr lang="en-US" sz="3200" b="1" i="0" u="sng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2255" y="1050400"/>
            <a:ext cx="981970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The HTML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&lt;p&gt;</a:t>
            </a:r>
            <a:r>
              <a:rPr lang="en-US" sz="3200" b="1" dirty="0">
                <a:latin typeface="Comic Sans MS" panose="030F0702030302020204" pitchFamily="66" charset="0"/>
              </a:rPr>
              <a:t> element defines a paragraph.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A paragraph always starts on a new 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1329368" y="2920114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paragraph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a lot of lines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source code,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the browser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ignores it.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&lt;/p&gt;</a:t>
            </a:r>
          </a:p>
        </p:txBody>
      </p:sp>
    </p:spTree>
    <p:extLst>
      <p:ext uri="{BB962C8B-B14F-4D97-AF65-F5344CB8AC3E}">
        <p14:creationId xmlns:p14="http://schemas.microsoft.com/office/powerpoint/2010/main" val="1812675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0076" y="130487"/>
            <a:ext cx="47788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HTML Horizontal Rules</a:t>
            </a:r>
            <a:endParaRPr lang="en-US" sz="3200" b="1" i="0" u="sng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7003" y="2311869"/>
            <a:ext cx="1154935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The &lt;hr&gt; element is used to separate content in HTML page</a:t>
            </a:r>
          </a:p>
        </p:txBody>
      </p:sp>
    </p:spTree>
    <p:extLst>
      <p:ext uri="{BB962C8B-B14F-4D97-AF65-F5344CB8AC3E}">
        <p14:creationId xmlns:p14="http://schemas.microsoft.com/office/powerpoint/2010/main" val="3351145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9374" y="0"/>
            <a:ext cx="6096000" cy="64940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&lt;h1&gt;This is heading 1&lt;/h1&gt;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&lt;p&gt;This is some text.&lt;/p&gt;</a:t>
            </a:r>
          </a:p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&lt;hr&gt;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&lt;h2&gt;This is heading 2&lt;/h2&gt;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&lt;p&gt;This is some other text.&lt;/p&gt;</a:t>
            </a:r>
          </a:p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&lt;hr&gt;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566220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3609" y="1221951"/>
            <a:ext cx="101061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The HTML &lt;br&gt; element defines a line break.</a:t>
            </a:r>
          </a:p>
        </p:txBody>
      </p:sp>
      <p:sp>
        <p:nvSpPr>
          <p:cNvPr id="3" name="Rectangle 2"/>
          <p:cNvSpPr/>
          <p:nvPr/>
        </p:nvSpPr>
        <p:spPr>
          <a:xfrm>
            <a:off x="433814" y="236729"/>
            <a:ext cx="384913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HTML Line Breaks</a:t>
            </a:r>
          </a:p>
        </p:txBody>
      </p:sp>
      <p:sp>
        <p:nvSpPr>
          <p:cNvPr id="4" name="Rectangle 3"/>
          <p:cNvSpPr/>
          <p:nvPr/>
        </p:nvSpPr>
        <p:spPr>
          <a:xfrm>
            <a:off x="965811" y="2512489"/>
            <a:ext cx="984173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&lt;p&gt;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&lt;br&gt;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paragraph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&lt;br&gt;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line breaks.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&lt;/p&gt;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296320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418" y="148595"/>
            <a:ext cx="34980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HTML Comments</a:t>
            </a:r>
            <a:endParaRPr lang="en-US" sz="3200" b="1" i="0" u="sng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6418" y="968562"/>
            <a:ext cx="1101892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HTML comments are not displayed in the browser, but they can help to organize your code.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50615" y="2462137"/>
            <a:ext cx="7486345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Syntax: </a:t>
            </a:r>
          </a:p>
          <a:p>
            <a:endParaRPr lang="en-US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&lt;!-- Write your comments here --&gt;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950615" y="5093764"/>
            <a:ext cx="942309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&lt;!-- This below code creates a hyperlink--&gt;</a:t>
            </a:r>
          </a:p>
        </p:txBody>
      </p:sp>
    </p:spTree>
    <p:extLst>
      <p:ext uri="{BB962C8B-B14F-4D97-AF65-F5344CB8AC3E}">
        <p14:creationId xmlns:p14="http://schemas.microsoft.com/office/powerpoint/2010/main" val="3875545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0092" y="203679"/>
            <a:ext cx="6999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HTML Text Formatting Elements</a:t>
            </a:r>
            <a:endParaRPr lang="en-US" sz="3200" b="1" i="0" u="sng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60422" y="1171573"/>
            <a:ext cx="983865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&lt;b&gt; - Bold text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&lt;strong&gt; - Bold (Important) text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&lt;i&gt; - Italic text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&lt;mark&gt; - marked text (colored)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&lt;u&gt; - underlined text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&lt;del&gt;  - deleted text(strike a line through text)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&lt;sub&gt; - Subscript text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&lt;sup&gt; - Superscript text</a:t>
            </a:r>
          </a:p>
        </p:txBody>
      </p:sp>
    </p:spTree>
    <p:extLst>
      <p:ext uri="{BB962C8B-B14F-4D97-AF65-F5344CB8AC3E}">
        <p14:creationId xmlns:p14="http://schemas.microsoft.com/office/powerpoint/2010/main" val="256229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6833" y="132203"/>
            <a:ext cx="11207827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&lt;p&gt;This text is normal.&lt;/p&gt;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&lt;p&gt;&lt;b&gt;This text is bold.&lt;/b&gt;&lt;/p&gt;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&lt;p&gt;&lt;strong&gt;This text is strong.&lt;/strong&gt;&lt;/p&gt;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&lt;p&gt;&lt;i&gt;This text is italic.&lt;/i&gt;&lt;/p&gt;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&lt;p&gt;This text is &lt;mark&gt;marked&lt;/mark&gt;&lt;/p&gt;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&lt;p&gt;&lt;u&gt;This text is underlined.&lt;/u&gt;&lt;/p&gt;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&lt;p&gt;&lt;del&gt;This text is deleted&lt;/del&gt;&lt;/p&gt;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&lt;p&gt;This text is &lt;sub&gt;subscripted&lt;/sub&gt;&lt;/p&gt;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&lt;p&gt;This text is &lt;sup&gt;superscripted&lt;/sup&gt;&lt;/p&gt;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81915733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6742" y="187286"/>
            <a:ext cx="3705371" cy="6367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5613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098" y="192662"/>
            <a:ext cx="27478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HTML Colors</a:t>
            </a:r>
            <a:endParaRPr lang="en-US" sz="3200" b="1" i="0" u="sng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92097" y="1171586"/>
            <a:ext cx="11506967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HTML colors are specified with predefined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color names, or with RGB, and HEX values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292096" y="2995666"/>
            <a:ext cx="1111036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In HTML, a color can be specified by using a color name:</a:t>
            </a:r>
            <a:endParaRPr lang="en-US" sz="3200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75" y="4197428"/>
            <a:ext cx="7059861" cy="209368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011785" y="4467033"/>
            <a:ext cx="3390672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HTML supports </a:t>
            </a:r>
          </a:p>
          <a:p>
            <a:r>
              <a:rPr lang="en-US" sz="3200" b="1" dirty="0">
                <a:latin typeface="Comic Sans MS" panose="030F0702030302020204" pitchFamily="66" charset="0"/>
              </a:rPr>
              <a:t>140 standard </a:t>
            </a:r>
          </a:p>
          <a:p>
            <a:r>
              <a:rPr lang="en-US" sz="3200" b="1" dirty="0">
                <a:latin typeface="Comic Sans MS" panose="030F0702030302020204" pitchFamily="66" charset="0"/>
              </a:rPr>
              <a:t>color names</a:t>
            </a:r>
          </a:p>
        </p:txBody>
      </p:sp>
    </p:spTree>
    <p:extLst>
      <p:ext uri="{BB962C8B-B14F-4D97-AF65-F5344CB8AC3E}">
        <p14:creationId xmlns:p14="http://schemas.microsoft.com/office/powerpoint/2010/main" val="2025840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7003" y="136000"/>
            <a:ext cx="1089935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In HTML, a color can be specified as an RGB value, using this formula:</a:t>
            </a:r>
          </a:p>
          <a:p>
            <a:pPr algn="just"/>
            <a:endParaRPr lang="en-US" sz="3200" b="1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en-US" sz="32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rgb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(</a:t>
            </a:r>
            <a:r>
              <a:rPr lang="en-US" sz="3200" b="1" i="1" dirty="0">
                <a:solidFill>
                  <a:srgbClr val="FF0000"/>
                </a:solidFill>
                <a:latin typeface="Comic Sans MS" panose="030F0702030302020204" pitchFamily="66" charset="0"/>
              </a:rPr>
              <a:t>red,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 </a:t>
            </a:r>
            <a:r>
              <a:rPr lang="en-US" sz="3200" b="1" i="1" dirty="0">
                <a:solidFill>
                  <a:srgbClr val="FF0000"/>
                </a:solidFill>
                <a:latin typeface="Comic Sans MS" panose="030F0702030302020204" pitchFamily="66" charset="0"/>
              </a:rPr>
              <a:t>green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, </a:t>
            </a:r>
            <a:r>
              <a:rPr lang="en-US" sz="3200" b="1" i="1" dirty="0">
                <a:solidFill>
                  <a:srgbClr val="FF0000"/>
                </a:solidFill>
                <a:latin typeface="Comic Sans MS" panose="030F0702030302020204" pitchFamily="66" charset="0"/>
              </a:rPr>
              <a:t>blue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)</a:t>
            </a:r>
            <a:endParaRPr lang="en-US" sz="3200" b="1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7172" y="2466857"/>
            <a:ext cx="1099850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(red, green, and blue) defines the intensity of the color with a value between 0 and 255</a:t>
            </a:r>
            <a:endParaRPr lang="en-US" sz="3200" b="1" dirty="0">
              <a:latin typeface="Comic Sans MS" panose="030F0702030302020204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537" y="3720345"/>
            <a:ext cx="10908140" cy="3032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1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4969" y="91933"/>
            <a:ext cx="1125189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In HTML, a color can be specified using a hexadecimal value in the form:</a:t>
            </a:r>
          </a:p>
          <a:p>
            <a:pPr algn="just"/>
            <a:endParaRPr lang="en-US" sz="3200" b="1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#</a:t>
            </a:r>
            <a:r>
              <a:rPr lang="en-US" sz="3200" b="1" i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rrggbb</a:t>
            </a:r>
            <a:endParaRPr lang="en-US" sz="3200" b="1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14121" y="2373398"/>
            <a:ext cx="112739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Where </a:t>
            </a:r>
            <a:r>
              <a:rPr lang="en-US" sz="3200" b="1" dirty="0" err="1">
                <a:solidFill>
                  <a:srgbClr val="000000"/>
                </a:solidFill>
                <a:latin typeface="Comic Sans MS" panose="030F0702030302020204" pitchFamily="66" charset="0"/>
              </a:rPr>
              <a:t>rr</a:t>
            </a:r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 (red), gg (green) and bb (blue) are hexadecimal values between 00 and </a:t>
            </a:r>
            <a:r>
              <a:rPr lang="en-US" sz="3200" b="1" dirty="0" err="1">
                <a:solidFill>
                  <a:srgbClr val="000000"/>
                </a:solidFill>
                <a:latin typeface="Comic Sans MS" panose="030F0702030302020204" pitchFamily="66" charset="0"/>
              </a:rPr>
              <a:t>ff</a:t>
            </a:r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 (same as decimal 0-255)</a:t>
            </a:r>
            <a:endParaRPr lang="en-US" sz="3200" b="1" dirty="0">
              <a:latin typeface="Comic Sans MS" panose="030F0702030302020204" pitchFamily="66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878" y="4063269"/>
            <a:ext cx="9744075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68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47122" y="126561"/>
            <a:ext cx="363272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HTML Attributes</a:t>
            </a:r>
            <a:endParaRPr lang="en-US" sz="3200" b="1" i="0" u="sng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9204" y="970128"/>
            <a:ext cx="1106460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All HTML elements can have attributes</a:t>
            </a:r>
          </a:p>
          <a:p>
            <a:endParaRPr lang="en-US" sz="3200" b="1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Attributes provide additional information about elements</a:t>
            </a:r>
          </a:p>
          <a:p>
            <a:endParaRPr lang="en-US" sz="3200" b="1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Attributes are always specified in the start tag</a:t>
            </a:r>
          </a:p>
          <a:p>
            <a:endParaRPr lang="en-US" sz="3200" b="1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Attributes usually come in name/value pairs like: name="value"</a:t>
            </a:r>
            <a:endParaRPr lang="en-US" sz="3200" b="1" i="0" dirty="0"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865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20897" y="1375242"/>
            <a:ext cx="9191740" cy="28212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3200" b="1" dirty="0">
                <a:solidFill>
                  <a:prstClr val="black"/>
                </a:solidFill>
                <a:latin typeface="Comic Sans MS" panose="030F0702030302020204" pitchFamily="66" charset="0"/>
              </a:rPr>
              <a:t>&lt;tag name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attribute name(property) = value</a:t>
            </a:r>
            <a:r>
              <a:rPr lang="en-US" sz="3200" b="1" dirty="0">
                <a:solidFill>
                  <a:prstClr val="black"/>
                </a:solidFill>
                <a:latin typeface="Comic Sans MS" panose="030F0702030302020204" pitchFamily="66" charset="0"/>
              </a:rPr>
              <a:t>&gt;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endParaRPr lang="en-US" sz="3200" b="1" dirty="0">
              <a:solidFill>
                <a:prstClr val="black"/>
              </a:solidFill>
              <a:latin typeface="Comic Sans MS" panose="030F0702030302020204" pitchFamily="66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3200" b="1" dirty="0">
                <a:solidFill>
                  <a:prstClr val="black"/>
                </a:solidFill>
                <a:latin typeface="Comic Sans MS" panose="030F0702030302020204" pitchFamily="66" charset="0"/>
              </a:rPr>
              <a:t>Content goes here...</a:t>
            </a:r>
          </a:p>
          <a:p>
            <a:pPr lvl="0">
              <a:lnSpc>
                <a:spcPct val="90000"/>
              </a:lnSpc>
              <a:spcBef>
                <a:spcPts val="1000"/>
              </a:spcBef>
            </a:pPr>
            <a:endParaRPr lang="en-US" sz="3200" b="1" dirty="0">
              <a:solidFill>
                <a:prstClr val="black"/>
              </a:solidFill>
              <a:latin typeface="Comic Sans MS" panose="030F0702030302020204" pitchFamily="66" charset="0"/>
            </a:endParaRPr>
          </a:p>
          <a:p>
            <a:pPr lvl="0">
              <a:lnSpc>
                <a:spcPct val="90000"/>
              </a:lnSpc>
              <a:spcBef>
                <a:spcPts val="1000"/>
              </a:spcBef>
            </a:pPr>
            <a:r>
              <a:rPr lang="en-US" sz="3200" b="1" dirty="0">
                <a:solidFill>
                  <a:prstClr val="black"/>
                </a:solidFill>
                <a:latin typeface="Comic Sans MS" panose="030F0702030302020204" pitchFamily="66" charset="0"/>
              </a:rPr>
              <a:t>&lt;/tag name&gt;</a:t>
            </a:r>
          </a:p>
        </p:txBody>
      </p:sp>
    </p:spTree>
    <p:extLst>
      <p:ext uri="{BB962C8B-B14F-4D97-AF65-F5344CB8AC3E}">
        <p14:creationId xmlns:p14="http://schemas.microsoft.com/office/powerpoint/2010/main" val="22555991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7507" y="115543"/>
            <a:ext cx="28007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HTML Styles</a:t>
            </a:r>
            <a:endParaRPr lang="en-US" sz="3200" b="1" i="0" u="sng" dirty="0">
              <a:solidFill>
                <a:srgbClr val="FF0000"/>
              </a:solidFill>
              <a:effectLst/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47507" y="1530423"/>
            <a:ext cx="10867664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The HTML style attribute is used to add styles to an element, such as color, font, size, and more.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715277" y="3960429"/>
            <a:ext cx="1059835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&lt;tag name style = "property:value;"&gt; content  &lt;/tag name&gt;</a:t>
            </a:r>
          </a:p>
        </p:txBody>
      </p:sp>
    </p:spTree>
    <p:extLst>
      <p:ext uri="{BB962C8B-B14F-4D97-AF65-F5344CB8AC3E}">
        <p14:creationId xmlns:p14="http://schemas.microsoft.com/office/powerpoint/2010/main" val="117856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813" y="170628"/>
            <a:ext cx="81531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Setting Background Color for Web Page</a:t>
            </a:r>
            <a:endParaRPr lang="en-US" sz="3200" b="1" i="0" u="sng" dirty="0">
              <a:solidFill>
                <a:srgbClr val="FF0000"/>
              </a:solidFill>
              <a:effectLst/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2254" y="1217218"/>
            <a:ext cx="973156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 style= "background-color:green;"&gt;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&lt;h1&gt;Setting a background color for my web page&lt;/h1&gt;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  <p:sp>
        <p:nvSpPr>
          <p:cNvPr id="4" name="Left Arrow 3"/>
          <p:cNvSpPr/>
          <p:nvPr/>
        </p:nvSpPr>
        <p:spPr>
          <a:xfrm>
            <a:off x="8042313" y="1652530"/>
            <a:ext cx="1288974" cy="89236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04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813" y="170628"/>
            <a:ext cx="74478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Setting Background Color for a text</a:t>
            </a:r>
            <a:endParaRPr lang="en-US" sz="3200" b="1" i="0" u="sng" dirty="0">
              <a:solidFill>
                <a:srgbClr val="FF0000"/>
              </a:solidFill>
              <a:effectLst/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2254" y="1217218"/>
            <a:ext cx="1048230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 style="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background-color:blue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;"&gt;Madhu &lt;/h1&gt;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 style="background-color:yellow;"&gt;Dept of CSE&lt;/p&gt;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  <p:sp>
        <p:nvSpPr>
          <p:cNvPr id="4" name="Left Arrow 3"/>
          <p:cNvSpPr/>
          <p:nvPr/>
        </p:nvSpPr>
        <p:spPr>
          <a:xfrm>
            <a:off x="10091450" y="2786971"/>
            <a:ext cx="1288974" cy="89236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227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813" y="170628"/>
            <a:ext cx="50513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Setting Color for a text</a:t>
            </a:r>
            <a:endParaRPr lang="en-US" sz="3200" b="1" i="0" u="sng" dirty="0">
              <a:solidFill>
                <a:srgbClr val="FF0000"/>
              </a:solidFill>
              <a:effectLst/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" name="Left Arrow 3"/>
          <p:cNvSpPr/>
          <p:nvPr/>
        </p:nvSpPr>
        <p:spPr>
          <a:xfrm>
            <a:off x="10122175" y="2536634"/>
            <a:ext cx="1288974" cy="89236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9035" y="1170958"/>
            <a:ext cx="10601899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 style="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color:orange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;"&gt;User Interface Design&lt;/h1&gt;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 style="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color:red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;"&gt;Amrita&lt;/p&gt;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0105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813" y="170628"/>
            <a:ext cx="66944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Setting font and size for a text</a:t>
            </a:r>
            <a:endParaRPr lang="en-US" sz="3200" b="1" i="0" u="sng" dirty="0">
              <a:solidFill>
                <a:srgbClr val="FF0000"/>
              </a:solidFill>
              <a:effectLst/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" name="Left Arrow 3"/>
          <p:cNvSpPr/>
          <p:nvPr/>
        </p:nvSpPr>
        <p:spPr>
          <a:xfrm>
            <a:off x="9386370" y="2941206"/>
            <a:ext cx="1288974" cy="89236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9035" y="1170958"/>
            <a:ext cx="10601899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 style="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font-family:verdana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;"&gt;Amrita&lt;/h1&gt;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 style="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font-family:courier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;"&gt;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Amaravathi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&lt;/p&gt;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 style="font-size:900%;"&gt;Madhu&lt;/h1&gt;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86426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8813" y="170628"/>
            <a:ext cx="60853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Setting Alignment for a text</a:t>
            </a:r>
            <a:endParaRPr lang="en-US" sz="3200" b="1" i="0" u="sng" dirty="0">
              <a:solidFill>
                <a:srgbClr val="FF0000"/>
              </a:solidFill>
              <a:effectLst/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4" name="Left Arrow 3"/>
          <p:cNvSpPr/>
          <p:nvPr/>
        </p:nvSpPr>
        <p:spPr>
          <a:xfrm>
            <a:off x="10080433" y="2930189"/>
            <a:ext cx="1288974" cy="892366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59035" y="1170958"/>
            <a:ext cx="10601899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 style="text-align:center;"&gt;Centered Heading&lt;/h1&gt;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 style="text-align:right;"&gt;Left paragraph.&lt;/p&gt;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003093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7796" y="0"/>
            <a:ext cx="59426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Combination of all Properties</a:t>
            </a:r>
            <a:endParaRPr lang="en-US" sz="3200" b="1" i="0" u="sng" dirty="0">
              <a:solidFill>
                <a:srgbClr val="FF0000"/>
              </a:solidFill>
              <a:effectLst/>
              <a:latin typeface="Comic Sans MS" panose="030F0702030302020204" pitchFamily="66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7796" y="584775"/>
            <a:ext cx="1136206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 style="background-color:green;"&gt;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 style="color:orange; font-family:verdana; font-size:300%; text-align:center; background-color:white;"&gt;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Technology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&lt;/h1&gt;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54948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17370" y="104528"/>
            <a:ext cx="29706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HTML Images</a:t>
            </a:r>
            <a:endParaRPr lang="en-US" sz="3200" b="1" i="0" u="sng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15636" y="1249463"/>
            <a:ext cx="1136072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The HTML &lt;img&gt; tag is used to embed an image in a web page.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Images are not technically inserted into a web page; images are linked to web pages. 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The &lt;img&gt; tag creates a holding space for the referenced image.</a:t>
            </a:r>
          </a:p>
        </p:txBody>
      </p:sp>
    </p:spTree>
    <p:extLst>
      <p:ext uri="{BB962C8B-B14F-4D97-AF65-F5344CB8AC3E}">
        <p14:creationId xmlns:p14="http://schemas.microsoft.com/office/powerpoint/2010/main" val="129999033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21405" y="833643"/>
            <a:ext cx="7550144" cy="175432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Syntax:</a:t>
            </a:r>
          </a:p>
          <a:p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&lt;img 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 alt="alternate text"&gt;</a:t>
            </a:r>
          </a:p>
        </p:txBody>
      </p:sp>
      <p:sp>
        <p:nvSpPr>
          <p:cNvPr id="3" name="Rectangle 2"/>
          <p:cNvSpPr/>
          <p:nvPr/>
        </p:nvSpPr>
        <p:spPr>
          <a:xfrm>
            <a:off x="963160" y="3964771"/>
            <a:ext cx="1074524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>
                <a:latin typeface="Comic Sans MS" panose="030F0702030302020204" pitchFamily="66" charset="0"/>
              </a:rPr>
              <a:t>src</a:t>
            </a:r>
            <a:r>
              <a:rPr lang="en-US" sz="3200" b="1" dirty="0">
                <a:latin typeface="Comic Sans MS" panose="030F0702030302020204" pitchFamily="66" charset="0"/>
              </a:rPr>
              <a:t> attribute specifies the path (URL) to the image.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838126" y="4999766"/>
            <a:ext cx="1087028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alt attribute provides an alternate text for an image</a:t>
            </a:r>
          </a:p>
        </p:txBody>
      </p:sp>
    </p:spTree>
    <p:extLst>
      <p:ext uri="{BB962C8B-B14F-4D97-AF65-F5344CB8AC3E}">
        <p14:creationId xmlns:p14="http://schemas.microsoft.com/office/powerpoint/2010/main" val="18304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7428" y="404152"/>
            <a:ext cx="659988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Image Size - Width and Height</a:t>
            </a:r>
            <a:endParaRPr lang="en-US" sz="3200" b="1" i="0" u="sng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28071" y="2142244"/>
            <a:ext cx="719299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style="width:500px;height:600px;"</a:t>
            </a:r>
          </a:p>
        </p:txBody>
      </p:sp>
      <p:sp>
        <p:nvSpPr>
          <p:cNvPr id="4" name="Rectangle 3"/>
          <p:cNvSpPr/>
          <p:nvPr/>
        </p:nvSpPr>
        <p:spPr>
          <a:xfrm>
            <a:off x="2267293" y="3941892"/>
            <a:ext cx="55964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width="500" height="600"</a:t>
            </a:r>
          </a:p>
        </p:txBody>
      </p:sp>
    </p:spTree>
    <p:extLst>
      <p:ext uri="{BB962C8B-B14F-4D97-AF65-F5344CB8AC3E}">
        <p14:creationId xmlns:p14="http://schemas.microsoft.com/office/powerpoint/2010/main" val="73484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5528" y="210557"/>
            <a:ext cx="11596254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&lt;img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="imagename.jpg" alt="Flowers" width="460" height="345"&gt;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&lt;img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="imagename.jpg" alt=“cars" style="width:500px;height:600px;"&gt;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7996412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9294" y="224043"/>
            <a:ext cx="518924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HTML Links - Hyperlinks</a:t>
            </a:r>
            <a:endParaRPr lang="en-US" sz="3200" b="1" i="0" u="sng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65016" y="1485037"/>
            <a:ext cx="1109749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HTML links are hyperlinks.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You can click on a link and jump to another document.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When you move the mouse over a link, the mouse arrow will turn into a little hand.</a:t>
            </a:r>
          </a:p>
        </p:txBody>
      </p:sp>
    </p:spTree>
    <p:extLst>
      <p:ext uri="{BB962C8B-B14F-4D97-AF65-F5344CB8AC3E}">
        <p14:creationId xmlns:p14="http://schemas.microsoft.com/office/powerpoint/2010/main" val="381286621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5959" y="792126"/>
            <a:ext cx="1092789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The HTML &lt;a&gt; tag defines a hyperlink. It has the following syntax:</a:t>
            </a:r>
          </a:p>
        </p:txBody>
      </p:sp>
      <p:sp>
        <p:nvSpPr>
          <p:cNvPr id="3" name="Rectangle 2"/>
          <p:cNvSpPr/>
          <p:nvPr/>
        </p:nvSpPr>
        <p:spPr>
          <a:xfrm>
            <a:off x="2455596" y="2854895"/>
            <a:ext cx="57483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&lt;a 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"&gt;link text&lt;/a&gt;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1295771" y="4194389"/>
            <a:ext cx="93682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err="1">
                <a:latin typeface="Comic Sans MS" panose="030F0702030302020204" pitchFamily="66" charset="0"/>
              </a:rPr>
              <a:t>href</a:t>
            </a:r>
            <a:r>
              <a:rPr lang="en-US" sz="3200" b="1" dirty="0">
                <a:latin typeface="Comic Sans MS" panose="030F0702030302020204" pitchFamily="66" charset="0"/>
              </a:rPr>
              <a:t> attribute indicates the link's destination</a:t>
            </a:r>
          </a:p>
        </p:txBody>
      </p:sp>
    </p:spTree>
    <p:extLst>
      <p:ext uri="{BB962C8B-B14F-4D97-AF65-F5344CB8AC3E}">
        <p14:creationId xmlns:p14="http://schemas.microsoft.com/office/powerpoint/2010/main" val="11982071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8981" y="792448"/>
            <a:ext cx="10654145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&lt;h1&gt;HTML Links&lt;/h1&gt;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&lt;p&gt;&lt;a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="https://www.google.com"&gt;Google&lt;/a&gt;&lt;/p&gt;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3146352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784" y="224044"/>
            <a:ext cx="285046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HTML Tables</a:t>
            </a:r>
            <a:endParaRPr lang="en-US" sz="3200" u="sng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89371" y="1194322"/>
            <a:ext cx="1178397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HTML tables allow web developers to arrange data into rows and columns.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Each table row is defined with a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&lt;</a:t>
            </a:r>
            <a:r>
              <a:rPr lang="en-US" sz="32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tr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&gt; </a:t>
            </a:r>
            <a:r>
              <a:rPr lang="en-US" sz="3200" b="1" dirty="0">
                <a:latin typeface="Comic Sans MS" panose="030F0702030302020204" pitchFamily="66" charset="0"/>
              </a:rPr>
              <a:t>tag. Each table header is defined with a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&lt;</a:t>
            </a:r>
            <a:r>
              <a:rPr lang="en-US" sz="32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th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&gt; </a:t>
            </a:r>
            <a:r>
              <a:rPr lang="en-US" sz="3200" b="1" dirty="0">
                <a:latin typeface="Comic Sans MS" panose="030F0702030302020204" pitchFamily="66" charset="0"/>
              </a:rPr>
              <a:t>tag. Each table data/cell is defined with a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&lt;td&gt; </a:t>
            </a:r>
            <a:r>
              <a:rPr lang="en-US" sz="3200" b="1" dirty="0">
                <a:latin typeface="Comic Sans MS" panose="030F0702030302020204" pitchFamily="66" charset="0"/>
              </a:rPr>
              <a:t>tag.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4370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87927" y="980411"/>
            <a:ext cx="1086196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3200" b="1" dirty="0">
                <a:solidFill>
                  <a:prstClr val="black"/>
                </a:solidFill>
                <a:latin typeface="Comic Sans MS" panose="030F0702030302020204" pitchFamily="66" charset="0"/>
              </a:rPr>
              <a:t>By default, the text in &lt;</a:t>
            </a:r>
            <a:r>
              <a:rPr lang="en-US" sz="3200" b="1" dirty="0" err="1">
                <a:solidFill>
                  <a:prstClr val="black"/>
                </a:solidFill>
                <a:latin typeface="Comic Sans MS" panose="030F0702030302020204" pitchFamily="66" charset="0"/>
              </a:rPr>
              <a:t>th</a:t>
            </a:r>
            <a:r>
              <a:rPr lang="en-US" sz="3200" b="1" dirty="0">
                <a:solidFill>
                  <a:prstClr val="black"/>
                </a:solidFill>
                <a:latin typeface="Comic Sans MS" panose="030F0702030302020204" pitchFamily="66" charset="0"/>
              </a:rPr>
              <a:t>&gt; elements are bold and centered.</a:t>
            </a:r>
          </a:p>
          <a:p>
            <a:pPr lvl="0" algn="just"/>
            <a:endParaRPr lang="en-US" sz="3200" b="1" dirty="0">
              <a:solidFill>
                <a:prstClr val="black"/>
              </a:solidFill>
              <a:latin typeface="Comic Sans MS" panose="030F0702030302020204" pitchFamily="66" charset="0"/>
            </a:endParaRPr>
          </a:p>
          <a:p>
            <a:pPr lvl="0" algn="just"/>
            <a:endParaRPr lang="en-US" sz="3200" b="1" dirty="0">
              <a:solidFill>
                <a:prstClr val="black"/>
              </a:solidFill>
              <a:latin typeface="Comic Sans MS" panose="030F0702030302020204" pitchFamily="66" charset="0"/>
            </a:endParaRPr>
          </a:p>
          <a:p>
            <a:pPr lvl="0" algn="just"/>
            <a:endParaRPr lang="en-US" sz="3200" b="1" dirty="0">
              <a:solidFill>
                <a:prstClr val="black"/>
              </a:solidFill>
              <a:latin typeface="Comic Sans MS" panose="030F0702030302020204" pitchFamily="66" charset="0"/>
            </a:endParaRPr>
          </a:p>
          <a:p>
            <a:pPr lvl="0" algn="just"/>
            <a:r>
              <a:rPr lang="en-US" sz="3200" b="1" dirty="0">
                <a:solidFill>
                  <a:prstClr val="black"/>
                </a:solidFill>
                <a:latin typeface="Comic Sans MS" panose="030F0702030302020204" pitchFamily="66" charset="0"/>
              </a:rPr>
              <a:t>By default, the text in &lt;td&gt; elements are regular and left-aligned.</a:t>
            </a:r>
            <a:endParaRPr lang="en-US" sz="3200" dirty="0">
              <a:solidFill>
                <a:prstClr val="black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72460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4182" y="321530"/>
            <a:ext cx="60960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&lt;table width="420" border=“1”&gt;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&lt;tr&gt;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&lt;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&gt;Name&lt;/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&lt;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&gt;Branch&lt;/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&gt;Cell Number&lt;/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&lt;/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&lt;td&gt;Siva&lt;/td&gt;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&lt;td&gt;IT&lt;/td&gt;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&lt;td&gt;9989878787&lt;/td&gt;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&lt;/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&lt;/table&gt;</a:t>
            </a:r>
          </a:p>
        </p:txBody>
      </p:sp>
    </p:spTree>
    <p:extLst>
      <p:ext uri="{BB962C8B-B14F-4D97-AF65-F5344CB8AC3E}">
        <p14:creationId xmlns:p14="http://schemas.microsoft.com/office/powerpoint/2010/main" val="6523519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6362" y="1762174"/>
            <a:ext cx="1112520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The HTML &lt;table&gt; </a:t>
            </a:r>
            <a:r>
              <a:rPr lang="en-US" sz="32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cellpadding</a:t>
            </a:r>
            <a:r>
              <a:rPr lang="en-US" sz="3200" b="1" dirty="0">
                <a:latin typeface="Comic Sans MS" panose="030F0702030302020204" pitchFamily="66" charset="0"/>
              </a:rPr>
              <a:t> Attribute is used to </a:t>
            </a:r>
            <a:r>
              <a:rPr lang="en-US" sz="3200" b="1" i="1" dirty="0">
                <a:latin typeface="Comic Sans MS" panose="030F0702030302020204" pitchFamily="66" charset="0"/>
              </a:rPr>
              <a:t>specify the space between the cell content and cell wall</a:t>
            </a:r>
            <a:r>
              <a:rPr lang="en-US" sz="3200" b="1" dirty="0">
                <a:latin typeface="Comic Sans MS" panose="030F0702030302020204" pitchFamily="66" charset="0"/>
              </a:rPr>
              <a:t>.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The HTML &lt;table&gt; </a:t>
            </a:r>
            <a:r>
              <a:rPr lang="en-US" sz="32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cellspacing</a:t>
            </a:r>
            <a:r>
              <a:rPr lang="en-US" sz="3200" b="1" dirty="0">
                <a:latin typeface="Comic Sans MS" panose="030F0702030302020204" pitchFamily="66" charset="0"/>
              </a:rPr>
              <a:t> Attribute is used to </a:t>
            </a:r>
            <a:r>
              <a:rPr lang="en-US" sz="3200" b="1" i="1" dirty="0">
                <a:latin typeface="Comic Sans MS" panose="030F0702030302020204" pitchFamily="66" charset="0"/>
              </a:rPr>
              <a:t>specify the space between the cells</a:t>
            </a:r>
            <a:r>
              <a:rPr lang="en-US" sz="3200" b="1" dirty="0">
                <a:latin typeface="Comic Sans MS" panose="030F0702030302020204" pitchFamily="66" charset="0"/>
              </a:rPr>
              <a:t>.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&lt;table border="1" </a:t>
            </a:r>
            <a:r>
              <a:rPr lang="en-US" sz="3200" b="1" dirty="0" err="1">
                <a:latin typeface="Comic Sans MS" panose="030F0702030302020204" pitchFamily="66" charset="0"/>
              </a:rPr>
              <a:t>cellpadding</a:t>
            </a:r>
            <a:r>
              <a:rPr lang="en-US" sz="3200" b="1" dirty="0">
                <a:latin typeface="Comic Sans MS" panose="030F0702030302020204" pitchFamily="66" charset="0"/>
              </a:rPr>
              <a:t>="25" </a:t>
            </a:r>
            <a:r>
              <a:rPr lang="en-US" sz="3200" b="1" dirty="0" err="1">
                <a:latin typeface="Comic Sans MS" panose="030F0702030302020204" pitchFamily="66" charset="0"/>
              </a:rPr>
              <a:t>cellspacing</a:t>
            </a:r>
            <a:r>
              <a:rPr lang="en-US" sz="3200" b="1" dirty="0">
                <a:latin typeface="Comic Sans MS" panose="030F0702030302020204" pitchFamily="66" charset="0"/>
              </a:rPr>
              <a:t>="10"&gt;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346362" y="227159"/>
            <a:ext cx="50658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 err="1">
                <a:solidFill>
                  <a:srgbClr val="FF0000"/>
                </a:solidFill>
                <a:latin typeface="Comic Sans MS" panose="030F0702030302020204" pitchFamily="66" charset="0"/>
              </a:rPr>
              <a:t>Cellpadding</a:t>
            </a:r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 &amp; </a:t>
            </a:r>
            <a:r>
              <a:rPr lang="en-US" sz="3200" b="1" u="sng" dirty="0" err="1">
                <a:solidFill>
                  <a:srgbClr val="FF0000"/>
                </a:solidFill>
                <a:latin typeface="Comic Sans MS" panose="030F0702030302020204" pitchFamily="66" charset="0"/>
              </a:rPr>
              <a:t>cellspacing</a:t>
            </a:r>
            <a:endParaRPr lang="en-US" u="sng" dirty="0"/>
          </a:p>
        </p:txBody>
      </p:sp>
    </p:spTree>
    <p:extLst>
      <p:ext uri="{BB962C8B-B14F-4D97-AF65-F5344CB8AC3E}">
        <p14:creationId xmlns:p14="http://schemas.microsoft.com/office/powerpoint/2010/main" val="2344132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264" y="182479"/>
            <a:ext cx="376898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 err="1">
                <a:solidFill>
                  <a:srgbClr val="FF0000"/>
                </a:solidFill>
                <a:latin typeface="Comic Sans MS" panose="030F0702030302020204" pitchFamily="66" charset="0"/>
              </a:rPr>
              <a:t>colspan</a:t>
            </a:r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 &amp; </a:t>
            </a:r>
            <a:r>
              <a:rPr lang="en-US" sz="3200" b="1" u="sng" dirty="0" err="1">
                <a:solidFill>
                  <a:srgbClr val="FF0000"/>
                </a:solidFill>
                <a:latin typeface="Comic Sans MS" panose="030F0702030302020204" pitchFamily="66" charset="0"/>
              </a:rPr>
              <a:t>rowspan</a:t>
            </a:r>
            <a:endParaRPr lang="en-US" sz="3200" b="1" i="0" u="sng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43344" y="1180329"/>
            <a:ext cx="11540837" cy="46474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The </a:t>
            </a:r>
            <a:r>
              <a:rPr lang="en-US" sz="32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rowspan</a:t>
            </a:r>
            <a:r>
              <a:rPr lang="en-US" sz="3200" b="1" dirty="0">
                <a:latin typeface="Comic Sans MS" panose="030F0702030302020204" pitchFamily="66" charset="0"/>
              </a:rPr>
              <a:t> attribute specifies the number of rows a cell should span.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The </a:t>
            </a:r>
            <a:r>
              <a:rPr lang="en-US" sz="32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colspan</a:t>
            </a:r>
            <a:r>
              <a:rPr lang="en-US" sz="3200" b="1" dirty="0">
                <a:latin typeface="Comic Sans MS" panose="030F0702030302020204" pitchFamily="66" charset="0"/>
              </a:rPr>
              <a:t> attribute defines the number of columns a cell should span.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&lt;td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colspan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="2"&gt;IT&lt;/td&gt;</a:t>
            </a:r>
          </a:p>
          <a:p>
            <a:pPr algn="just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&lt;td </a:t>
            </a:r>
            <a:r>
              <a:rPr lang="en-US" sz="36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rowspan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="2"&gt;ECE&lt;/td&gt;</a:t>
            </a:r>
          </a:p>
        </p:txBody>
      </p:sp>
    </p:spTree>
    <p:extLst>
      <p:ext uri="{BB962C8B-B14F-4D97-AF65-F5344CB8AC3E}">
        <p14:creationId xmlns:p14="http://schemas.microsoft.com/office/powerpoint/2010/main" val="298821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76692B-3718-CC8C-0B89-4DFDEBB422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" y="0"/>
            <a:ext cx="11247120" cy="655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4235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B6FA343-461A-D504-CCC6-61E283B8973D}"/>
              </a:ext>
            </a:extLst>
          </p:cNvPr>
          <p:cNvSpPr txBox="1"/>
          <p:nvPr/>
        </p:nvSpPr>
        <p:spPr>
          <a:xfrm>
            <a:off x="240263" y="230546"/>
            <a:ext cx="283883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HTML Lists</a:t>
            </a:r>
            <a:endParaRPr lang="en-IN" sz="3200" u="sng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9806BD-3590-612F-05C3-A2AC27B3DFF1}"/>
              </a:ext>
            </a:extLst>
          </p:cNvPr>
          <p:cNvSpPr txBox="1"/>
          <p:nvPr/>
        </p:nvSpPr>
        <p:spPr>
          <a:xfrm>
            <a:off x="240262" y="1314357"/>
            <a:ext cx="1104044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HTML lists allow web developers to group a set of related items in lists.</a:t>
            </a:r>
            <a:endParaRPr lang="en-IN" sz="3200" b="1" dirty="0">
              <a:latin typeface="Comic Sans MS" panose="030F07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D30692-658C-58F2-BF52-0CD41DED0D63}"/>
              </a:ext>
            </a:extLst>
          </p:cNvPr>
          <p:cNvSpPr txBox="1"/>
          <p:nvPr/>
        </p:nvSpPr>
        <p:spPr>
          <a:xfrm>
            <a:off x="5128053" y="2558211"/>
            <a:ext cx="4630317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Unordered List</a:t>
            </a:r>
          </a:p>
          <a:p>
            <a:pPr marL="457200" indent="-457200" algn="l">
              <a:buFont typeface="Wingdings" panose="05000000000000000000" pitchFamily="2" charset="2"/>
              <a:buChar char="Ø"/>
            </a:pPr>
            <a:endParaRPr lang="en-IN" sz="3200" b="1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O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rdered List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3200" b="1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Definition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IN" sz="3200" b="1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Nested-list</a:t>
            </a:r>
          </a:p>
          <a:p>
            <a:pPr algn="l"/>
            <a:endParaRPr lang="en-IN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912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744780-E4FB-BF4C-D101-24839F5E0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37" y="1468326"/>
            <a:ext cx="10997526" cy="3374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4185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FB2E40-DCF4-878C-4BD7-C889E6F74DCA}"/>
              </a:ext>
            </a:extLst>
          </p:cNvPr>
          <p:cNvSpPr txBox="1"/>
          <p:nvPr/>
        </p:nvSpPr>
        <p:spPr>
          <a:xfrm>
            <a:off x="510850" y="404335"/>
            <a:ext cx="1102178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Unordered HTML List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An unordered list starts with the &lt;</a:t>
            </a:r>
            <a:r>
              <a:rPr lang="en-US" sz="3200" b="1" dirty="0" err="1">
                <a:latin typeface="Comic Sans MS" panose="030F0702030302020204" pitchFamily="66" charset="0"/>
              </a:rPr>
              <a:t>ul</a:t>
            </a:r>
            <a:r>
              <a:rPr lang="en-US" sz="3200" b="1" dirty="0">
                <a:latin typeface="Comic Sans MS" panose="030F0702030302020204" pitchFamily="66" charset="0"/>
              </a:rPr>
              <a:t>&gt; tag. Each list item starts with the &lt;li&gt; tag.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The list items will be marked with bullets (small black circles) by default</a:t>
            </a:r>
          </a:p>
        </p:txBody>
      </p:sp>
    </p:spTree>
    <p:extLst>
      <p:ext uri="{BB962C8B-B14F-4D97-AF65-F5344CB8AC3E}">
        <p14:creationId xmlns:p14="http://schemas.microsoft.com/office/powerpoint/2010/main" val="35124369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05C2F0-2C43-3FDC-1ECA-DBAE643E4286}"/>
              </a:ext>
            </a:extLst>
          </p:cNvPr>
          <p:cNvSpPr txBox="1"/>
          <p:nvPr/>
        </p:nvSpPr>
        <p:spPr>
          <a:xfrm>
            <a:off x="454868" y="428178"/>
            <a:ext cx="871712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&lt;h2&gt;An unordered HTML list&lt;/h2&gt;</a:t>
            </a:r>
          </a:p>
          <a:p>
            <a:pPr marL="0" indent="0">
              <a:buNone/>
            </a:pPr>
            <a:endParaRPr lang="it-IT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&lt;ul&gt;</a:t>
            </a:r>
          </a:p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&lt;li&gt;Coffee&lt;/li&gt;</a:t>
            </a:r>
          </a:p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&lt;li&gt;Tea&lt;/li&gt;</a:t>
            </a:r>
          </a:p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&lt;li&gt;Milk&lt;/li&gt;</a:t>
            </a:r>
          </a:p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&lt;/ul&gt;  </a:t>
            </a:r>
          </a:p>
          <a:p>
            <a:endParaRPr lang="it-IT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8883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8762BA-0631-8F25-66CA-837C1A55922A}"/>
              </a:ext>
            </a:extLst>
          </p:cNvPr>
          <p:cNvSpPr txBox="1"/>
          <p:nvPr/>
        </p:nvSpPr>
        <p:spPr>
          <a:xfrm>
            <a:off x="744117" y="844334"/>
            <a:ext cx="1058324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Ordered HTML List</a:t>
            </a:r>
          </a:p>
          <a:p>
            <a:pPr marL="0" indent="0">
              <a:buNone/>
            </a:pPr>
            <a:endParaRPr lang="en-US" sz="3200" b="1" dirty="0"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An ordered list starts with the &lt;</a:t>
            </a:r>
            <a:r>
              <a:rPr lang="en-US" sz="3200" b="1" dirty="0" err="1">
                <a:latin typeface="Comic Sans MS" panose="030F0702030302020204" pitchFamily="66" charset="0"/>
              </a:rPr>
              <a:t>ol</a:t>
            </a:r>
            <a:r>
              <a:rPr lang="en-US" sz="3200" b="1" dirty="0">
                <a:latin typeface="Comic Sans MS" panose="030F0702030302020204" pitchFamily="66" charset="0"/>
              </a:rPr>
              <a:t>&gt; tag. Each list item starts with the &lt;li&gt; tag.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The list items will be marked with numbers by default</a:t>
            </a:r>
          </a:p>
        </p:txBody>
      </p:sp>
    </p:spTree>
    <p:extLst>
      <p:ext uri="{BB962C8B-B14F-4D97-AF65-F5344CB8AC3E}">
        <p14:creationId xmlns:p14="http://schemas.microsoft.com/office/powerpoint/2010/main" val="316541225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7DB9F07-7DAD-55E5-EA05-2BD6845A6461}"/>
              </a:ext>
            </a:extLst>
          </p:cNvPr>
          <p:cNvSpPr txBox="1"/>
          <p:nvPr/>
        </p:nvSpPr>
        <p:spPr>
          <a:xfrm>
            <a:off x="790770" y="428178"/>
            <a:ext cx="6097554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&lt;h2&gt;An ordered HTML list&lt;/h2&gt;</a:t>
            </a:r>
          </a:p>
          <a:p>
            <a:endParaRPr lang="it-IT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&lt;ol&gt;</a:t>
            </a:r>
          </a:p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&lt;li&gt;Coffee&lt;/li&gt;</a:t>
            </a:r>
          </a:p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&lt;li&gt;Tea&lt;/li&gt;</a:t>
            </a:r>
          </a:p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&lt;li&gt;Milk&lt;/li&gt;</a:t>
            </a:r>
          </a:p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&lt;/ol&gt;  </a:t>
            </a:r>
          </a:p>
          <a:p>
            <a:pPr marL="0" indent="0">
              <a:buNone/>
            </a:pPr>
            <a:endParaRPr lang="it-IT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pPr marL="0" indent="0">
              <a:buNone/>
            </a:pPr>
            <a:r>
              <a:rPr lang="it-IT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8372487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E714B7-903C-7D7B-0DE2-DC427742A373}"/>
              </a:ext>
            </a:extLst>
          </p:cNvPr>
          <p:cNvSpPr txBox="1"/>
          <p:nvPr/>
        </p:nvSpPr>
        <p:spPr>
          <a:xfrm>
            <a:off x="370893" y="230546"/>
            <a:ext cx="32680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HTML | Form</a:t>
            </a:r>
            <a:endParaRPr lang="en-IN" sz="32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3EE041-3649-913D-DA0A-D27FD86976B4}"/>
              </a:ext>
            </a:extLst>
          </p:cNvPr>
          <p:cNvSpPr txBox="1"/>
          <p:nvPr/>
        </p:nvSpPr>
        <p:spPr>
          <a:xfrm>
            <a:off x="370893" y="1564823"/>
            <a:ext cx="93422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An HTML form is used to collect user input </a:t>
            </a:r>
            <a:endParaRPr lang="en-IN" sz="3200" dirty="0">
              <a:latin typeface="Comic Sans MS" panose="030F07020303020202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B9D677-A25F-8459-9BBB-0E7E33C4FD42}"/>
              </a:ext>
            </a:extLst>
          </p:cNvPr>
          <p:cNvSpPr txBox="1"/>
          <p:nvPr/>
        </p:nvSpPr>
        <p:spPr>
          <a:xfrm>
            <a:off x="370893" y="2967335"/>
            <a:ext cx="1164838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Comic Sans MS" panose="030F0702030302020204" pitchFamily="66" charset="0"/>
              </a:rPr>
              <a:t> </a:t>
            </a:r>
            <a:r>
              <a:rPr lang="en-IN" sz="2400" b="1" dirty="0">
                <a:latin typeface="Comic Sans MS" panose="030F0702030302020204" pitchFamily="66" charset="0"/>
              </a:rPr>
              <a:t>&lt;body&gt;     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&lt;form action="https://www.w3docs.com/" method="get" target="_blank"&gt;         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&lt;button type="submit"&gt;Click me&lt;/button&gt;     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&lt;/form</a:t>
            </a:r>
            <a:r>
              <a:rPr lang="en-IN" b="1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58414563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9C980C-E873-5DC5-AA15-32A11186AA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1732" y="207019"/>
            <a:ext cx="6051214" cy="6443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7473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23EB0D-B6D2-5EA6-F3F8-37B3CFAFEB5D}"/>
              </a:ext>
            </a:extLst>
          </p:cNvPr>
          <p:cNvSpPr txBox="1"/>
          <p:nvPr/>
        </p:nvSpPr>
        <p:spPr>
          <a:xfrm>
            <a:off x="454867" y="201410"/>
            <a:ext cx="10872496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&lt;h2&gt;HTML Forms&lt;/h2&gt;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&lt;form action=“ destination file"&gt;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First name: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&lt;input type="text" name="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fname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"&gt;&lt;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&gt;&lt;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Last name: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&lt;input type="text" name="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lname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"&gt;&lt;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Password: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&lt;input type="password" name="pass"&gt;&lt;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0085011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BF8CF2-9CCF-7CDB-E1D7-C1AA2971F7D8}"/>
              </a:ext>
            </a:extLst>
          </p:cNvPr>
          <p:cNvSpPr txBox="1"/>
          <p:nvPr/>
        </p:nvSpPr>
        <p:spPr>
          <a:xfrm>
            <a:off x="212270" y="464699"/>
            <a:ext cx="11320365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Gender:&lt;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&lt;input type="radio" name=“gender"&gt;Male&lt;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&lt;input type="radio" name=“gender"&gt;Female&lt;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Hobbies: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&lt;input type="checkbox" name="read"&gt;Reading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&lt;input type="checkbox" name="dance"&gt;Dancing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&lt;input type="checkbox" name="sleep"&gt;Sleeping&lt;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&gt;&lt;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69078129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4DB268A-D782-5B53-A2FE-CD5F49C3D829}"/>
              </a:ext>
            </a:extLst>
          </p:cNvPr>
          <p:cNvSpPr txBox="1"/>
          <p:nvPr/>
        </p:nvSpPr>
        <p:spPr>
          <a:xfrm>
            <a:off x="660141" y="316210"/>
            <a:ext cx="10331320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Branch:&lt;select name="branch"&gt;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&lt;option value=""&gt;Select&lt;/option&gt;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&lt;option value="IT"&gt;IT&lt;/option&gt;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&lt;option value="CSE"&gt;CSE&lt;/option&gt;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&lt;option value="MCA"&gt;MCA&lt;/option&gt;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&lt;/select&gt;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&gt;&lt;</a:t>
            </a:r>
            <a:r>
              <a:rPr lang="en-IN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&lt;input type=“button" value="Submit"&gt;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&lt;/form&gt; 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64251942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0407" y="487773"/>
            <a:ext cx="7635374" cy="582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6945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2509" y="335294"/>
            <a:ext cx="11734800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of Birth:&lt;input type="date" name="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dob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"&gt;&lt;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&gt;&lt;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Time:&lt;input type="time" name="time"&gt;&lt;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&gt;&lt;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your file:&lt;input type="file" name="filename"&gt;&lt;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&gt;&lt;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Rating:&lt;input type="range" name="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rangevalue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"&gt;&lt;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&gt;&lt;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Color:&lt;input type="color" name="color"&gt;&lt;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&gt;&lt;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type="submit" value="Submit form"&gt;</a:t>
            </a:r>
          </a:p>
        </p:txBody>
      </p:sp>
    </p:spTree>
    <p:extLst>
      <p:ext uri="{BB962C8B-B14F-4D97-AF65-F5344CB8AC3E}">
        <p14:creationId xmlns:p14="http://schemas.microsoft.com/office/powerpoint/2010/main" val="105076015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371600" y="1560354"/>
            <a:ext cx="846512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Number:&lt;input type=“number” name=“no”&gt;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261" y="3080005"/>
            <a:ext cx="4938733" cy="118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74745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714B7-903C-7D7B-0DE2-DC427742A373}"/>
              </a:ext>
            </a:extLst>
          </p:cNvPr>
          <p:cNvSpPr txBox="1"/>
          <p:nvPr/>
        </p:nvSpPr>
        <p:spPr>
          <a:xfrm>
            <a:off x="370892" y="230546"/>
            <a:ext cx="100126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HTML Input Attributes for forms</a:t>
            </a:r>
            <a:endParaRPr lang="en-IN" sz="32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70893" y="1720426"/>
            <a:ext cx="10238509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The readonly Attribute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The input readonly attribute specifies that an input field is read-only.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1713193" y="4906880"/>
            <a:ext cx="837979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&lt;input type="text" name="fname"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readonly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554826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28254" y="612155"/>
            <a:ext cx="1064029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The disabled Attribute</a:t>
            </a:r>
          </a:p>
          <a:p>
            <a:endParaRPr lang="en-US" sz="3200" b="1" u="sng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The input disabled attribute specifies that an input field should be disabled.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A disabled input field is unusable and un-clickable.</a:t>
            </a:r>
          </a:p>
        </p:txBody>
      </p:sp>
      <p:sp>
        <p:nvSpPr>
          <p:cNvPr id="3" name="Rectangle 2"/>
          <p:cNvSpPr/>
          <p:nvPr/>
        </p:nvSpPr>
        <p:spPr>
          <a:xfrm>
            <a:off x="2051456" y="4920735"/>
            <a:ext cx="81932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type="text" name="fname"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disabled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82766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23455" y="404337"/>
            <a:ext cx="1102821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The size Attribute</a:t>
            </a:r>
          </a:p>
          <a:p>
            <a:endParaRPr lang="en-US" sz="3200" b="1" u="sng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en-US" sz="3200" b="1" u="sng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The input size attribute specifies the visible width, in characters, of an input field.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The default value for size is 20.</a:t>
            </a:r>
          </a:p>
        </p:txBody>
      </p:sp>
      <p:sp>
        <p:nvSpPr>
          <p:cNvPr id="3" name="Rectangle 2"/>
          <p:cNvSpPr/>
          <p:nvPr/>
        </p:nvSpPr>
        <p:spPr>
          <a:xfrm>
            <a:off x="1559068" y="5073134"/>
            <a:ext cx="812113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&lt;input type="text" name="fname"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size=50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04790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6581" y="736753"/>
            <a:ext cx="10709564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The min and max Attributes</a:t>
            </a:r>
          </a:p>
          <a:p>
            <a:endParaRPr lang="en-US" sz="3200" b="1" u="sng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The input min and max attributes specify the minimum and maximum values for an input field.</a:t>
            </a:r>
          </a:p>
        </p:txBody>
      </p:sp>
      <p:sp>
        <p:nvSpPr>
          <p:cNvPr id="3" name="Rectangle 2"/>
          <p:cNvSpPr/>
          <p:nvPr/>
        </p:nvSpPr>
        <p:spPr>
          <a:xfrm>
            <a:off x="706581" y="3549180"/>
            <a:ext cx="1068185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type="date" name="datemax"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min="2020-01-01" max="2023-12-31"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526257" y="4761169"/>
            <a:ext cx="112790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&lt;input type="number" name="quantity"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min=“1” max=“5”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4190690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3563" y="889153"/>
            <a:ext cx="1014152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The required Attribute</a:t>
            </a:r>
          </a:p>
          <a:p>
            <a:endParaRPr lang="en-US" sz="3200" b="1" u="sng" dirty="0">
              <a:solidFill>
                <a:srgbClr val="FF0000"/>
              </a:solidFill>
              <a:latin typeface="Comic Sans MS" panose="030F0702030302020204" pitchFamily="66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  <a:cs typeface="Times New Roman" panose="02020603050405020304" pitchFamily="18" charset="0"/>
              </a:rPr>
              <a:t>The input required attribute specifies that an input field must be filled out before submitting the form.</a:t>
            </a:r>
          </a:p>
        </p:txBody>
      </p:sp>
      <p:sp>
        <p:nvSpPr>
          <p:cNvPr id="3" name="Rectangle 2"/>
          <p:cNvSpPr/>
          <p:nvPr/>
        </p:nvSpPr>
        <p:spPr>
          <a:xfrm>
            <a:off x="1699369" y="4491243"/>
            <a:ext cx="83499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&lt;input type="text" name="fname" 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required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641385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32510" y="251891"/>
            <a:ext cx="1165167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&lt;p&gt;Please select your favorite Web language:&lt;/p&gt;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&lt;input type="radio" name="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value="HTML"&gt;HTML&lt;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&lt;input type="radio" name="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value="CSS"&gt;CSS&lt;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&lt;input type="radio" name="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value="Java"&gt;Java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2412" y="4069682"/>
            <a:ext cx="5471867" cy="263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6641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8881" y="3147352"/>
            <a:ext cx="1219551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&lt;input type="text" style="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background-color:red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;" name=“fname"&gt;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616428" y="628941"/>
            <a:ext cx="625203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Background color for text box</a:t>
            </a:r>
          </a:p>
        </p:txBody>
      </p:sp>
    </p:spTree>
    <p:extLst>
      <p:ext uri="{BB962C8B-B14F-4D97-AF65-F5344CB8AC3E}">
        <p14:creationId xmlns:p14="http://schemas.microsoft.com/office/powerpoint/2010/main" val="535281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8719" y="337996"/>
            <a:ext cx="64940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Background image for web page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92727" y="1706526"/>
            <a:ext cx="983672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 style="background-image: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(‘Amrita.jpg');”&gt;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2563090" y="3576889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background-repeat: no-repeat;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background-size: 300px 100px;</a:t>
            </a:r>
          </a:p>
        </p:txBody>
      </p:sp>
    </p:spTree>
    <p:extLst>
      <p:ext uri="{BB962C8B-B14F-4D97-AF65-F5344CB8AC3E}">
        <p14:creationId xmlns:p14="http://schemas.microsoft.com/office/powerpoint/2010/main" val="2487474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33054" y="2399298"/>
            <a:ext cx="1008610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&lt;marquee direction="right"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scrollamount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="10" width="60%" height="100px"&gt;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Amrita </a:t>
            </a:r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Vishwa Vidyapeetham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&lt;/marquee&gt;</a:t>
            </a:r>
          </a:p>
        </p:txBody>
      </p:sp>
      <p:sp>
        <p:nvSpPr>
          <p:cNvPr id="3" name="Rectangle 2"/>
          <p:cNvSpPr/>
          <p:nvPr/>
        </p:nvSpPr>
        <p:spPr>
          <a:xfrm>
            <a:off x="505592" y="601233"/>
            <a:ext cx="18565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  <a:cs typeface="Times New Roman" panose="02020603050405020304" pitchFamily="18" charset="0"/>
              </a:rPr>
              <a:t>Marquee</a:t>
            </a:r>
          </a:p>
        </p:txBody>
      </p:sp>
    </p:spTree>
    <p:extLst>
      <p:ext uri="{BB962C8B-B14F-4D97-AF65-F5344CB8AC3E}">
        <p14:creationId xmlns:p14="http://schemas.microsoft.com/office/powerpoint/2010/main" val="90749998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1F5AA0-4700-0025-71EB-4266D0B48B5C}"/>
              </a:ext>
            </a:extLst>
          </p:cNvPr>
          <p:cNvSpPr txBox="1"/>
          <p:nvPr/>
        </p:nvSpPr>
        <p:spPr>
          <a:xfrm>
            <a:off x="314960" y="134689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HTML Div Element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B87CF3-A9E2-5DA2-EC18-89A15ED8A905}"/>
              </a:ext>
            </a:extLst>
          </p:cNvPr>
          <p:cNvSpPr txBox="1"/>
          <p:nvPr/>
        </p:nvSpPr>
        <p:spPr>
          <a:xfrm>
            <a:off x="228600" y="1010365"/>
            <a:ext cx="11562080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The &lt;div&gt; element is used as a container for other HTML elements.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757427-6C47-CA1C-65DC-A4308BC73C16}"/>
              </a:ext>
            </a:extLst>
          </p:cNvPr>
          <p:cNvSpPr txBox="1"/>
          <p:nvPr/>
        </p:nvSpPr>
        <p:spPr>
          <a:xfrm>
            <a:off x="157480" y="3851255"/>
            <a:ext cx="108305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The &lt;div&gt; element is by default a block element, meaning that it takes all available width, and comes with line breaks before and after.</a:t>
            </a:r>
            <a:endParaRPr lang="en-IN" sz="3200" b="1" dirty="0">
              <a:latin typeface="Comic Sans MS" panose="030F0702030302020204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A74138-7DDF-6B45-ABFA-BB5695462B2C}"/>
              </a:ext>
            </a:extLst>
          </p:cNvPr>
          <p:cNvSpPr txBox="1"/>
          <p:nvPr/>
        </p:nvSpPr>
        <p:spPr>
          <a:xfrm>
            <a:off x="228600" y="2364582"/>
            <a:ext cx="107594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The &lt;div&gt; element is often used to group sections of a web page together.</a:t>
            </a:r>
            <a:endParaRPr lang="en-IN" sz="32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73673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C27DE27-B498-6871-37C5-3A930B03775F}"/>
              </a:ext>
            </a:extLst>
          </p:cNvPr>
          <p:cNvSpPr txBox="1"/>
          <p:nvPr/>
        </p:nvSpPr>
        <p:spPr>
          <a:xfrm>
            <a:off x="568960" y="6535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HTML Div Element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24D865-7977-4231-1CDE-952706514428}"/>
              </a:ext>
            </a:extLst>
          </p:cNvPr>
          <p:cNvSpPr txBox="1"/>
          <p:nvPr/>
        </p:nvSpPr>
        <p:spPr>
          <a:xfrm>
            <a:off x="1203960" y="1867376"/>
            <a:ext cx="978408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&lt;div style </a:t>
            </a:r>
            <a:r>
              <a:rPr lang="en-IN" sz="32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32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300px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32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margin</a:t>
            </a:r>
            <a:r>
              <a:rPr lang="en-IN" sz="32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32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auto;</a:t>
            </a:r>
            <a:r>
              <a:rPr lang="en-US" sz="3200" b="1" dirty="0">
                <a:latin typeface="Comic Sans MS" panose="030F0702030302020204" pitchFamily="66" charset="0"/>
              </a:rPr>
              <a:t>&gt;</a:t>
            </a:r>
          </a:p>
          <a:p>
            <a:r>
              <a:rPr lang="en-US" sz="3200" b="1" dirty="0">
                <a:latin typeface="Comic Sans MS" panose="030F0702030302020204" pitchFamily="66" charset="0"/>
              </a:rPr>
              <a:t>  &lt;h2&gt;Andhra Pradesh&lt;/h2&gt;</a:t>
            </a:r>
          </a:p>
          <a:p>
            <a:r>
              <a:rPr lang="en-US" sz="3200" b="1" dirty="0">
                <a:latin typeface="Comic Sans MS" panose="030F0702030302020204" pitchFamily="66" charset="0"/>
              </a:rPr>
              <a:t>  &lt;p&gt;Amaravati&lt;/p&gt;</a:t>
            </a:r>
          </a:p>
          <a:p>
            <a:r>
              <a:rPr lang="en-US" sz="3200" b="1" dirty="0">
                <a:latin typeface="Comic Sans MS" panose="030F0702030302020204" pitchFamily="66" charset="0"/>
              </a:rPr>
              <a:t>  &lt;p&gt;Amrita Vishwa Vidyapeetham.&lt;/p&gt;</a:t>
            </a:r>
          </a:p>
          <a:p>
            <a:r>
              <a:rPr lang="en-US" sz="3200" b="1" dirty="0">
                <a:latin typeface="Comic Sans MS" panose="030F0702030302020204" pitchFamily="66" charset="0"/>
              </a:rPr>
              <a:t>&lt;/div&gt;</a:t>
            </a:r>
            <a:endParaRPr lang="en-IN" sz="32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45142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88129C-4C66-16F0-077B-F455C4D52950}"/>
              </a:ext>
            </a:extLst>
          </p:cNvPr>
          <p:cNvSpPr txBox="1"/>
          <p:nvPr/>
        </p:nvSpPr>
        <p:spPr>
          <a:xfrm>
            <a:off x="0" y="0"/>
            <a:ext cx="119786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Aligning &lt;div&gt; elements side by side/Multiple Div Elements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CA76E7-AF05-7C47-2D4D-535DFF1A6AC7}"/>
              </a:ext>
            </a:extLst>
          </p:cNvPr>
          <p:cNvSpPr txBox="1"/>
          <p:nvPr/>
        </p:nvSpPr>
        <p:spPr>
          <a:xfrm>
            <a:off x="304800" y="998508"/>
            <a:ext cx="112064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The float property is used for positioning and formatting content and allows elements to float next to each other instead of on top of each other. </a:t>
            </a:r>
            <a:endParaRPr lang="en-IN" sz="3200" b="1" dirty="0">
              <a:latin typeface="Comic Sans MS" panose="030F07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0AA044-7584-BAC2-EA27-B601E8901ABE}"/>
              </a:ext>
            </a:extLst>
          </p:cNvPr>
          <p:cNvSpPr txBox="1"/>
          <p:nvPr/>
        </p:nvSpPr>
        <p:spPr>
          <a:xfrm>
            <a:off x="518160" y="2981901"/>
            <a:ext cx="114604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1" dirty="0">
                <a:solidFill>
                  <a:schemeClr val="accent2"/>
                </a:solidFill>
                <a:latin typeface="Comic Sans MS" panose="030F0702030302020204" pitchFamily="66" charset="0"/>
              </a:rPr>
              <a:t>&lt;div style="background-</a:t>
            </a:r>
            <a:r>
              <a:rPr lang="en-IN" sz="3200" b="1" i="1" dirty="0" err="1">
                <a:solidFill>
                  <a:schemeClr val="accent2"/>
                </a:solidFill>
                <a:latin typeface="Comic Sans MS" panose="030F0702030302020204" pitchFamily="66" charset="0"/>
              </a:rPr>
              <a:t>color</a:t>
            </a:r>
            <a:r>
              <a:rPr lang="en-IN" sz="3200" b="1" i="1" dirty="0">
                <a:solidFill>
                  <a:schemeClr val="accent2"/>
                </a:solidFill>
                <a:latin typeface="Comic Sans MS" panose="030F0702030302020204" pitchFamily="66" charset="0"/>
              </a:rPr>
              <a:t>:#FFF4A3;float:right";</a:t>
            </a:r>
          </a:p>
          <a:p>
            <a:r>
              <a:rPr lang="en-IN" sz="3200" b="1" i="1" dirty="0">
                <a:solidFill>
                  <a:schemeClr val="accent2"/>
                </a:solidFill>
                <a:latin typeface="Comic Sans MS" panose="030F0702030302020204" pitchFamily="66" charset="0"/>
              </a:rPr>
              <a:t>overflow:auto;display:inline-block;&gt;</a:t>
            </a:r>
          </a:p>
          <a:p>
            <a:r>
              <a:rPr lang="en-IN" sz="3200" b="1" i="1" dirty="0">
                <a:solidFill>
                  <a:schemeClr val="accent2"/>
                </a:solidFill>
                <a:latin typeface="Comic Sans MS" panose="030F0702030302020204" pitchFamily="66" charset="0"/>
              </a:rPr>
              <a:t>  </a:t>
            </a:r>
            <a:r>
              <a:rPr lang="en-US" sz="3200" b="1" i="1" dirty="0">
                <a:solidFill>
                  <a:schemeClr val="accent2"/>
                </a:solidFill>
                <a:latin typeface="Comic Sans MS" panose="030F0702030302020204" pitchFamily="66" charset="0"/>
              </a:rPr>
              <a:t>&lt;h2&gt;Andhra Pradesh&lt;/h2&gt;</a:t>
            </a:r>
          </a:p>
          <a:p>
            <a:r>
              <a:rPr lang="en-US" sz="3200" b="1" i="1" dirty="0">
                <a:solidFill>
                  <a:schemeClr val="accent2"/>
                </a:solidFill>
                <a:latin typeface="Comic Sans MS" panose="030F0702030302020204" pitchFamily="66" charset="0"/>
              </a:rPr>
              <a:t>  &lt;p&gt;Amaravati&lt;/p&gt;</a:t>
            </a:r>
          </a:p>
          <a:p>
            <a:r>
              <a:rPr lang="en-US" sz="3200" b="1" i="1" dirty="0">
                <a:solidFill>
                  <a:schemeClr val="accent2"/>
                </a:solidFill>
                <a:latin typeface="Comic Sans MS" panose="030F0702030302020204" pitchFamily="66" charset="0"/>
              </a:rPr>
              <a:t>  &lt;p&gt;Amrita Vishwa Vidyapeetham.&lt;/p&gt;</a:t>
            </a:r>
            <a:endParaRPr lang="en-IN" sz="3200" b="1" i="1" dirty="0">
              <a:solidFill>
                <a:schemeClr val="accent2"/>
              </a:solidFill>
              <a:latin typeface="Comic Sans MS" panose="030F0702030302020204" pitchFamily="66" charset="0"/>
            </a:endParaRPr>
          </a:p>
          <a:p>
            <a:r>
              <a:rPr lang="en-IN" sz="3200" b="1" i="1" dirty="0">
                <a:solidFill>
                  <a:schemeClr val="accent2"/>
                </a:solidFill>
                <a:latin typeface="Comic Sans MS" panose="030F0702030302020204" pitchFamily="66" charset="0"/>
              </a:rPr>
              <a:t>&lt;/div&gt;</a:t>
            </a:r>
          </a:p>
          <a:p>
            <a:endParaRPr lang="en-IN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271141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B06D1E-EF0C-DAB4-9974-FC851B996659}"/>
              </a:ext>
            </a:extLst>
          </p:cNvPr>
          <p:cNvSpPr txBox="1"/>
          <p:nvPr/>
        </p:nvSpPr>
        <p:spPr>
          <a:xfrm>
            <a:off x="76200" y="0"/>
            <a:ext cx="120396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u="sng" dirty="0">
                <a:solidFill>
                  <a:schemeClr val="accent2"/>
                </a:solidFill>
                <a:effectLst/>
                <a:latin typeface="Comic Sans MS" panose="030F0702030302020204" pitchFamily="66" charset="0"/>
              </a:rPr>
              <a:t>Grid</a:t>
            </a:r>
          </a:p>
          <a:p>
            <a:pPr algn="l"/>
            <a:endParaRPr lang="en-US" sz="3200" b="1" i="0" dirty="0">
              <a:solidFill>
                <a:schemeClr val="accent2"/>
              </a:solidFill>
              <a:effectLst/>
              <a:latin typeface="Comic Sans MS" panose="030F0702030302020204" pitchFamily="66" charset="0"/>
            </a:endParaRPr>
          </a:p>
          <a:p>
            <a:pPr algn="l"/>
            <a:r>
              <a:rPr lang="en-US" sz="32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The CSS Grid Layout Module offers a grid-based layout system, with rows and columns, making it easier to design web pages without having to use floats and positioning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582A1-FC9E-0CBC-DD86-8B1266C4FB8A}"/>
              </a:ext>
            </a:extLst>
          </p:cNvPr>
          <p:cNvSpPr txBox="1"/>
          <p:nvPr/>
        </p:nvSpPr>
        <p:spPr>
          <a:xfrm>
            <a:off x="721360" y="2802393"/>
            <a:ext cx="836168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Comic Sans MS" panose="030F0702030302020204" pitchFamily="66" charset="0"/>
              </a:rPr>
              <a:t>&lt;style&gt;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.grid-container {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  display: grid;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  grid-template-columns: 33% 33% 33%;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}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&lt;/style&gt;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76BCB-2EF0-83ED-BBCA-47EE32548AF6}"/>
              </a:ext>
            </a:extLst>
          </p:cNvPr>
          <p:cNvSpPr txBox="1"/>
          <p:nvPr/>
        </p:nvSpPr>
        <p:spPr>
          <a:xfrm>
            <a:off x="1036320" y="5926574"/>
            <a:ext cx="73761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&lt;div class="grid-container"&gt;</a:t>
            </a:r>
          </a:p>
        </p:txBody>
      </p:sp>
    </p:spTree>
    <p:extLst>
      <p:ext uri="{BB962C8B-B14F-4D97-AF65-F5344CB8AC3E}">
        <p14:creationId xmlns:p14="http://schemas.microsoft.com/office/powerpoint/2010/main" val="276051941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81070" y="1513109"/>
            <a:ext cx="1018325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The &lt;iframe&gt; tag specifies an inline frame. 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 An inline frame is used to embed another document within the current HTML document.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57236" y="159611"/>
            <a:ext cx="21595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&lt;iframe&gt; </a:t>
            </a:r>
          </a:p>
        </p:txBody>
      </p:sp>
    </p:spTree>
    <p:extLst>
      <p:ext uri="{BB962C8B-B14F-4D97-AF65-F5344CB8AC3E}">
        <p14:creationId xmlns:p14="http://schemas.microsoft.com/office/powerpoint/2010/main" val="118748419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53693" y="2047111"/>
            <a:ext cx="90539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&lt;iframe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src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“demo.html  ” name=“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iframe_a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height= “ 200” width= “ 200”&gt; &lt;/iframe&gt;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958B03-613A-BD76-9F90-F98A0B963DAF}"/>
              </a:ext>
            </a:extLst>
          </p:cNvPr>
          <p:cNvSpPr txBox="1"/>
          <p:nvPr/>
        </p:nvSpPr>
        <p:spPr>
          <a:xfrm>
            <a:off x="162560" y="291813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Syntax:</a:t>
            </a:r>
            <a:r>
              <a:rPr kumimoji="0" lang="en-US" sz="32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3198370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41344" y="2836710"/>
            <a:ext cx="859722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Cascading Style Sheets - CSS</a:t>
            </a:r>
            <a:endParaRPr lang="en-US" sz="4400" u="sng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342876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6832" y="955434"/>
            <a:ext cx="1093240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Cascading Style Sheets (CSS) is used to format the layout of a webpage (presentation).</a:t>
            </a:r>
          </a:p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 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CSS saves a lot of work. It can control the layout of multiple web pages all at once.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44756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6997" y="658513"/>
            <a:ext cx="8200221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Three types of CSS</a:t>
            </a:r>
          </a:p>
          <a:p>
            <a:endParaRPr lang="en-US" sz="3600" b="1" u="sng" dirty="0">
              <a:latin typeface="Comic Sans MS" panose="030F0702030302020204" pitchFamily="66" charset="0"/>
            </a:endParaRPr>
          </a:p>
          <a:p>
            <a:pPr marL="742950" indent="-742950" fontAlgn="base">
              <a:buFont typeface="+mj-lt"/>
              <a:buAutoNum type="arabicPeriod"/>
            </a:pPr>
            <a:r>
              <a:rPr lang="en-US" sz="3600" b="1" dirty="0">
                <a:latin typeface="Comic Sans MS" panose="030F0702030302020204" pitchFamily="66" charset="0"/>
              </a:rPr>
              <a:t>Inline CSS</a:t>
            </a:r>
          </a:p>
          <a:p>
            <a:pPr marL="742950" indent="-742950" fontAlgn="base">
              <a:buFont typeface="+mj-lt"/>
              <a:buAutoNum type="arabicPeriod"/>
            </a:pPr>
            <a:endParaRPr lang="en-US" sz="3600" b="1" dirty="0">
              <a:latin typeface="Comic Sans MS" panose="030F0702030302020204" pitchFamily="66" charset="0"/>
            </a:endParaRPr>
          </a:p>
          <a:p>
            <a:pPr marL="742950" indent="-742950" fontAlgn="base">
              <a:buFont typeface="+mj-lt"/>
              <a:buAutoNum type="arabicPeriod"/>
            </a:pPr>
            <a:r>
              <a:rPr lang="en-US" sz="3600" b="1" dirty="0">
                <a:latin typeface="Comic Sans MS" panose="030F0702030302020204" pitchFamily="66" charset="0"/>
              </a:rPr>
              <a:t>Internal CSS</a:t>
            </a:r>
          </a:p>
          <a:p>
            <a:pPr marL="742950" indent="-742950" fontAlgn="base">
              <a:buFont typeface="+mj-lt"/>
              <a:buAutoNum type="arabicPeriod"/>
            </a:pPr>
            <a:endParaRPr lang="en-US" sz="3600" b="1" dirty="0">
              <a:latin typeface="Comic Sans MS" panose="030F0702030302020204" pitchFamily="66" charset="0"/>
            </a:endParaRPr>
          </a:p>
          <a:p>
            <a:pPr marL="742950" indent="-742950" fontAlgn="base">
              <a:buFont typeface="+mj-lt"/>
              <a:buAutoNum type="arabicPeriod"/>
            </a:pPr>
            <a:r>
              <a:rPr lang="en-US" sz="3600" b="1" dirty="0">
                <a:latin typeface="Comic Sans MS" panose="030F0702030302020204" pitchFamily="66" charset="0"/>
              </a:rPr>
              <a:t>External CSS</a:t>
            </a:r>
          </a:p>
        </p:txBody>
      </p:sp>
    </p:spTree>
    <p:extLst>
      <p:ext uri="{BB962C8B-B14F-4D97-AF65-F5344CB8AC3E}">
        <p14:creationId xmlns:p14="http://schemas.microsoft.com/office/powerpoint/2010/main" val="356467399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6833" y="128126"/>
            <a:ext cx="11560367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Inline CSS</a:t>
            </a:r>
          </a:p>
          <a:p>
            <a:endParaRPr lang="en-US" sz="3200" b="1" u="sng" dirty="0"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An inline CSS is used to apply a unique style to a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single HTML element.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An inline CSS uses the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style attribute </a:t>
            </a:r>
            <a:r>
              <a:rPr lang="en-US" sz="3200" b="1" dirty="0">
                <a:latin typeface="Comic Sans MS" panose="030F0702030302020204" pitchFamily="66" charset="0"/>
              </a:rPr>
              <a:t>of an HTML element.</a:t>
            </a:r>
          </a:p>
        </p:txBody>
      </p:sp>
    </p:spTree>
    <p:extLst>
      <p:ext uri="{BB962C8B-B14F-4D97-AF65-F5344CB8AC3E}">
        <p14:creationId xmlns:p14="http://schemas.microsoft.com/office/powerpoint/2010/main" val="322020379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17503" y="792293"/>
            <a:ext cx="9392737" cy="37067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p style="color:orange; 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font-family:verdana; 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font-size:300%; 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text-align:center;       </a:t>
            </a:r>
          </a:p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background-color:white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;"&gt;welcome&lt;/p&gt;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3106816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3615" y="0"/>
            <a:ext cx="11362062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Internal CSS</a:t>
            </a:r>
          </a:p>
          <a:p>
            <a:endParaRPr lang="en-US" sz="3200" b="1" u="sng" dirty="0">
              <a:latin typeface="Comic Sans MS" panose="030F0702030302020204" pitchFamily="66" charset="0"/>
            </a:endParaRPr>
          </a:p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An internal CSS is used to define a style for a single HTML page.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An internal CSS is defined in the &lt;head&gt; section of an HTML page, within a &lt;style&gt; element.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9036" y="3902191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&lt;style&gt;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&lt;/style&gt;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21819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5985" y="209320"/>
            <a:ext cx="6096000" cy="63709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&lt;style&gt;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color:blue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font-family:broadway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font-size:300%; 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&lt;/style&gt;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&lt;p&gt;Madhu&lt;/p&gt;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&lt;p&gt;Web technologies&lt;/p&gt;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&lt;p&gt;Department of CSE&lt;/p&gt;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  <p:sp>
        <p:nvSpPr>
          <p:cNvPr id="3" name="Curved Left Arrow 2"/>
          <p:cNvSpPr/>
          <p:nvPr/>
        </p:nvSpPr>
        <p:spPr>
          <a:xfrm>
            <a:off x="4142342" y="2622014"/>
            <a:ext cx="1156771" cy="291947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Left Arrow 3"/>
          <p:cNvSpPr/>
          <p:nvPr/>
        </p:nvSpPr>
        <p:spPr>
          <a:xfrm>
            <a:off x="793215" y="1388125"/>
            <a:ext cx="2456761" cy="440675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325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9884" y="135988"/>
            <a:ext cx="11295962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External CSS</a:t>
            </a:r>
          </a:p>
          <a:p>
            <a:pPr algn="just"/>
            <a:endParaRPr lang="en-US" sz="3200" b="1" u="sng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An external style sheet is used to define the style for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many HTML pages</a:t>
            </a:r>
            <a:r>
              <a:rPr lang="en-US" sz="3200" b="1" dirty="0">
                <a:latin typeface="Comic Sans MS" panose="030F0702030302020204" pitchFamily="66" charset="0"/>
              </a:rPr>
              <a:t>.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To use an external style sheet, add a link to it in the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&lt;head&gt; </a:t>
            </a:r>
            <a:r>
              <a:rPr lang="en-US" sz="3200" b="1" dirty="0">
                <a:latin typeface="Comic Sans MS" panose="030F0702030302020204" pitchFamily="66" charset="0"/>
              </a:rPr>
              <a:t>section of each HTML page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ctr"/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&lt;link </a:t>
            </a:r>
            <a:r>
              <a:rPr lang="en-US" sz="32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rel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="stylesheet" </a:t>
            </a:r>
            <a:r>
              <a:rPr lang="en-US" sz="32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href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="mycss.css"&gt;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“</a:t>
            </a:r>
            <a:r>
              <a:rPr lang="en-US" sz="3200" b="1" dirty="0" err="1">
                <a:solidFill>
                  <a:srgbClr val="FF0000"/>
                </a:solidFill>
                <a:latin typeface="Comic Sans MS" panose="030F0702030302020204" pitchFamily="66" charset="0"/>
              </a:rPr>
              <a:t>rel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”</a:t>
            </a:r>
            <a:r>
              <a:rPr lang="en-US" sz="3200" b="1" dirty="0">
                <a:latin typeface="Comic Sans MS" panose="030F0702030302020204" pitchFamily="66" charset="0"/>
              </a:rPr>
              <a:t> attribute specifies the relationship between the current document and the linked document/resource.</a:t>
            </a:r>
          </a:p>
        </p:txBody>
      </p:sp>
    </p:spTree>
    <p:extLst>
      <p:ext uri="{BB962C8B-B14F-4D97-AF65-F5344CB8AC3E}">
        <p14:creationId xmlns:p14="http://schemas.microsoft.com/office/powerpoint/2010/main" val="170123914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306" y="205244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mycss.css</a:t>
            </a:r>
          </a:p>
          <a:p>
            <a:endParaRPr lang="en-US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color:blue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font-family:broadway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font-size:300%; </a:t>
            </a:r>
          </a:p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}</a:t>
            </a:r>
          </a:p>
        </p:txBody>
      </p:sp>
      <p:sp>
        <p:nvSpPr>
          <p:cNvPr id="3" name="Left Arrow 2"/>
          <p:cNvSpPr/>
          <p:nvPr/>
        </p:nvSpPr>
        <p:spPr>
          <a:xfrm>
            <a:off x="2588964" y="297455"/>
            <a:ext cx="2710149" cy="396608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510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9035" y="146993"/>
            <a:ext cx="10723084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</a:p>
          <a:p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&lt;link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="stylesheet" </a:t>
            </a:r>
            <a:r>
              <a:rPr lang="en-US" sz="32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href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="mycss.css"&gt;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&lt;p&gt;Madhu&lt;/p&gt;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&lt;p&gt;Web technologies&lt;/p&gt;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&lt;p&gt;Department of CSE&lt;/p&gt;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  <p:sp>
        <p:nvSpPr>
          <p:cNvPr id="3" name="Left Arrow 2"/>
          <p:cNvSpPr/>
          <p:nvPr/>
        </p:nvSpPr>
        <p:spPr>
          <a:xfrm>
            <a:off x="7976212" y="1487277"/>
            <a:ext cx="2324559" cy="782197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57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76117" y="2847726"/>
            <a:ext cx="4496744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CSS Selectors</a:t>
            </a:r>
            <a:endParaRPr lang="en-US" sz="4800" b="1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55475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3103" y="444473"/>
            <a:ext cx="10855287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The CSS element Selector</a:t>
            </a:r>
          </a:p>
          <a:p>
            <a:endParaRPr lang="en-US" sz="3200" b="1" u="sng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en-US" sz="3200" b="1" u="sng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The element selector selects HTML elements based on the element name.</a:t>
            </a:r>
          </a:p>
        </p:txBody>
      </p:sp>
      <p:sp>
        <p:nvSpPr>
          <p:cNvPr id="3" name="Rectangle 2"/>
          <p:cNvSpPr/>
          <p:nvPr/>
        </p:nvSpPr>
        <p:spPr>
          <a:xfrm>
            <a:off x="1869196" y="3511882"/>
            <a:ext cx="609600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text-align: center;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color: red;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800549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38699" y="131269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The CSS id Selector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91239" y="1090553"/>
            <a:ext cx="10590882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The id selector uses the id attribute of an HTML element to select a specific element.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91239" y="2592216"/>
            <a:ext cx="11009522" cy="13542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The id of an element is unique within a page, so the id selector is used to select one unique element!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591239" y="4251589"/>
            <a:ext cx="11119691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To select an element with a specific id, write a hash (#) character, followed by the id of the element.</a:t>
            </a:r>
          </a:p>
        </p:txBody>
      </p:sp>
    </p:spTree>
    <p:extLst>
      <p:ext uri="{BB962C8B-B14F-4D97-AF65-F5344CB8AC3E}">
        <p14:creationId xmlns:p14="http://schemas.microsoft.com/office/powerpoint/2010/main" val="4084082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2935" y="0"/>
            <a:ext cx="9830718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&lt;style&gt;</a:t>
            </a:r>
          </a:p>
          <a:p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#para1 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text-align: center;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color: red;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&lt;/style&gt;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 </a:t>
            </a:r>
            <a:r>
              <a:rPr lang="en-US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id=“para1”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&gt;Amrita University&lt;/p&gt;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&lt;p&gt;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Amaravathi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Andhra Pradesh&lt;/p&gt;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  <p:cxnSp>
        <p:nvCxnSpPr>
          <p:cNvPr id="4" name="Curved Connector 3"/>
          <p:cNvCxnSpPr/>
          <p:nvPr/>
        </p:nvCxnSpPr>
        <p:spPr>
          <a:xfrm rot="16200000" flipH="1">
            <a:off x="1107196" y="2098712"/>
            <a:ext cx="3260992" cy="2236425"/>
          </a:xfrm>
          <a:prstGeom prst="curvedConnector3">
            <a:avLst>
              <a:gd name="adj1" fmla="val -202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653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29703" y="1681504"/>
            <a:ext cx="10745118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The class selector selects HTML elements with a specific class attribute.</a:t>
            </a: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pPr algn="just"/>
            <a:endParaRPr lang="en-US" sz="3200" b="1" dirty="0">
              <a:latin typeface="Comic Sans MS" panose="030F0702030302020204" pitchFamily="66" charset="0"/>
            </a:endParaRPr>
          </a:p>
          <a:p>
            <a:endParaRPr lang="en-US" dirty="0"/>
          </a:p>
          <a:p>
            <a:pPr algn="just"/>
            <a:r>
              <a:rPr lang="en-US" sz="3200" b="1" dirty="0">
                <a:latin typeface="Comic Sans MS" panose="030F0702030302020204" pitchFamily="66" charset="0"/>
              </a:rPr>
              <a:t>To select elements with a specific class, write a period (.) character, followed by the class name.</a:t>
            </a:r>
          </a:p>
        </p:txBody>
      </p:sp>
      <p:sp>
        <p:nvSpPr>
          <p:cNvPr id="3" name="Rectangle 2"/>
          <p:cNvSpPr/>
          <p:nvPr/>
        </p:nvSpPr>
        <p:spPr>
          <a:xfrm>
            <a:off x="429703" y="412999"/>
            <a:ext cx="49215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The CSS class Selector</a:t>
            </a:r>
          </a:p>
        </p:txBody>
      </p:sp>
    </p:spTree>
    <p:extLst>
      <p:ext uri="{BB962C8B-B14F-4D97-AF65-F5344CB8AC3E}">
        <p14:creationId xmlns:p14="http://schemas.microsoft.com/office/powerpoint/2010/main" val="149564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392933" y="4307595"/>
            <a:ext cx="8152482" cy="1377109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392933" y="195781"/>
            <a:ext cx="9687499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&lt;style&gt;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.center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text-align: center;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color: red;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&lt;/style&gt;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&lt;h1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class=“center”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&gt;Amrita University&lt;/h1&gt;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 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class=“center”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Amaravathi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Andhra Pradesh&lt;/p&gt; 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  <p:cxnSp>
        <p:nvCxnSpPr>
          <p:cNvPr id="5" name="Curved Connector 4"/>
          <p:cNvCxnSpPr/>
          <p:nvPr/>
        </p:nvCxnSpPr>
        <p:spPr>
          <a:xfrm>
            <a:off x="1520328" y="1520328"/>
            <a:ext cx="3338111" cy="2787267"/>
          </a:xfrm>
          <a:prstGeom prst="curvedConnector3">
            <a:avLst>
              <a:gd name="adj1" fmla="val 10280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831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4969" y="433455"/>
            <a:ext cx="10976472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The CSS Universal Selector</a:t>
            </a:r>
          </a:p>
          <a:p>
            <a:endParaRPr lang="en-US" sz="32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The universal selector (*) selects all HTML elements on the page.</a:t>
            </a:r>
          </a:p>
        </p:txBody>
      </p:sp>
    </p:spTree>
    <p:extLst>
      <p:ext uri="{BB962C8B-B14F-4D97-AF65-F5344CB8AC3E}">
        <p14:creationId xmlns:p14="http://schemas.microsoft.com/office/powerpoint/2010/main" val="373335091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918" y="169027"/>
            <a:ext cx="6096000" cy="674030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&lt;style&gt;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text-align: center;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color: blue;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&lt;/style&gt;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&lt;h1&gt;Amrita University&lt;/h1&gt;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&lt;p&gt;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Amaravathi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&lt;/p&gt;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&lt;h2&gt;Andhra Pradesh&lt;/h2&gt;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&lt;p&gt;India&lt;/p&gt;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326293681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5647" y="102949"/>
            <a:ext cx="1146121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</a:rPr>
              <a:t>The CSS Grouping Selector</a:t>
            </a:r>
          </a:p>
          <a:p>
            <a:endParaRPr lang="en-US" sz="3200" b="1" u="sng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The grouping selector selects all the grouped HTML elements with the same style definitions.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0924037"/>
              </p:ext>
            </p:extLst>
          </p:nvPr>
        </p:nvGraphicFramePr>
        <p:xfrm>
          <a:off x="375184" y="3044225"/>
          <a:ext cx="11368797" cy="2529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721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6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98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h1</a:t>
                      </a:r>
                    </a:p>
                    <a:p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{</a:t>
                      </a:r>
                    </a:p>
                    <a:p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text-align: center;</a:t>
                      </a:r>
                    </a:p>
                    <a:p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color: red;</a:t>
                      </a:r>
                    </a:p>
                    <a:p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h2</a:t>
                      </a:r>
                    </a:p>
                    <a:p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{</a:t>
                      </a:r>
                    </a:p>
                    <a:p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text-align: center;</a:t>
                      </a:r>
                    </a:p>
                    <a:p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color: red;</a:t>
                      </a:r>
                    </a:p>
                    <a:p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 </a:t>
                      </a:r>
                    </a:p>
                    <a:p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</a:t>
                      </a:r>
                    </a:p>
                    <a:p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text-align: center;</a:t>
                      </a:r>
                    </a:p>
                    <a:p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color: red;</a:t>
                      </a:r>
                    </a:p>
                    <a:p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6789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48019" y="118663"/>
            <a:ext cx="9235808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&lt;head&gt;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&lt;style&gt;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h1, h2, p 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text-align: center;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color: red;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&lt;/style&gt;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&lt;/head&gt;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&lt;h1&gt;Amrita University&lt;/h1&gt;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&lt;h2&gt;</a:t>
            </a:r>
            <a:r>
              <a:rPr lang="en-US" sz="24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Amaravathi</a:t>
            </a: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&lt;/h2&gt;</a:t>
            </a:r>
          </a:p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&lt;p&gt;India&lt;/p&gt;</a:t>
            </a: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139091561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653547" y="2800989"/>
            <a:ext cx="527740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CSS Properties</a:t>
            </a:r>
            <a:endParaRPr lang="en-US" sz="5400" b="1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239139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1998" y="612109"/>
            <a:ext cx="10238509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A CSS property assign a style or behavior to an HTML element.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r>
              <a:rPr lang="en-US" sz="3200" b="1" dirty="0">
                <a:latin typeface="Comic Sans MS" panose="030F0702030302020204" pitchFamily="66" charset="0"/>
              </a:rPr>
              <a:t>Examples include: color, border, margin, font-style, transform and so on………</a:t>
            </a:r>
            <a:endParaRPr lang="en-US" sz="3200" b="1" i="0" dirty="0">
              <a:effectLst/>
              <a:latin typeface="Comic Sans MS" panose="030F0702030302020204" pitchFamily="66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904508" y="4688322"/>
            <a:ext cx="78422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There are about 228+ CSS Properties</a:t>
            </a:r>
          </a:p>
        </p:txBody>
      </p:sp>
    </p:spTree>
    <p:extLst>
      <p:ext uri="{BB962C8B-B14F-4D97-AF65-F5344CB8AC3E}">
        <p14:creationId xmlns:p14="http://schemas.microsoft.com/office/powerpoint/2010/main" val="206756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21382" y="584262"/>
            <a:ext cx="67393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Text Color and Background Color</a:t>
            </a:r>
            <a:endParaRPr lang="en-US" sz="3200" b="1" i="0" dirty="0"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3680" y="473426"/>
            <a:ext cx="40142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CSS Text Property</a:t>
            </a:r>
            <a:endParaRPr lang="en-US" sz="3200" b="1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740726" y="2759425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background-color: black;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color: green;</a:t>
            </a:r>
          </a:p>
        </p:txBody>
      </p:sp>
    </p:spTree>
    <p:extLst>
      <p:ext uri="{BB962C8B-B14F-4D97-AF65-F5344CB8AC3E}">
        <p14:creationId xmlns:p14="http://schemas.microsoft.com/office/powerpoint/2010/main" val="1223164723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06030" y="473426"/>
            <a:ext cx="323037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Text Alignment</a:t>
            </a:r>
            <a:endParaRPr lang="en-US" sz="3200" b="1" i="0" dirty="0"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2324" y="473426"/>
            <a:ext cx="40142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CSS Text Property</a:t>
            </a:r>
            <a:endParaRPr lang="en-US" sz="3200" b="1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73216" y="1942422"/>
            <a:ext cx="405762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text-align: center;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text-align: left;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text-align: right;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text-align: justify;</a:t>
            </a:r>
          </a:p>
        </p:txBody>
      </p:sp>
    </p:spTree>
    <p:extLst>
      <p:ext uri="{BB962C8B-B14F-4D97-AF65-F5344CB8AC3E}">
        <p14:creationId xmlns:p14="http://schemas.microsoft.com/office/powerpoint/2010/main" val="4243845502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29743" y="473426"/>
            <a:ext cx="34323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Text Decoration</a:t>
            </a:r>
            <a:endParaRPr lang="en-US" sz="3200" b="1" i="0" dirty="0"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2324" y="473426"/>
            <a:ext cx="40142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CSS Text Property</a:t>
            </a:r>
            <a:endParaRPr lang="en-US" sz="3200" b="1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9813" y="1914850"/>
            <a:ext cx="708393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text-decoration: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overline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text-decoration: line-through;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text-decoration: underline;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text-decoration: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overline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underline;</a:t>
            </a:r>
          </a:p>
        </p:txBody>
      </p:sp>
    </p:spTree>
    <p:extLst>
      <p:ext uri="{BB962C8B-B14F-4D97-AF65-F5344CB8AC3E}">
        <p14:creationId xmlns:p14="http://schemas.microsoft.com/office/powerpoint/2010/main" val="2971128804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29743" y="473426"/>
            <a:ext cx="43476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Text Transformation</a:t>
            </a:r>
            <a:endParaRPr lang="en-US" sz="3200" b="1" i="0" dirty="0"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2324" y="473426"/>
            <a:ext cx="40142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CSS Text Property</a:t>
            </a:r>
            <a:endParaRPr lang="en-US" sz="3200" b="1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9813" y="1914850"/>
            <a:ext cx="708393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text-transform: uppercase;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text-transform: lowercase;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text-transform: capitalize;</a:t>
            </a:r>
          </a:p>
        </p:txBody>
      </p:sp>
    </p:spTree>
    <p:extLst>
      <p:ext uri="{BB962C8B-B14F-4D97-AF65-F5344CB8AC3E}">
        <p14:creationId xmlns:p14="http://schemas.microsoft.com/office/powerpoint/2010/main" val="31934246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29743" y="473426"/>
            <a:ext cx="28007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000000"/>
                </a:solidFill>
                <a:latin typeface="Comic Sans MS" panose="030F0702030302020204" pitchFamily="66" charset="0"/>
              </a:rPr>
              <a:t>Text Shadow</a:t>
            </a:r>
            <a:endParaRPr lang="en-US" sz="3200" b="1" i="0" dirty="0"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02324" y="473426"/>
            <a:ext cx="40142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CSS Text Property</a:t>
            </a:r>
            <a:endParaRPr lang="en-US" sz="3200" b="1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9813" y="1914850"/>
            <a:ext cx="708393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text-shadow: 2px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2px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text-shadow: 2px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2px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text-shadow: 2px 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2px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5px red;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198" y="1816929"/>
            <a:ext cx="4560624" cy="84220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731" y="2866170"/>
            <a:ext cx="4989665" cy="108771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397" y="4200104"/>
            <a:ext cx="5201772" cy="1007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411836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54183" y="1873331"/>
            <a:ext cx="6096000" cy="403187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list-style-type: circle;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list-style-type: square;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list-style-type: upper-roman;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list-style-type: upper-alpha;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02324" y="473426"/>
            <a:ext cx="379943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CSS List Property</a:t>
            </a:r>
            <a:endParaRPr lang="en-US" sz="3200" b="1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421" y="249382"/>
            <a:ext cx="3710123" cy="6360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82214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02324" y="473426"/>
            <a:ext cx="440216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CSS Border Property</a:t>
            </a:r>
            <a:endParaRPr lang="en-US" sz="3200" b="1" i="0" dirty="0">
              <a:solidFill>
                <a:srgbClr val="FF0000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343747" y="273371"/>
            <a:ext cx="4545603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border-color: red;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border-width:10px;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border-style: style name;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4673" y="1843031"/>
            <a:ext cx="9512104" cy="472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57877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004" y="665686"/>
            <a:ext cx="10304792" cy="5222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10258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93" y="357056"/>
            <a:ext cx="8813708" cy="296803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83673" y="3895589"/>
            <a:ext cx="910243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border-style: none;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border-style: hidden;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border-style: dotted dashed solid double;</a:t>
            </a:r>
          </a:p>
        </p:txBody>
      </p:sp>
    </p:spTree>
    <p:extLst>
      <p:ext uri="{BB962C8B-B14F-4D97-AF65-F5344CB8AC3E}">
        <p14:creationId xmlns:p14="http://schemas.microsoft.com/office/powerpoint/2010/main" val="3507052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2803" y="339052"/>
            <a:ext cx="3897221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CSS font Property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361501"/>
              </p:ext>
            </p:extLst>
          </p:nvPr>
        </p:nvGraphicFramePr>
        <p:xfrm>
          <a:off x="744393" y="1531699"/>
          <a:ext cx="10145280" cy="403402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42987">
                  <a:extLst>
                    <a:ext uri="{9D8B030D-6E8A-4147-A177-3AD203B41FA5}">
                      <a16:colId xmlns:a16="http://schemas.microsoft.com/office/drawing/2014/main" val="1225803473"/>
                    </a:ext>
                  </a:extLst>
                </a:gridCol>
                <a:gridCol w="8002293">
                  <a:extLst>
                    <a:ext uri="{9D8B030D-6E8A-4147-A177-3AD203B41FA5}">
                      <a16:colId xmlns:a16="http://schemas.microsoft.com/office/drawing/2014/main" val="1450606394"/>
                    </a:ext>
                  </a:extLst>
                </a:gridCol>
              </a:tblGrid>
              <a:tr h="5834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u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font-style</a:t>
                      </a:r>
                      <a:endParaRPr lang="en-US" sz="3200" b="1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u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Specifies the font style. 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u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(normal, italic, oblique)</a:t>
                      </a:r>
                      <a:endParaRPr lang="en-US" sz="3200" b="1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49679160"/>
                  </a:ext>
                </a:extLst>
              </a:tr>
              <a:tr h="5834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u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font-weight</a:t>
                      </a:r>
                      <a:endParaRPr lang="en-US" sz="3200" b="1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u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Specifies the font weight. 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u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(normal, bold, light)</a:t>
                      </a:r>
                      <a:endParaRPr lang="en-US" sz="3200" b="1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28861789"/>
                  </a:ext>
                </a:extLst>
              </a:tr>
              <a:tr h="5834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u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font-size</a:t>
                      </a:r>
                      <a:endParaRPr lang="en-US" sz="3200" b="1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u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Specifies the font size 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u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(small, medium ,large) in </a:t>
                      </a:r>
                      <a:r>
                        <a:rPr lang="en-US" sz="3200" b="1" u="none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px</a:t>
                      </a:r>
                      <a:endParaRPr lang="en-US" sz="3200" b="1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7549884"/>
                  </a:ext>
                </a:extLst>
              </a:tr>
              <a:tr h="5834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u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font-family</a:t>
                      </a:r>
                      <a:endParaRPr lang="en-US" sz="3200" b="1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u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Specifies the font family. </a:t>
                      </a:r>
                    </a:p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3200" b="1" u="non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(various styles available)</a:t>
                      </a:r>
                      <a:endParaRPr lang="en-US" sz="3200" b="1" u="non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52751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118420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2803" y="339052"/>
            <a:ext cx="5282215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CSS Background Property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66800" y="1221616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background-color: green;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opacity: 0.3;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03" y="2904574"/>
            <a:ext cx="10614899" cy="2720371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719639" y="339052"/>
            <a:ext cx="3576620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Background Color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1278977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67718" y="1443427"/>
            <a:ext cx="9282545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background-image: </a:t>
            </a:r>
            <a:r>
              <a:rPr lang="en-US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(“Amrita.png");</a:t>
            </a:r>
          </a:p>
          <a:p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background-repeat: no-repeat;</a:t>
            </a:r>
          </a:p>
          <a:p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background-position: right top;</a:t>
            </a:r>
          </a:p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background-size: 300px 100px; (auto, cover)</a:t>
            </a:r>
          </a:p>
          <a:p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background-attachment: fixed; (Optional)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802" y="491452"/>
            <a:ext cx="5282215" cy="6192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CSS Background Property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719639" y="491452"/>
            <a:ext cx="3799438" cy="5947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3200" b="1" u="sng" dirty="0">
                <a:solidFill>
                  <a:srgbClr val="FF0000"/>
                </a:solidFill>
                <a:latin typeface="Comic Sans MS" panose="030F0702030302020204" pitchFamily="66" charset="0"/>
                <a:ea typeface="Calibri" panose="020F0502020204030204" pitchFamily="34" charset="0"/>
                <a:cs typeface="Times New Roman" panose="02020603050405020304" pitchFamily="18" charset="0"/>
              </a:rPr>
              <a:t>Background Image</a:t>
            </a:r>
            <a:endParaRPr lang="en-US" sz="3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854770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4A50C1-8DC0-579C-1964-075D354A30D3}"/>
              </a:ext>
            </a:extLst>
          </p:cNvPr>
          <p:cNvSpPr txBox="1"/>
          <p:nvPr/>
        </p:nvSpPr>
        <p:spPr>
          <a:xfrm>
            <a:off x="1158240" y="166568"/>
            <a:ext cx="7985760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0" i="0" dirty="0">
                <a:solidFill>
                  <a:srgbClr val="A52A2A"/>
                </a:solidFill>
                <a:effectLst/>
                <a:latin typeface="Comic Sans MS" panose="030F0702030302020204" pitchFamily="66" charset="0"/>
              </a:rPr>
              <a:t>.</a:t>
            </a:r>
            <a:r>
              <a:rPr lang="en-US" sz="2800" b="1" i="0" dirty="0">
                <a:solidFill>
                  <a:srgbClr val="A52A2A"/>
                </a:solidFill>
                <a:effectLst/>
                <a:latin typeface="Comic Sans MS" panose="030F0702030302020204" pitchFamily="66" charset="0"/>
              </a:rPr>
              <a:t>button 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{</a:t>
            </a:r>
            <a:b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</a:br>
            <a: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  background-color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US" sz="28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 #04AA6D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;</a:t>
            </a:r>
            <a: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US" sz="2800" b="1" i="0" dirty="0">
                <a:solidFill>
                  <a:srgbClr val="008000"/>
                </a:solidFill>
                <a:effectLst/>
                <a:latin typeface="Comic Sans MS" panose="030F0702030302020204" pitchFamily="66" charset="0"/>
              </a:rPr>
              <a:t>/* Green */</a:t>
            </a:r>
            <a:b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</a:br>
            <a: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  border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US" sz="28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 none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;</a:t>
            </a:r>
            <a:b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</a:br>
            <a: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  color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US" sz="28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 white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;</a:t>
            </a:r>
            <a:b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</a:br>
            <a: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  padding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US" sz="28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 15px 32px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;</a:t>
            </a:r>
            <a:b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</a:br>
            <a: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  text-align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US" sz="28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 center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;</a:t>
            </a:r>
            <a:b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</a:br>
            <a: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  text-decoration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US" sz="28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 none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;</a:t>
            </a:r>
            <a:b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</a:br>
            <a: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  display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US" sz="28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 inline-block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;</a:t>
            </a:r>
            <a:b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</a:br>
            <a: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  font-size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US" sz="28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 16px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;</a:t>
            </a:r>
          </a:p>
          <a:p>
            <a:r>
              <a:rPr lang="en-IN" sz="2800" b="1" dirty="0">
                <a:latin typeface="Comic Sans MS" panose="030F0702030302020204" pitchFamily="66" charset="0"/>
              </a:rPr>
              <a:t>  margin: 4px 2px;</a:t>
            </a:r>
          </a:p>
          <a:p>
            <a:r>
              <a:rPr lang="en-IN" sz="2800" b="1" dirty="0">
                <a:latin typeface="Comic Sans MS" panose="030F0702030302020204" pitchFamily="66" charset="0"/>
              </a:rPr>
              <a:t>  cursor: pointer;</a:t>
            </a:r>
          </a:p>
          <a:p>
            <a:pPr algn="l"/>
            <a:b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</a:br>
            <a:r>
              <a:rPr lang="en-US" sz="28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}</a:t>
            </a:r>
          </a:p>
          <a:p>
            <a:pPr algn="l"/>
            <a:r>
              <a:rPr lang="en-US" b="1" dirty="0">
                <a:solidFill>
                  <a:srgbClr val="FFFFFF"/>
                </a:solidFill>
                <a:latin typeface="Comic Sans MS" panose="030F0702030302020204" pitchFamily="66" charset="0"/>
              </a:rPr>
              <a:t>Try it Yours</a:t>
            </a:r>
            <a:endParaRPr lang="en-US" b="1" i="0" dirty="0"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967983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F12496-33BB-9FB8-8452-1650B65003E0}"/>
              </a:ext>
            </a:extLst>
          </p:cNvPr>
          <p:cNvSpPr txBox="1"/>
          <p:nvPr/>
        </p:nvSpPr>
        <p:spPr>
          <a:xfrm>
            <a:off x="1463040" y="1571070"/>
            <a:ext cx="97536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Comic Sans MS" panose="030F0702030302020204" pitchFamily="66" charset="0"/>
              </a:rPr>
              <a:t>&lt;!DOCTYPE html&gt;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&lt;html&gt;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&lt;head&gt;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&lt;style&gt;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&lt;link </a:t>
            </a:r>
            <a:r>
              <a:rPr lang="en-IN" sz="3200" b="1" dirty="0" err="1">
                <a:latin typeface="Comic Sans MS" panose="030F0702030302020204" pitchFamily="66" charset="0"/>
              </a:rPr>
              <a:t>rel</a:t>
            </a:r>
            <a:r>
              <a:rPr lang="en-IN" sz="3200" b="1" dirty="0">
                <a:latin typeface="Comic Sans MS" panose="030F0702030302020204" pitchFamily="66" charset="0"/>
              </a:rPr>
              <a:t>=“style sheets” </a:t>
            </a:r>
            <a:r>
              <a:rPr lang="en-IN" sz="3200" b="1" dirty="0" err="1">
                <a:latin typeface="Comic Sans MS" panose="030F0702030302020204" pitchFamily="66" charset="0"/>
              </a:rPr>
              <a:t>href</a:t>
            </a:r>
            <a:r>
              <a:rPr lang="en-IN" sz="3200" b="1" dirty="0">
                <a:latin typeface="Comic Sans MS" panose="030F0702030302020204" pitchFamily="66" charset="0"/>
              </a:rPr>
              <a:t>=“button.css”&gt;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&lt;/style&gt;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63609191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A7554E-71BD-C748-8C87-97E7869B9E4A}"/>
              </a:ext>
            </a:extLst>
          </p:cNvPr>
          <p:cNvSpPr txBox="1"/>
          <p:nvPr/>
        </p:nvSpPr>
        <p:spPr>
          <a:xfrm>
            <a:off x="934720" y="843280"/>
            <a:ext cx="100380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latin typeface="Comic Sans MS" panose="030F0702030302020204" pitchFamily="66" charset="0"/>
              </a:rPr>
              <a:t>&lt;body&gt;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&lt;h2&gt;CSS Buttons&lt;/h2&gt;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&lt;button&gt;Default Button&lt;/button&gt;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&lt;a </a:t>
            </a:r>
            <a:r>
              <a:rPr lang="en-IN" sz="3200" b="1" dirty="0" err="1">
                <a:latin typeface="Comic Sans MS" panose="030F0702030302020204" pitchFamily="66" charset="0"/>
              </a:rPr>
              <a:t>href</a:t>
            </a:r>
            <a:r>
              <a:rPr lang="en-IN" sz="3200" b="1" dirty="0">
                <a:latin typeface="Comic Sans MS" panose="030F0702030302020204" pitchFamily="66" charset="0"/>
              </a:rPr>
              <a:t>="#" class="button"&gt;Link Button&lt;/a&gt;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&lt;button class="button"&gt;Button&lt;/button&gt;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&lt;input type="button" class="button" value="Input Button"&gt;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&lt;/body&gt;</a:t>
            </a:r>
          </a:p>
          <a:p>
            <a:r>
              <a:rPr lang="en-IN" sz="3200" b="1" dirty="0">
                <a:latin typeface="Comic Sans MS" panose="030F0702030302020204" pitchFamily="66" charset="0"/>
              </a:rPr>
              <a:t>&lt;/html</a:t>
            </a:r>
            <a:r>
              <a:rPr lang="en-IN" sz="3200" dirty="0">
                <a:latin typeface="Comic Sans MS" panose="030F0702030302020204" pitchFamily="66" charset="0"/>
              </a:rPr>
              <a:t>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F6DDEB-53B3-F724-F043-84BD76F72F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7313" y="4960519"/>
            <a:ext cx="6401693" cy="14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16715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72B77B-7E37-1102-A537-2EAB5E566AFB}"/>
              </a:ext>
            </a:extLst>
          </p:cNvPr>
          <p:cNvSpPr txBox="1"/>
          <p:nvPr/>
        </p:nvSpPr>
        <p:spPr>
          <a:xfrm>
            <a:off x="426720" y="1579156"/>
            <a:ext cx="109829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SVG stands for Scalable Vector Graphics.</a:t>
            </a:r>
          </a:p>
          <a:p>
            <a:pPr algn="l"/>
            <a:endParaRPr lang="en-US" sz="3200" b="1" i="0" dirty="0"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algn="l"/>
            <a:r>
              <a:rPr lang="en-US" sz="32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SVG defines vector-based graphics in XML format.</a:t>
            </a:r>
          </a:p>
          <a:p>
            <a:pPr algn="l"/>
            <a:endParaRPr lang="en-US" sz="3200" b="1" i="0" dirty="0"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algn="l"/>
            <a:r>
              <a:rPr lang="en-US" sz="32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SVG graphics are scalable and do not lose quality if zoomed or resized</a:t>
            </a:r>
            <a:r>
              <a:rPr lang="en-US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98691-8610-7156-A62B-BC0A5610620D}"/>
              </a:ext>
            </a:extLst>
          </p:cNvPr>
          <p:cNvSpPr txBox="1"/>
          <p:nvPr/>
        </p:nvSpPr>
        <p:spPr>
          <a:xfrm>
            <a:off x="152400" y="348734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mic Sans MS" panose="030F0702030302020204" pitchFamily="66" charset="0"/>
              </a:rPr>
              <a:t>SVG</a:t>
            </a:r>
            <a:endParaRPr lang="en-IN" sz="44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28616876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42A659D-4696-54DD-C38F-97A46691CDE4}"/>
              </a:ext>
            </a:extLst>
          </p:cNvPr>
          <p:cNvSpPr txBox="1"/>
          <p:nvPr/>
        </p:nvSpPr>
        <p:spPr>
          <a:xfrm>
            <a:off x="0" y="145420"/>
            <a:ext cx="1209040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&lt;</a:t>
            </a:r>
            <a:r>
              <a:rPr lang="en-US" sz="3200" b="1" i="0" dirty="0">
                <a:solidFill>
                  <a:srgbClr val="A52A2A"/>
                </a:solidFill>
                <a:effectLst/>
                <a:latin typeface="Comic Sans MS" panose="030F0702030302020204" pitchFamily="66" charset="0"/>
              </a:rPr>
              <a:t>html</a:t>
            </a: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&gt;</a:t>
            </a:r>
            <a:br>
              <a:rPr lang="en-US" sz="3200" b="1" dirty="0">
                <a:latin typeface="Comic Sans MS" panose="030F0702030302020204" pitchFamily="66" charset="0"/>
              </a:rPr>
            </a:b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&lt;</a:t>
            </a:r>
            <a:r>
              <a:rPr lang="en-US" sz="3200" b="1" i="0" dirty="0">
                <a:solidFill>
                  <a:srgbClr val="A52A2A"/>
                </a:solidFill>
                <a:effectLst/>
                <a:latin typeface="Comic Sans MS" panose="030F0702030302020204" pitchFamily="66" charset="0"/>
              </a:rPr>
              <a:t>body</a:t>
            </a: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&gt;</a:t>
            </a:r>
            <a:br>
              <a:rPr lang="en-US" sz="3200" b="1" dirty="0">
                <a:latin typeface="Comic Sans MS" panose="030F0702030302020204" pitchFamily="66" charset="0"/>
              </a:rPr>
            </a:br>
            <a:br>
              <a:rPr lang="en-US" sz="3200" b="1" dirty="0">
                <a:latin typeface="Comic Sans MS" panose="030F0702030302020204" pitchFamily="66" charset="0"/>
              </a:rPr>
            </a:b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&lt;</a:t>
            </a:r>
            <a:r>
              <a:rPr lang="en-US" sz="3200" b="1" i="0" dirty="0">
                <a:solidFill>
                  <a:srgbClr val="A52A2A"/>
                </a:solidFill>
                <a:effectLst/>
                <a:latin typeface="Comic Sans MS" panose="030F0702030302020204" pitchFamily="66" charset="0"/>
              </a:rPr>
              <a:t>h1</a:t>
            </a: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&gt;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My first SVG</a:t>
            </a: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&lt;</a:t>
            </a:r>
            <a:r>
              <a:rPr lang="en-US" sz="3200" b="1" i="0" dirty="0">
                <a:solidFill>
                  <a:srgbClr val="A52A2A"/>
                </a:solidFill>
                <a:effectLst/>
                <a:latin typeface="Comic Sans MS" panose="030F0702030302020204" pitchFamily="66" charset="0"/>
              </a:rPr>
              <a:t>/h1</a:t>
            </a: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&gt;</a:t>
            </a:r>
            <a:br>
              <a:rPr lang="en-US" sz="3200" b="1" dirty="0">
                <a:latin typeface="Comic Sans MS" panose="030F0702030302020204" pitchFamily="66" charset="0"/>
              </a:rPr>
            </a:br>
            <a:br>
              <a:rPr lang="en-US" sz="3200" b="1" dirty="0">
                <a:latin typeface="Comic Sans MS" panose="030F0702030302020204" pitchFamily="66" charset="0"/>
              </a:rPr>
            </a:b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&lt;</a:t>
            </a:r>
            <a:r>
              <a:rPr lang="en-US" sz="3200" b="1" i="0" dirty="0" err="1">
                <a:solidFill>
                  <a:srgbClr val="A52A2A"/>
                </a:solidFill>
                <a:effectLst/>
                <a:latin typeface="Comic Sans MS" panose="030F0702030302020204" pitchFamily="66" charset="0"/>
              </a:rPr>
              <a:t>svg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 width</a:t>
            </a: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="100"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 height</a:t>
            </a: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="100"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US" sz="3200" b="1" i="0" dirty="0" err="1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xmlns</a:t>
            </a: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="http://www.w3.org/2000/svg"&gt;</a:t>
            </a:r>
            <a:br>
              <a:rPr lang="en-US" sz="3200" b="1" dirty="0">
                <a:latin typeface="Comic Sans MS" panose="030F0702030302020204" pitchFamily="66" charset="0"/>
              </a:rPr>
            </a:b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&lt;</a:t>
            </a:r>
            <a:r>
              <a:rPr lang="en-US" sz="3200" b="1" i="0" dirty="0">
                <a:solidFill>
                  <a:srgbClr val="A52A2A"/>
                </a:solidFill>
                <a:effectLst/>
                <a:latin typeface="Comic Sans MS" panose="030F0702030302020204" pitchFamily="66" charset="0"/>
              </a:rPr>
              <a:t>circle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 cx</a:t>
            </a: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="50"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 cy</a:t>
            </a: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="50"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 r</a:t>
            </a: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="40"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 stroke</a:t>
            </a: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="green"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 stroke-width</a:t>
            </a: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="4"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 fill</a:t>
            </a: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="yellow"</a:t>
            </a:r>
            <a:r>
              <a:rPr lang="en-US" sz="3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 /</a:t>
            </a: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&gt;</a:t>
            </a:r>
            <a:br>
              <a:rPr lang="en-US" sz="3200" b="1" dirty="0">
                <a:latin typeface="Comic Sans MS" panose="030F0702030302020204" pitchFamily="66" charset="0"/>
              </a:rPr>
            </a:b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&lt;</a:t>
            </a:r>
            <a:r>
              <a:rPr lang="en-US" sz="3200" b="1" i="0" dirty="0">
                <a:solidFill>
                  <a:srgbClr val="A52A2A"/>
                </a:solidFill>
                <a:effectLst/>
                <a:latin typeface="Comic Sans MS" panose="030F0702030302020204" pitchFamily="66" charset="0"/>
              </a:rPr>
              <a:t>/</a:t>
            </a:r>
            <a:r>
              <a:rPr lang="en-US" sz="3200" b="1" i="0" dirty="0" err="1">
                <a:solidFill>
                  <a:srgbClr val="A52A2A"/>
                </a:solidFill>
                <a:effectLst/>
                <a:latin typeface="Comic Sans MS" panose="030F0702030302020204" pitchFamily="66" charset="0"/>
              </a:rPr>
              <a:t>svg</a:t>
            </a: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&gt;</a:t>
            </a:r>
            <a:br>
              <a:rPr lang="en-US" sz="3200" b="1" dirty="0">
                <a:latin typeface="Comic Sans MS" panose="030F0702030302020204" pitchFamily="66" charset="0"/>
              </a:rPr>
            </a:br>
            <a:br>
              <a:rPr lang="en-US" sz="3200" b="1" dirty="0">
                <a:latin typeface="Comic Sans MS" panose="030F0702030302020204" pitchFamily="66" charset="0"/>
              </a:rPr>
            </a:b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&lt;</a:t>
            </a:r>
            <a:r>
              <a:rPr lang="en-US" sz="3200" b="1" i="0" dirty="0">
                <a:solidFill>
                  <a:srgbClr val="A52A2A"/>
                </a:solidFill>
                <a:effectLst/>
                <a:latin typeface="Comic Sans MS" panose="030F0702030302020204" pitchFamily="66" charset="0"/>
              </a:rPr>
              <a:t>/body</a:t>
            </a: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&gt;</a:t>
            </a:r>
            <a:br>
              <a:rPr lang="en-US" sz="3200" b="1" dirty="0">
                <a:latin typeface="Comic Sans MS" panose="030F0702030302020204" pitchFamily="66" charset="0"/>
              </a:rPr>
            </a:b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&lt;</a:t>
            </a:r>
            <a:r>
              <a:rPr lang="en-US" sz="3200" b="1" i="0" dirty="0">
                <a:solidFill>
                  <a:srgbClr val="A52A2A"/>
                </a:solidFill>
                <a:effectLst/>
                <a:latin typeface="Comic Sans MS" panose="030F0702030302020204" pitchFamily="66" charset="0"/>
              </a:rPr>
              <a:t>/html</a:t>
            </a:r>
            <a:r>
              <a:rPr lang="en-US" sz="3200" b="1" i="0" dirty="0">
                <a:solidFill>
                  <a:srgbClr val="0000CD"/>
                </a:solidFill>
                <a:effectLst/>
                <a:latin typeface="Comic Sans MS" panose="030F0702030302020204" pitchFamily="66" charset="0"/>
              </a:rPr>
              <a:t>&gt;</a:t>
            </a:r>
            <a:endParaRPr lang="en-IN" sz="3200" b="1" dirty="0">
              <a:latin typeface="Comic Sans MS" panose="030F0702030302020204" pitchFamily="66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9AC0E4-1F16-B9F5-3DEF-2A133DBA8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7264" y="4300404"/>
            <a:ext cx="2333951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65383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ACBA7F-DEAE-E5B5-2108-D108300CA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795" y="459985"/>
            <a:ext cx="11748409" cy="520651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Comic Sans MS" panose="030F0702030302020204" pitchFamily="66" charset="0"/>
                <a:cs typeface="Segoe UI" panose="020B0502040204020203" pitchFamily="34" charset="0"/>
              </a:rPr>
              <a:t>SVG Shapes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SVG has some predefined shape elements that developers can use: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Rectangle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&lt;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rect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&gt;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Circle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&lt;circle&gt;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Ellipse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&lt;ellipse&gt;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Line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&lt;line&gt;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Polyline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&lt;polyline&gt;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Polygon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&lt;polygon&gt;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Path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&lt;path&gt;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058224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0AA642B-AB06-5AAC-B447-15E6BCCF36E0}"/>
              </a:ext>
            </a:extLst>
          </p:cNvPr>
          <p:cNvSpPr txBox="1"/>
          <p:nvPr/>
        </p:nvSpPr>
        <p:spPr>
          <a:xfrm>
            <a:off x="680720" y="2471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HTML Multimedia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B25E6B-58F1-9D90-B6F9-91306F6E049B}"/>
              </a:ext>
            </a:extLst>
          </p:cNvPr>
          <p:cNvSpPr txBox="1"/>
          <p:nvPr/>
        </p:nvSpPr>
        <p:spPr>
          <a:xfrm>
            <a:off x="355600" y="1365796"/>
            <a:ext cx="115316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Multimedia comes in many different formats. It can be almost </a:t>
            </a:r>
            <a:r>
              <a:rPr lang="en-US" sz="3200" b="1" i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anything </a:t>
            </a:r>
            <a:r>
              <a:rPr lang="en-US" sz="3200" b="1">
                <a:solidFill>
                  <a:srgbClr val="000000"/>
                </a:solidFill>
                <a:latin typeface="Comic Sans MS" panose="030F0702030302020204" pitchFamily="66" charset="0"/>
              </a:rPr>
              <a:t>we</a:t>
            </a:r>
            <a:r>
              <a:rPr lang="en-US" sz="3200" b="1" i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 </a:t>
            </a:r>
            <a:r>
              <a:rPr lang="en-US" sz="32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can hear or see, like images, music, sound, videos, records, films, animations, and more.</a:t>
            </a:r>
            <a:endParaRPr lang="en-IN" sz="32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5808562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2BFE99-8618-9372-B8C6-4AB0520433CB}"/>
              </a:ext>
            </a:extLst>
          </p:cNvPr>
          <p:cNvSpPr txBox="1"/>
          <p:nvPr/>
        </p:nvSpPr>
        <p:spPr>
          <a:xfrm>
            <a:off x="152400" y="2471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HTML Video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B60E4F-EFB4-35BF-2CCE-BB5C0DB82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" y="988367"/>
            <a:ext cx="1055624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The HTML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&lt;video&gt;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element is used to show a video on a web page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.</a:t>
            </a: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69798C-39D6-358D-EEDF-1AE1B0EBCE76}"/>
              </a:ext>
            </a:extLst>
          </p:cNvPr>
          <p:cNvSpPr txBox="1"/>
          <p:nvPr/>
        </p:nvSpPr>
        <p:spPr>
          <a:xfrm>
            <a:off x="599440" y="1859339"/>
            <a:ext cx="1003808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Comic Sans MS" panose="030F0702030302020204" pitchFamily="66" charset="0"/>
              </a:rPr>
              <a:t>&lt;html&gt;</a:t>
            </a:r>
          </a:p>
          <a:p>
            <a:r>
              <a:rPr lang="en-IN" sz="2800" b="1" dirty="0">
                <a:latin typeface="Comic Sans MS" panose="030F0702030302020204" pitchFamily="66" charset="0"/>
              </a:rPr>
              <a:t>&lt;body&gt;</a:t>
            </a:r>
          </a:p>
          <a:p>
            <a:endParaRPr lang="en-IN" sz="2800" b="1" dirty="0">
              <a:latin typeface="Comic Sans MS" panose="030F0702030302020204" pitchFamily="66" charset="0"/>
            </a:endParaRPr>
          </a:p>
          <a:p>
            <a:r>
              <a:rPr lang="en-IN" sz="2800" b="1" dirty="0">
                <a:latin typeface="Comic Sans MS" panose="030F0702030302020204" pitchFamily="66" charset="0"/>
              </a:rPr>
              <a:t>&lt;video width="320" height="240" controls&gt;</a:t>
            </a:r>
          </a:p>
          <a:p>
            <a:r>
              <a:rPr lang="en-IN" sz="2800" b="1" dirty="0">
                <a:latin typeface="Comic Sans MS" panose="030F0702030302020204" pitchFamily="66" charset="0"/>
              </a:rPr>
              <a:t>  &lt;source </a:t>
            </a:r>
            <a:r>
              <a:rPr lang="en-IN" sz="2800" b="1" dirty="0" err="1">
                <a:latin typeface="Comic Sans MS" panose="030F0702030302020204" pitchFamily="66" charset="0"/>
              </a:rPr>
              <a:t>src</a:t>
            </a:r>
            <a:r>
              <a:rPr lang="en-IN" sz="2800" b="1" dirty="0">
                <a:latin typeface="Comic Sans MS" panose="030F0702030302020204" pitchFamily="66" charset="0"/>
              </a:rPr>
              <a:t>="movie.mp4" type="video/mp4"&gt;</a:t>
            </a:r>
          </a:p>
          <a:p>
            <a:r>
              <a:rPr lang="en-IN" sz="2800" b="1" dirty="0">
                <a:latin typeface="Comic Sans MS" panose="030F0702030302020204" pitchFamily="66" charset="0"/>
              </a:rPr>
              <a:t>  &lt;source </a:t>
            </a:r>
            <a:r>
              <a:rPr lang="en-IN" sz="2800" b="1" dirty="0" err="1">
                <a:latin typeface="Comic Sans MS" panose="030F0702030302020204" pitchFamily="66" charset="0"/>
              </a:rPr>
              <a:t>src</a:t>
            </a:r>
            <a:r>
              <a:rPr lang="en-IN" sz="2800" b="1" dirty="0">
                <a:latin typeface="Comic Sans MS" panose="030F0702030302020204" pitchFamily="66" charset="0"/>
              </a:rPr>
              <a:t>="movie.ogg" type="video/</a:t>
            </a:r>
            <a:r>
              <a:rPr lang="en-IN" sz="2800" b="1" dirty="0" err="1">
                <a:latin typeface="Comic Sans MS" panose="030F0702030302020204" pitchFamily="66" charset="0"/>
              </a:rPr>
              <a:t>ogg</a:t>
            </a:r>
            <a:r>
              <a:rPr lang="en-IN" sz="2800" b="1" dirty="0">
                <a:latin typeface="Comic Sans MS" panose="030F0702030302020204" pitchFamily="66" charset="0"/>
              </a:rPr>
              <a:t>"&gt;</a:t>
            </a:r>
          </a:p>
          <a:p>
            <a:r>
              <a:rPr lang="en-IN" sz="2800" b="1" dirty="0">
                <a:latin typeface="Comic Sans MS" panose="030F0702030302020204" pitchFamily="66" charset="0"/>
              </a:rPr>
              <a:t>&lt;/video&gt;</a:t>
            </a:r>
          </a:p>
          <a:p>
            <a:endParaRPr lang="en-IN" sz="2800" b="1" dirty="0">
              <a:latin typeface="Comic Sans MS" panose="030F0702030302020204" pitchFamily="66" charset="0"/>
            </a:endParaRPr>
          </a:p>
          <a:p>
            <a:r>
              <a:rPr lang="en-IN" sz="2800" b="1" dirty="0">
                <a:latin typeface="Comic Sans MS" panose="030F0702030302020204" pitchFamily="66" charset="0"/>
              </a:rPr>
              <a:t>&lt;/body&gt;</a:t>
            </a:r>
          </a:p>
          <a:p>
            <a:r>
              <a:rPr lang="en-IN" sz="2800" b="1" dirty="0">
                <a:latin typeface="Comic Sans MS" panose="030F0702030302020204" pitchFamily="66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664904930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33B268-D288-B687-8E39-54AF8F3953B2}"/>
              </a:ext>
            </a:extLst>
          </p:cNvPr>
          <p:cNvSpPr txBox="1"/>
          <p:nvPr/>
        </p:nvSpPr>
        <p:spPr>
          <a:xfrm>
            <a:off x="167640" y="9473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HTML Audio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8E16E5-CAD8-5FA7-E023-8435C5019774}"/>
              </a:ext>
            </a:extLst>
          </p:cNvPr>
          <p:cNvSpPr txBox="1"/>
          <p:nvPr/>
        </p:nvSpPr>
        <p:spPr>
          <a:xfrm>
            <a:off x="0" y="679509"/>
            <a:ext cx="1219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The HTML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&lt;audio&gt;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element is used to play an audio file on a web page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7FAA40-AB65-A61E-C2B7-401231CB9A9B}"/>
              </a:ext>
            </a:extLst>
          </p:cNvPr>
          <p:cNvSpPr txBox="1"/>
          <p:nvPr/>
        </p:nvSpPr>
        <p:spPr>
          <a:xfrm>
            <a:off x="167640" y="1777286"/>
            <a:ext cx="11115040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Comic Sans MS" panose="030F0702030302020204" pitchFamily="66" charset="0"/>
              </a:rPr>
              <a:t>&lt;html&gt;</a:t>
            </a:r>
          </a:p>
          <a:p>
            <a:r>
              <a:rPr lang="en-IN" sz="2800" b="1" dirty="0">
                <a:latin typeface="Comic Sans MS" panose="030F0702030302020204" pitchFamily="66" charset="0"/>
              </a:rPr>
              <a:t>&lt;body&gt;</a:t>
            </a:r>
          </a:p>
          <a:p>
            <a:endParaRPr lang="en-IN" sz="2800" b="1" dirty="0">
              <a:latin typeface="Comic Sans MS" panose="030F0702030302020204" pitchFamily="66" charset="0"/>
            </a:endParaRPr>
          </a:p>
          <a:p>
            <a:r>
              <a:rPr lang="en-IN" sz="2800" b="1" dirty="0">
                <a:latin typeface="Comic Sans MS" panose="030F0702030302020204" pitchFamily="66" charset="0"/>
              </a:rPr>
              <a:t>&lt;audio controls&gt;</a:t>
            </a:r>
          </a:p>
          <a:p>
            <a:r>
              <a:rPr lang="en-IN" sz="2800" b="1" dirty="0">
                <a:latin typeface="Comic Sans MS" panose="030F0702030302020204" pitchFamily="66" charset="0"/>
              </a:rPr>
              <a:t>  &lt;source </a:t>
            </a:r>
            <a:r>
              <a:rPr lang="en-IN" sz="2800" b="1" dirty="0" err="1">
                <a:latin typeface="Comic Sans MS" panose="030F0702030302020204" pitchFamily="66" charset="0"/>
              </a:rPr>
              <a:t>src</a:t>
            </a:r>
            <a:r>
              <a:rPr lang="en-IN" sz="2800" b="1" dirty="0">
                <a:latin typeface="Comic Sans MS" panose="030F0702030302020204" pitchFamily="66" charset="0"/>
              </a:rPr>
              <a:t>="horse.ogg" type="audio/</a:t>
            </a:r>
            <a:r>
              <a:rPr lang="en-IN" sz="2800" b="1" dirty="0" err="1">
                <a:latin typeface="Comic Sans MS" panose="030F0702030302020204" pitchFamily="66" charset="0"/>
              </a:rPr>
              <a:t>ogg</a:t>
            </a:r>
            <a:r>
              <a:rPr lang="en-IN" sz="2800" b="1" dirty="0">
                <a:latin typeface="Comic Sans MS" panose="030F0702030302020204" pitchFamily="66" charset="0"/>
              </a:rPr>
              <a:t>"&gt;</a:t>
            </a:r>
          </a:p>
          <a:p>
            <a:r>
              <a:rPr lang="en-IN" sz="2800" b="1" dirty="0">
                <a:latin typeface="Comic Sans MS" panose="030F0702030302020204" pitchFamily="66" charset="0"/>
              </a:rPr>
              <a:t>  &lt;source </a:t>
            </a:r>
            <a:r>
              <a:rPr lang="en-IN" sz="2800" b="1" dirty="0" err="1">
                <a:latin typeface="Comic Sans MS" panose="030F0702030302020204" pitchFamily="66" charset="0"/>
              </a:rPr>
              <a:t>src</a:t>
            </a:r>
            <a:r>
              <a:rPr lang="en-IN" sz="2800" b="1" dirty="0">
                <a:latin typeface="Comic Sans MS" panose="030F0702030302020204" pitchFamily="66" charset="0"/>
              </a:rPr>
              <a:t>="horse.mp3" type="audio/mpeg"&gt;</a:t>
            </a:r>
          </a:p>
          <a:p>
            <a:r>
              <a:rPr lang="en-IN" sz="2800" b="1" dirty="0">
                <a:latin typeface="Comic Sans MS" panose="030F0702030302020204" pitchFamily="66" charset="0"/>
              </a:rPr>
              <a:t>&lt;/audio&gt;</a:t>
            </a:r>
          </a:p>
          <a:p>
            <a:endParaRPr lang="en-IN" sz="2800" b="1" dirty="0">
              <a:latin typeface="Comic Sans MS" panose="030F0702030302020204" pitchFamily="66" charset="0"/>
            </a:endParaRPr>
          </a:p>
          <a:p>
            <a:r>
              <a:rPr lang="en-IN" sz="2800" b="1" dirty="0">
                <a:latin typeface="Comic Sans MS" panose="030F0702030302020204" pitchFamily="66" charset="0"/>
              </a:rPr>
              <a:t>&lt;/body&gt;</a:t>
            </a:r>
          </a:p>
          <a:p>
            <a:r>
              <a:rPr lang="en-IN" sz="2800" b="1" dirty="0">
                <a:latin typeface="Comic Sans MS" panose="030F0702030302020204" pitchFamily="66" charset="0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039917514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50F3568-F045-2060-24FF-869067F602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9184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5F81DF-6668-01EB-D92B-04FF7A283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7010"/>
            <a:ext cx="10952480" cy="35137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mic Sans MS" panose="030F0702030302020204" pitchFamily="66" charset="0"/>
                <a:cs typeface="Segoe UI" panose="020B0502040204020203" pitchFamily="34" charset="0"/>
              </a:rPr>
              <a:t>CSS Padding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The CSS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padding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properties generate space around an element's content inside any defined borders.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There are properties for setting the padding for each side of an element (top, right, bottom, and left)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909180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1E1B5B-3319-4B6A-2D20-67D34C23F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672" y="515837"/>
            <a:ext cx="10919207" cy="529375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The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padding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property is a shorthand property for the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following individual padding properties: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padding-top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padding-right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padding-bottom</a:t>
            </a:r>
            <a:endParaRPr kumimoji="0" lang="en-US" altLang="en-US" sz="3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padding-left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3200" dirty="0">
              <a:solidFill>
                <a:srgbClr val="DC143C"/>
              </a:solidFill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IN" sz="32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padding: 25px 50px 75px 100px;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38536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4BB537-7E27-5C55-B65B-B315E4A76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" y="341467"/>
            <a:ext cx="11755120" cy="34521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mic Sans MS" panose="030F0702030302020204" pitchFamily="66" charset="0"/>
                <a:cs typeface="Segoe UI" panose="020B0502040204020203" pitchFamily="34" charset="0"/>
              </a:rPr>
              <a:t>CSS Margins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mic Sans MS" panose="030F0702030302020204" pitchFamily="66" charset="0"/>
              <a:cs typeface="Segoe UI" panose="020B0502040204020203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The CSS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margin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properties are used to create space around elements outside of any defined borders.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3200" b="1" dirty="0">
              <a:solidFill>
                <a:srgbClr val="000000"/>
              </a:solidFill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There are properties for setting the margin for each side of an element (top, right, bottom, and left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)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1481302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9A80C9-FCC1-0400-036C-1EB11DCD26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080" y="3289826"/>
            <a:ext cx="12059920" cy="33855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All the margin properties can have the following values: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omic Sans MS" panose="030F0702030302020204" pitchFamily="66" charset="0"/>
              </a:rPr>
              <a:t>auto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 - the browser calculates the margin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1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omic Sans MS" panose="030F0702030302020204" pitchFamily="66" charset="0"/>
              </a:rPr>
              <a:t>length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- specifies a margin in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px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, pt, cm,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1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omic Sans MS" panose="030F0702030302020204" pitchFamily="66" charset="0"/>
              </a:rPr>
              <a:t>%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- specifies a margin in % of the width of the containing element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latin typeface="Comic Sans MS" panose="030F0702030302020204" pitchFamily="66" charset="0"/>
              </a:rPr>
              <a:t>inherit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 - specifies that the margin should be inherited from the parent element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102D1B-AE3C-B0FF-14C6-889254E883F3}"/>
              </a:ext>
            </a:extLst>
          </p:cNvPr>
          <p:cNvSpPr txBox="1"/>
          <p:nvPr/>
        </p:nvSpPr>
        <p:spPr>
          <a:xfrm>
            <a:off x="345440" y="242838"/>
            <a:ext cx="115519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Comic Sans MS" panose="030F0702030302020204" pitchFamily="66" charset="0"/>
              </a:rPr>
              <a:t>div {</a:t>
            </a:r>
          </a:p>
          <a:p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Comic Sans MS" panose="030F0702030302020204" pitchFamily="66" charset="0"/>
              </a:rPr>
              <a:t>  border: 1px solid black;</a:t>
            </a:r>
          </a:p>
          <a:p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Comic Sans MS" panose="030F0702030302020204" pitchFamily="66" charset="0"/>
              </a:rPr>
              <a:t>  margin-top: 100px;</a:t>
            </a:r>
          </a:p>
          <a:p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Comic Sans MS" panose="030F0702030302020204" pitchFamily="66" charset="0"/>
              </a:rPr>
              <a:t>  margin-bottom: 100px;</a:t>
            </a:r>
          </a:p>
          <a:p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Comic Sans MS" panose="030F0702030302020204" pitchFamily="66" charset="0"/>
              </a:rPr>
              <a:t>  margin-right: 150px;</a:t>
            </a:r>
          </a:p>
          <a:p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Comic Sans MS" panose="030F0702030302020204" pitchFamily="66" charset="0"/>
              </a:rPr>
              <a:t>  margin-left: 80px;</a:t>
            </a:r>
          </a:p>
          <a:p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Comic Sans MS" panose="030F0702030302020204" pitchFamily="66" charset="0"/>
              </a:rPr>
              <a:t>  background-color: light blue;</a:t>
            </a:r>
          </a:p>
          <a:p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Comic Sans MS" panose="030F0702030302020204" pitchFamily="66" charset="0"/>
              </a:rPr>
              <a:t>}</a:t>
            </a:r>
            <a:endParaRPr lang="en-IN" sz="2400" b="1" dirty="0">
              <a:solidFill>
                <a:schemeClr val="accent4">
                  <a:lumMod val="50000"/>
                </a:schemeClr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3257445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11A2D6CA-B292-C265-8F7C-6CE69204B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903" y="132736"/>
            <a:ext cx="8229600" cy="914400"/>
          </a:xfrm>
        </p:spPr>
        <p:txBody>
          <a:bodyPr>
            <a:normAutofit/>
          </a:bodyPr>
          <a:lstStyle/>
          <a:p>
            <a:r>
              <a:rPr lang="en-US" alt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Calculating overall dimensions: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06DD6D83-ED07-AD5C-5404-8D9E20D0E6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2903" y="1676400"/>
            <a:ext cx="12069097" cy="4655574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altLang="en-US" b="1" dirty="0">
                <a:latin typeface="Comic Sans MS" panose="030F0702030302020204" pitchFamily="66" charset="0"/>
              </a:rPr>
              <a:t>When designing our page, we have to calculate how much size a &lt;div&gt; element will consume:</a:t>
            </a:r>
          </a:p>
          <a:p>
            <a:pPr>
              <a:lnSpc>
                <a:spcPct val="90000"/>
              </a:lnSpc>
            </a:pPr>
            <a:endParaRPr lang="en-US" altLang="en-US" b="1" dirty="0">
              <a:latin typeface="Comic Sans MS" panose="030F0702030302020204" pitchFamily="66" charset="0"/>
            </a:endParaRPr>
          </a:p>
          <a:p>
            <a:pPr lvl="1">
              <a:lnSpc>
                <a:spcPct val="90000"/>
              </a:lnSpc>
              <a:buClr>
                <a:schemeClr val="tx1"/>
              </a:buClr>
              <a:buSzPct val="90000"/>
              <a:buFontTx/>
              <a:buChar char="•"/>
            </a:pPr>
            <a:r>
              <a:rPr lang="en-US" altLang="en-US" sz="2800" b="1" dirty="0">
                <a:latin typeface="Comic Sans MS" panose="030F0702030302020204" pitchFamily="66" charset="0"/>
              </a:rPr>
              <a:t>Total element width = defined width + left padding + right padding + left border + right border + left margin + right margin.</a:t>
            </a:r>
            <a:br>
              <a:rPr lang="en-US" altLang="en-US" sz="2800" b="1" dirty="0">
                <a:latin typeface="Comic Sans MS" panose="030F0702030302020204" pitchFamily="66" charset="0"/>
              </a:rPr>
            </a:br>
            <a:endParaRPr lang="en-US" altLang="en-US" sz="2800" b="1" dirty="0">
              <a:latin typeface="Comic Sans MS" panose="030F0702030302020204" pitchFamily="66" charset="0"/>
            </a:endParaRPr>
          </a:p>
          <a:p>
            <a:pPr lvl="1">
              <a:lnSpc>
                <a:spcPct val="90000"/>
              </a:lnSpc>
              <a:buClr>
                <a:schemeClr val="tx1"/>
              </a:buClr>
              <a:buSzPct val="90000"/>
              <a:buFontTx/>
              <a:buChar char="•"/>
            </a:pPr>
            <a:r>
              <a:rPr lang="en-US" altLang="en-US" sz="2800" b="1" dirty="0">
                <a:latin typeface="Comic Sans MS" panose="030F0702030302020204" pitchFamily="66" charset="0"/>
              </a:rPr>
              <a:t>Total element height = defined height + top padding + bottom padding + top border + bottom border + top margin + bottom margin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D4F1F2-E156-1270-B9A2-8CFF20DC0D5C}"/>
              </a:ext>
            </a:extLst>
          </p:cNvPr>
          <p:cNvSpPr txBox="1"/>
          <p:nvPr/>
        </p:nvSpPr>
        <p:spPr>
          <a:xfrm>
            <a:off x="182880" y="15675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CSS position Property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E8D259-7306-6FB0-10C4-02DF1C730945}"/>
              </a:ext>
            </a:extLst>
          </p:cNvPr>
          <p:cNvSpPr txBox="1"/>
          <p:nvPr/>
        </p:nvSpPr>
        <p:spPr>
          <a:xfrm>
            <a:off x="182880" y="1073835"/>
            <a:ext cx="118872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The position property specifies the type of positioning method used for an element (static, relative, fixed, absolute, or sticky).</a:t>
            </a:r>
            <a:endParaRPr lang="en-IN" sz="2800" b="1" dirty="0">
              <a:latin typeface="Comic Sans MS" panose="030F0702030302020204" pitchFamily="66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9FCF672-9FF6-7587-35D2-C7F4003B05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480" y="2360246"/>
            <a:ext cx="1108456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An element with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position: static;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is not positioned in any unique way; it is always positioned according to the normal flow of the page: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214AB1-D5CE-E771-D505-E6AEE6C3F8D7}"/>
              </a:ext>
            </a:extLst>
          </p:cNvPr>
          <p:cNvSpPr txBox="1"/>
          <p:nvPr/>
        </p:nvSpPr>
        <p:spPr>
          <a:xfrm>
            <a:off x="2316480" y="3745241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&lt;style&gt;</a:t>
            </a:r>
          </a:p>
          <a:p>
            <a:r>
              <a:rPr lang="en-IN" sz="2800" b="1" dirty="0" err="1">
                <a:solidFill>
                  <a:schemeClr val="accent5"/>
                </a:solidFill>
                <a:latin typeface="Comic Sans MS" panose="030F0702030302020204" pitchFamily="66" charset="0"/>
              </a:rPr>
              <a:t>div.static</a:t>
            </a:r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{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position: static;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border: 3px solid #73AD21;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}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&lt;/style&gt;</a:t>
            </a:r>
          </a:p>
        </p:txBody>
      </p:sp>
    </p:spTree>
    <p:extLst>
      <p:ext uri="{BB962C8B-B14F-4D97-AF65-F5344CB8AC3E}">
        <p14:creationId xmlns:p14="http://schemas.microsoft.com/office/powerpoint/2010/main" val="398808817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16AD72C-DDF0-B90B-2063-4CCD9CDCE9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760" y="281692"/>
            <a:ext cx="11714480" cy="2677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An element with 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position: relative;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is positioned relative to its normal position.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Setting a relatively positioned element's top, right, bottom, and left properties will cause it to be adjusted away from its normal position. </a:t>
            </a: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2C3827-6DE4-E028-56F7-398460191ED9}"/>
              </a:ext>
            </a:extLst>
          </p:cNvPr>
          <p:cNvSpPr txBox="1"/>
          <p:nvPr/>
        </p:nvSpPr>
        <p:spPr>
          <a:xfrm>
            <a:off x="2562860" y="3083898"/>
            <a:ext cx="610108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&lt;style&gt;</a:t>
            </a:r>
          </a:p>
          <a:p>
            <a:r>
              <a:rPr lang="en-IN" sz="2800" b="1" dirty="0" err="1">
                <a:solidFill>
                  <a:schemeClr val="accent5"/>
                </a:solidFill>
                <a:latin typeface="Comic Sans MS" panose="030F0702030302020204" pitchFamily="66" charset="0"/>
              </a:rPr>
              <a:t>div.relative</a:t>
            </a:r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{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position: relative;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left: 30px;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border: 3px solid #73AD21;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}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&lt;/style&gt;</a:t>
            </a:r>
          </a:p>
        </p:txBody>
      </p:sp>
    </p:spTree>
    <p:extLst>
      <p:ext uri="{BB962C8B-B14F-4D97-AF65-F5344CB8AC3E}">
        <p14:creationId xmlns:p14="http://schemas.microsoft.com/office/powerpoint/2010/main" val="3589956942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39EB74-9346-4582-5FB8-648AE1D5AE72}"/>
              </a:ext>
            </a:extLst>
          </p:cNvPr>
          <p:cNvSpPr txBox="1"/>
          <p:nvPr/>
        </p:nvSpPr>
        <p:spPr>
          <a:xfrm>
            <a:off x="0" y="0"/>
            <a:ext cx="12192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An element with </a:t>
            </a:r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position: fixed; </a:t>
            </a:r>
            <a:r>
              <a:rPr lang="en-US" sz="2800" b="1" dirty="0">
                <a:latin typeface="Comic Sans MS" panose="030F0702030302020204" pitchFamily="66" charset="0"/>
              </a:rPr>
              <a:t>is positioned relative to the viewport, which means it always stays in the same place even if the page is scrolled. The top, right, bottom, and left properties position the element.</a:t>
            </a:r>
          </a:p>
          <a:p>
            <a:endParaRPr lang="en-US" sz="2800" b="1" dirty="0">
              <a:latin typeface="Comic Sans MS" panose="030F0702030302020204" pitchFamily="66" charset="0"/>
            </a:endParaRPr>
          </a:p>
          <a:p>
            <a:r>
              <a:rPr lang="en-US" sz="2800" b="1" dirty="0">
                <a:latin typeface="Comic Sans MS" panose="030F0702030302020204" pitchFamily="66" charset="0"/>
              </a:rPr>
              <a:t>A fixed element does not leave a gap in the page where it would normally have been located.</a:t>
            </a:r>
            <a:endParaRPr lang="en-IN" sz="2800" b="1" dirty="0">
              <a:latin typeface="Comic Sans MS" panose="030F07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AE61A7-70EB-5103-E6B6-99BDA038376C}"/>
              </a:ext>
            </a:extLst>
          </p:cNvPr>
          <p:cNvSpPr txBox="1"/>
          <p:nvPr/>
        </p:nvSpPr>
        <p:spPr>
          <a:xfrm>
            <a:off x="7213600" y="2768521"/>
            <a:ext cx="60960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&lt;style&gt;</a:t>
            </a:r>
          </a:p>
          <a:p>
            <a:r>
              <a:rPr lang="en-IN" sz="2800" b="1" dirty="0" err="1">
                <a:solidFill>
                  <a:schemeClr val="accent5"/>
                </a:solidFill>
                <a:latin typeface="Comic Sans MS" panose="030F0702030302020204" pitchFamily="66" charset="0"/>
              </a:rPr>
              <a:t>div.fixed</a:t>
            </a:r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{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position: fixed;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bottom: 0;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right: 0;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width: 300px;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border: 3px solid blue;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}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&lt;/style&gt;</a:t>
            </a:r>
          </a:p>
        </p:txBody>
      </p:sp>
    </p:spTree>
    <p:extLst>
      <p:ext uri="{BB962C8B-B14F-4D97-AF65-F5344CB8AC3E}">
        <p14:creationId xmlns:p14="http://schemas.microsoft.com/office/powerpoint/2010/main" val="2999380407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60CDBD-DE42-0CCB-A2B0-20B54F0950E1}"/>
              </a:ext>
            </a:extLst>
          </p:cNvPr>
          <p:cNvSpPr txBox="1"/>
          <p:nvPr/>
        </p:nvSpPr>
        <p:spPr>
          <a:xfrm>
            <a:off x="182880" y="142855"/>
            <a:ext cx="118973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An element with </a:t>
            </a:r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position: absolute </a:t>
            </a:r>
            <a:r>
              <a:rPr lang="en-US" sz="2800" b="1" dirty="0">
                <a:latin typeface="Comic Sans MS" panose="030F0702030302020204" pitchFamily="66" charset="0"/>
              </a:rPr>
              <a:t>is positioned relative to the nearest positioned ancestor (instead of positioned relative to the viewport, like fixed).</a:t>
            </a:r>
            <a:endParaRPr lang="en-IN" sz="2800" b="1" dirty="0">
              <a:latin typeface="Comic Sans MS" panose="030F07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141C6-3627-2A01-EDB5-09FF79FE8912}"/>
              </a:ext>
            </a:extLst>
          </p:cNvPr>
          <p:cNvSpPr txBox="1"/>
          <p:nvPr/>
        </p:nvSpPr>
        <p:spPr>
          <a:xfrm>
            <a:off x="81280" y="1666855"/>
            <a:ext cx="124155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However; if an absolute positioned element has no positioned ancestors, it uses the document body, and moves along with page scrolling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647496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2DBAD86C-0A9C-2E0C-FB2B-DF28B9EED1FF}"/>
              </a:ext>
            </a:extLst>
          </p:cNvPr>
          <p:cNvSpPr txBox="1"/>
          <p:nvPr/>
        </p:nvSpPr>
        <p:spPr>
          <a:xfrm>
            <a:off x="294640" y="0"/>
            <a:ext cx="8742680" cy="6986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&lt;style&gt;</a:t>
            </a:r>
          </a:p>
          <a:p>
            <a:r>
              <a:rPr lang="en-IN" sz="2800" b="1" dirty="0" err="1">
                <a:solidFill>
                  <a:schemeClr val="accent5"/>
                </a:solidFill>
                <a:latin typeface="Comic Sans MS" panose="030F0702030302020204" pitchFamily="66" charset="0"/>
              </a:rPr>
              <a:t>div.relative</a:t>
            </a:r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{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position: relative;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width: 400px;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height: 200px;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border: 3px solid #73AD21;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} </a:t>
            </a:r>
          </a:p>
          <a:p>
            <a:endParaRPr lang="en-IN" sz="2800" b="1" dirty="0">
              <a:solidFill>
                <a:schemeClr val="accent5"/>
              </a:solidFill>
              <a:latin typeface="Comic Sans MS" panose="030F0702030302020204" pitchFamily="66" charset="0"/>
            </a:endParaRPr>
          </a:p>
          <a:p>
            <a:r>
              <a:rPr lang="en-IN" sz="2800" b="1" dirty="0" err="1">
                <a:solidFill>
                  <a:schemeClr val="accent5"/>
                </a:solidFill>
                <a:latin typeface="Comic Sans MS" panose="030F0702030302020204" pitchFamily="66" charset="0"/>
              </a:rPr>
              <a:t>div.absolute</a:t>
            </a:r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{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position: absolute;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top: 80px;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right: 0;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width: 200px;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height: 100px;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border: 3px solid #73AD21;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0804E2-AA07-A802-C7FC-7D7380301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609" y="2837831"/>
            <a:ext cx="4950381" cy="259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878805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821D18-37E4-C0BB-7971-CE479F40D29F}"/>
              </a:ext>
            </a:extLst>
          </p:cNvPr>
          <p:cNvSpPr txBox="1"/>
          <p:nvPr/>
        </p:nvSpPr>
        <p:spPr>
          <a:xfrm>
            <a:off x="0" y="0"/>
            <a:ext cx="119888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An element with </a:t>
            </a:r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position: sticky; </a:t>
            </a:r>
            <a:r>
              <a:rPr lang="en-US" sz="2800" b="1" dirty="0">
                <a:latin typeface="Comic Sans MS" panose="030F0702030302020204" pitchFamily="66" charset="0"/>
              </a:rPr>
              <a:t>is positioned based on the user's scroll position.</a:t>
            </a:r>
          </a:p>
          <a:p>
            <a:endParaRPr lang="en-US" sz="2800" b="1" dirty="0">
              <a:latin typeface="Comic Sans MS" panose="030F0702030302020204" pitchFamily="66" charset="0"/>
            </a:endParaRPr>
          </a:p>
          <a:p>
            <a:r>
              <a:rPr lang="en-US" sz="2800" b="1" dirty="0">
                <a:latin typeface="Comic Sans MS" panose="030F0702030302020204" pitchFamily="66" charset="0"/>
              </a:rPr>
              <a:t>A sticky element toggles between relative and </a:t>
            </a:r>
            <a:r>
              <a:rPr lang="en-US" sz="2800" b="1" dirty="0" err="1">
                <a:latin typeface="Comic Sans MS" panose="030F0702030302020204" pitchFamily="66" charset="0"/>
              </a:rPr>
              <a:t>fixed,depending</a:t>
            </a:r>
            <a:r>
              <a:rPr lang="en-US" sz="2800" b="1" dirty="0">
                <a:latin typeface="Comic Sans MS" panose="030F0702030302020204" pitchFamily="66" charset="0"/>
              </a:rPr>
              <a:t> on the scroll position. It is positioned relative until a given offset position is met in the viewport - then it "sticks" in place (like </a:t>
            </a:r>
            <a:r>
              <a:rPr lang="en-US" sz="2800" b="1" dirty="0" err="1">
                <a:latin typeface="Comic Sans MS" panose="030F0702030302020204" pitchFamily="66" charset="0"/>
              </a:rPr>
              <a:t>position:fixed</a:t>
            </a:r>
            <a:r>
              <a:rPr lang="en-US" sz="2800" b="1" dirty="0">
                <a:latin typeface="Comic Sans MS" panose="030F0702030302020204" pitchFamily="66" charset="0"/>
              </a:rPr>
              <a:t>).</a:t>
            </a:r>
            <a:endParaRPr lang="en-IN" sz="2800" b="1" dirty="0">
              <a:latin typeface="Comic Sans MS" panose="030F07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2BCC19-28EF-F312-057C-68132529F8FD}"/>
              </a:ext>
            </a:extLst>
          </p:cNvPr>
          <p:cNvSpPr txBox="1"/>
          <p:nvPr/>
        </p:nvSpPr>
        <p:spPr>
          <a:xfrm>
            <a:off x="6228080" y="2576959"/>
            <a:ext cx="61569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&lt;style&gt;</a:t>
            </a:r>
          </a:p>
          <a:p>
            <a:r>
              <a:rPr lang="en-IN" sz="2800" b="1" dirty="0" err="1">
                <a:solidFill>
                  <a:schemeClr val="accent5"/>
                </a:solidFill>
                <a:latin typeface="Comic Sans MS" panose="030F0702030302020204" pitchFamily="66" charset="0"/>
              </a:rPr>
              <a:t>div.sticky</a:t>
            </a:r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{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position: sticky;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top: 0;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padding: 5px;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background-</a:t>
            </a:r>
            <a:r>
              <a:rPr lang="en-IN" sz="2800" b="1" dirty="0" err="1">
                <a:solidFill>
                  <a:schemeClr val="accent5"/>
                </a:solidFill>
                <a:latin typeface="Comic Sans MS" panose="030F0702030302020204" pitchFamily="66" charset="0"/>
              </a:rPr>
              <a:t>color</a:t>
            </a:r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: #cae8ca;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  border: 2px solid #4CAF50;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}</a:t>
            </a:r>
          </a:p>
          <a:p>
            <a:r>
              <a:rPr lang="en-IN" sz="2800" b="1" dirty="0">
                <a:solidFill>
                  <a:schemeClr val="accent5"/>
                </a:solidFill>
                <a:latin typeface="Comic Sans MS" panose="030F0702030302020204" pitchFamily="66" charset="0"/>
              </a:rPr>
              <a:t>&lt;/style&gt;</a:t>
            </a:r>
          </a:p>
        </p:txBody>
      </p:sp>
    </p:spTree>
    <p:extLst>
      <p:ext uri="{BB962C8B-B14F-4D97-AF65-F5344CB8AC3E}">
        <p14:creationId xmlns:p14="http://schemas.microsoft.com/office/powerpoint/2010/main" val="2155710431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077923-2AB3-623B-86F5-5F68DBCF6A3B}"/>
              </a:ext>
            </a:extLst>
          </p:cNvPr>
          <p:cNvSpPr txBox="1"/>
          <p:nvPr/>
        </p:nvSpPr>
        <p:spPr>
          <a:xfrm>
            <a:off x="-81280" y="84574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200" b="1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mic Sans MS" panose="030F0702030302020204" pitchFamily="66" charset="0"/>
              </a:rPr>
              <a:t>CSS Transitions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DAFE42-2A89-6D80-C7A4-BC18D0D93B04}"/>
              </a:ext>
            </a:extLst>
          </p:cNvPr>
          <p:cNvSpPr txBox="1"/>
          <p:nvPr/>
        </p:nvSpPr>
        <p:spPr>
          <a:xfrm>
            <a:off x="0" y="939076"/>
            <a:ext cx="1235456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CSS transitions allow the change of property values smoothly over a given duration.</a:t>
            </a:r>
          </a:p>
          <a:p>
            <a:endParaRPr lang="en-US" sz="2800" b="1" dirty="0">
              <a:latin typeface="Comic Sans MS" panose="030F0702030302020204" pitchFamily="66" charset="0"/>
            </a:endParaRPr>
          </a:p>
          <a:p>
            <a:r>
              <a:rPr lang="en-US" sz="2800" b="1" dirty="0">
                <a:latin typeface="Comic Sans MS" panose="030F0702030302020204" pitchFamily="66" charset="0"/>
              </a:rPr>
              <a:t>Mouse over the element below to see a CSS transition effect</a:t>
            </a:r>
            <a:r>
              <a:rPr lang="en-US" sz="2400" b="1" dirty="0">
                <a:latin typeface="Comic Sans MS" panose="030F0702030302020204" pitchFamily="66" charset="0"/>
              </a:rPr>
              <a:t>:</a:t>
            </a:r>
            <a:endParaRPr lang="en-IN" sz="2400" b="1" dirty="0">
              <a:latin typeface="Comic Sans MS" panose="030F0702030302020204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C185F9-DC31-D958-620F-CBC9CCCA16C7}"/>
              </a:ext>
            </a:extLst>
          </p:cNvPr>
          <p:cNvSpPr txBox="1"/>
          <p:nvPr/>
        </p:nvSpPr>
        <p:spPr>
          <a:xfrm>
            <a:off x="1480820" y="3269456"/>
            <a:ext cx="629412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Comic Sans MS" panose="030F0702030302020204" pitchFamily="66" charset="0"/>
              </a:rPr>
              <a:t>transition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Comic Sans MS" panose="030F0702030302020204" pitchFamily="66" charset="0"/>
              </a:rPr>
              <a:t>transition-delay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Comic Sans MS" panose="030F0702030302020204" pitchFamily="66" charset="0"/>
              </a:rPr>
              <a:t>transition-duration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Comic Sans MS" panose="030F0702030302020204" pitchFamily="66" charset="0"/>
              </a:rPr>
              <a:t>transition-property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800" b="1" dirty="0">
                <a:solidFill>
                  <a:schemeClr val="accent1">
                    <a:lumMod val="50000"/>
                  </a:schemeClr>
                </a:solidFill>
                <a:latin typeface="Comic Sans MS" panose="030F0702030302020204" pitchFamily="66" charset="0"/>
              </a:rPr>
              <a:t>transition-timing-function</a:t>
            </a:r>
          </a:p>
        </p:txBody>
      </p:sp>
    </p:spTree>
    <p:extLst>
      <p:ext uri="{BB962C8B-B14F-4D97-AF65-F5344CB8AC3E}">
        <p14:creationId xmlns:p14="http://schemas.microsoft.com/office/powerpoint/2010/main" val="139747914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2E552-24DB-3038-095F-513720C7A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87439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Comic Sans MS" panose="030F0702030302020204" pitchFamily="66" charset="0"/>
              </a:rPr>
              <a:t>CSS Transition Properties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B2B55DC-1C20-9C35-0F57-FDA55029444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1120" y="874395"/>
          <a:ext cx="11968480" cy="5486400"/>
        </p:xfrm>
        <a:graphic>
          <a:graphicData uri="http://schemas.openxmlformats.org/drawingml/2006/table">
            <a:tbl>
              <a:tblPr/>
              <a:tblGrid>
                <a:gridCol w="5540158">
                  <a:extLst>
                    <a:ext uri="{9D8B030D-6E8A-4147-A177-3AD203B41FA5}">
                      <a16:colId xmlns:a16="http://schemas.microsoft.com/office/drawing/2014/main" val="3523720782"/>
                    </a:ext>
                  </a:extLst>
                </a:gridCol>
                <a:gridCol w="6428322">
                  <a:extLst>
                    <a:ext uri="{9D8B030D-6E8A-4147-A177-3AD203B41FA5}">
                      <a16:colId xmlns:a16="http://schemas.microsoft.com/office/drawing/2014/main" val="1392395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b="1">
                          <a:solidFill>
                            <a:srgbClr val="FF0000"/>
                          </a:solidFill>
                          <a:effectLst/>
                          <a:latin typeface="Comic Sans MS" panose="030F0702030302020204" pitchFamily="66" charset="0"/>
                        </a:rPr>
                        <a:t>Property</a:t>
                      </a: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b="1" dirty="0">
                          <a:solidFill>
                            <a:srgbClr val="FF0000"/>
                          </a:solidFill>
                          <a:effectLst/>
                          <a:latin typeface="Comic Sans MS" panose="030F0702030302020204" pitchFamily="66" charset="0"/>
                        </a:rPr>
                        <a:t>Description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6183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b="1">
                          <a:effectLst/>
                          <a:latin typeface="Comic Sans MS" panose="030F0702030302020204" pitchFamily="66" charset="0"/>
                          <a:hlinkClick r:id="rId2"/>
                        </a:rPr>
                        <a:t>transition</a:t>
                      </a:r>
                      <a:endParaRPr lang="en-IN" sz="2400" b="1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>
                          <a:effectLst/>
                          <a:latin typeface="Comic Sans MS" panose="030F0702030302020204" pitchFamily="66" charset="0"/>
                        </a:rPr>
                        <a:t>A shorthand property for setting the four transition properties into a single property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36834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b="1">
                          <a:effectLst/>
                          <a:latin typeface="Comic Sans MS" panose="030F0702030302020204" pitchFamily="66" charset="0"/>
                          <a:hlinkClick r:id="rId3"/>
                        </a:rPr>
                        <a:t>transition-delay</a:t>
                      </a:r>
                      <a:endParaRPr lang="en-IN" sz="2400" b="1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>
                          <a:effectLst/>
                          <a:latin typeface="Comic Sans MS" panose="030F0702030302020204" pitchFamily="66" charset="0"/>
                        </a:rPr>
                        <a:t>Specifies a delay (in seconds) for the transition effect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1717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b="1">
                          <a:effectLst/>
                          <a:latin typeface="Comic Sans MS" panose="030F0702030302020204" pitchFamily="66" charset="0"/>
                          <a:hlinkClick r:id="rId4"/>
                        </a:rPr>
                        <a:t>transition-duration</a:t>
                      </a:r>
                      <a:endParaRPr lang="en-IN" sz="2400" b="1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>
                          <a:effectLst/>
                          <a:latin typeface="Comic Sans MS" panose="030F0702030302020204" pitchFamily="66" charset="0"/>
                        </a:rPr>
                        <a:t>Specifies how many seconds or milliseconds a transition effect takes to complete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6824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b="1">
                          <a:effectLst/>
                          <a:latin typeface="Comic Sans MS" panose="030F0702030302020204" pitchFamily="66" charset="0"/>
                          <a:hlinkClick r:id="rId5"/>
                        </a:rPr>
                        <a:t>transition-property</a:t>
                      </a:r>
                      <a:endParaRPr lang="en-IN" sz="2400" b="1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>
                          <a:effectLst/>
                          <a:latin typeface="Comic Sans MS" panose="030F0702030302020204" pitchFamily="66" charset="0"/>
                        </a:rPr>
                        <a:t>Specifies the name of the CSS property the transition effect is for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058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IN" sz="2400" b="1">
                          <a:effectLst/>
                          <a:latin typeface="Comic Sans MS" panose="030F0702030302020204" pitchFamily="66" charset="0"/>
                          <a:hlinkClick r:id="rId6"/>
                        </a:rPr>
                        <a:t>transition-timing-function</a:t>
                      </a:r>
                      <a:endParaRPr lang="en-IN" sz="2400" b="1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12192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400" b="1" dirty="0">
                          <a:effectLst/>
                          <a:latin typeface="Comic Sans MS" panose="030F0702030302020204" pitchFamily="66" charset="0"/>
                        </a:rPr>
                        <a:t>Specifies the speed curve of the transition effect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8597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6303476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4DAFE42-2A89-6D80-C7A4-BC18D0D93B04}"/>
              </a:ext>
            </a:extLst>
          </p:cNvPr>
          <p:cNvSpPr txBox="1"/>
          <p:nvPr/>
        </p:nvSpPr>
        <p:spPr>
          <a:xfrm>
            <a:off x="0" y="197396"/>
            <a:ext cx="1235456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2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How to Use CSS Transitions?</a:t>
            </a:r>
          </a:p>
          <a:p>
            <a:pPr algn="l"/>
            <a:endParaRPr lang="en-US" sz="3200" b="1" i="0" dirty="0">
              <a:solidFill>
                <a:srgbClr val="000000"/>
              </a:solidFill>
              <a:effectLst/>
              <a:highlight>
                <a:srgbClr val="FFFF00"/>
              </a:highlight>
              <a:latin typeface="Comic Sans MS" panose="030F0702030302020204" pitchFamily="66" charset="0"/>
            </a:endParaRPr>
          </a:p>
          <a:p>
            <a:pPr algn="l"/>
            <a:r>
              <a:rPr lang="en-US" sz="3200" b="1" i="0" dirty="0"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To create a transition effect, we must specify two things:</a:t>
            </a:r>
          </a:p>
          <a:p>
            <a:pPr algn="l"/>
            <a:endParaRPr lang="en-US" sz="3200" b="1" i="0" dirty="0">
              <a:solidFill>
                <a:srgbClr val="000000"/>
              </a:solidFill>
              <a:effectLst/>
              <a:latin typeface="Comic Sans MS" panose="030F0702030302020204" pitchFamily="66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T</a:t>
            </a:r>
            <a:r>
              <a:rPr lang="en-US" sz="3200" b="1" i="0" dirty="0">
                <a:solidFill>
                  <a:schemeClr val="accent2">
                    <a:lumMod val="50000"/>
                  </a:schemeClr>
                </a:solidFill>
                <a:effectLst/>
                <a:latin typeface="Comic Sans MS" panose="030F0702030302020204" pitchFamily="66" charset="0"/>
              </a:rPr>
              <a:t>he CSS property you want to add an effect to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accent2">
                    <a:lumMod val="50000"/>
                  </a:schemeClr>
                </a:solidFill>
                <a:latin typeface="Comic Sans MS" panose="030F0702030302020204" pitchFamily="66" charset="0"/>
              </a:rPr>
              <a:t>T</a:t>
            </a:r>
            <a:r>
              <a:rPr lang="en-US" sz="3200" b="1" i="0" dirty="0">
                <a:solidFill>
                  <a:schemeClr val="accent2">
                    <a:lumMod val="50000"/>
                  </a:schemeClr>
                </a:solidFill>
                <a:effectLst/>
                <a:latin typeface="Comic Sans MS" panose="030F0702030302020204" pitchFamily="66" charset="0"/>
              </a:rPr>
              <a:t>he duration of the effect</a:t>
            </a:r>
          </a:p>
          <a:p>
            <a:endParaRPr lang="en-IN" sz="2400" b="1" dirty="0">
              <a:latin typeface="Comic Sans MS" panose="030F0702030302020204" pitchFamily="66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0C332E-5B19-6934-31C4-5DCE2DD11766}"/>
              </a:ext>
            </a:extLst>
          </p:cNvPr>
          <p:cNvSpPr txBox="1"/>
          <p:nvPr/>
        </p:nvSpPr>
        <p:spPr>
          <a:xfrm>
            <a:off x="261620" y="3613716"/>
            <a:ext cx="48387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div 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28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width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8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100px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8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height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8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100px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8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background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8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red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8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transition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28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width 2s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sz="28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8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A4F291-BAD7-2D57-39BE-546589D46888}"/>
              </a:ext>
            </a:extLst>
          </p:cNvPr>
          <p:cNvSpPr txBox="1"/>
          <p:nvPr/>
        </p:nvSpPr>
        <p:spPr>
          <a:xfrm>
            <a:off x="6096000" y="4136797"/>
            <a:ext cx="625348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div: hover </a:t>
            </a:r>
            <a:r>
              <a:rPr lang="en-IN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IN" sz="28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width</a:t>
            </a:r>
            <a:r>
              <a:rPr lang="en-IN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2800" b="1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300px</a:t>
            </a:r>
            <a:r>
              <a:rPr lang="en-IN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IN" sz="2800" b="1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IN" sz="2800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573126387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C7DC35-AC87-0EF3-2299-66AA76C102DD}"/>
              </a:ext>
            </a:extLst>
          </p:cNvPr>
          <p:cNvSpPr txBox="1"/>
          <p:nvPr/>
        </p:nvSpPr>
        <p:spPr>
          <a:xfrm>
            <a:off x="111760" y="210026"/>
            <a:ext cx="12181840" cy="66479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Comic Sans MS" panose="030F0702030302020204" pitchFamily="66" charset="0"/>
              </a:rPr>
              <a:t>&lt;!DOCTYPE html&gt;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&lt;html&gt;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&lt;head&gt;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&lt;style&gt; 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div {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width: 100px;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height: 100px;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background: red;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transition: width 2s, height 4s;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}</a:t>
            </a:r>
          </a:p>
          <a:p>
            <a:endParaRPr lang="en-IN" sz="2400" b="1" dirty="0">
              <a:latin typeface="Comic Sans MS" panose="030F0702030302020204" pitchFamily="66" charset="0"/>
            </a:endParaRPr>
          </a:p>
          <a:p>
            <a:r>
              <a:rPr lang="en-IN" sz="2400" b="1" dirty="0" err="1">
                <a:latin typeface="Comic Sans MS" panose="030F0702030302020204" pitchFamily="66" charset="0"/>
              </a:rPr>
              <a:t>div:hover</a:t>
            </a:r>
            <a:r>
              <a:rPr lang="en-IN" sz="2400" b="1" dirty="0">
                <a:latin typeface="Comic Sans MS" panose="030F0702030302020204" pitchFamily="66" charset="0"/>
              </a:rPr>
              <a:t> {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width: 300px;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height: 300px;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}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&lt;/style&gt;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&lt;/head&gt;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91096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EC7DC35-AC87-0EF3-2299-66AA76C102DD}"/>
              </a:ext>
            </a:extLst>
          </p:cNvPr>
          <p:cNvSpPr txBox="1"/>
          <p:nvPr/>
        </p:nvSpPr>
        <p:spPr>
          <a:xfrm>
            <a:off x="91440" y="524986"/>
            <a:ext cx="1154176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Comic Sans MS" panose="030F0702030302020204" pitchFamily="66" charset="0"/>
              </a:rPr>
              <a:t>&lt;body&gt;</a:t>
            </a:r>
          </a:p>
          <a:p>
            <a:endParaRPr lang="en-IN" sz="2800" b="1" dirty="0">
              <a:latin typeface="Comic Sans MS" panose="030F0702030302020204" pitchFamily="66" charset="0"/>
            </a:endParaRPr>
          </a:p>
          <a:p>
            <a:r>
              <a:rPr lang="en-IN" sz="2800" b="1" dirty="0">
                <a:latin typeface="Comic Sans MS" panose="030F0702030302020204" pitchFamily="66" charset="0"/>
              </a:rPr>
              <a:t>&lt;h1&gt;The transition Property&lt;/h1&gt;</a:t>
            </a:r>
          </a:p>
          <a:p>
            <a:endParaRPr lang="en-IN" sz="2800" b="1" dirty="0">
              <a:latin typeface="Comic Sans MS" panose="030F0702030302020204" pitchFamily="66" charset="0"/>
            </a:endParaRPr>
          </a:p>
          <a:p>
            <a:r>
              <a:rPr lang="en-IN" sz="2800" b="1" dirty="0">
                <a:latin typeface="Comic Sans MS" panose="030F0702030302020204" pitchFamily="66" charset="0"/>
              </a:rPr>
              <a:t>&lt;p&gt;Hover over the div element below, to see the</a:t>
            </a:r>
          </a:p>
          <a:p>
            <a:r>
              <a:rPr lang="en-IN" sz="2800" b="1" dirty="0">
                <a:latin typeface="Comic Sans MS" panose="030F0702030302020204" pitchFamily="66" charset="0"/>
              </a:rPr>
              <a:t> transition effect:&lt;/p&gt;</a:t>
            </a:r>
          </a:p>
          <a:p>
            <a:endParaRPr lang="en-IN" sz="2800" b="1" dirty="0">
              <a:latin typeface="Comic Sans MS" panose="030F0702030302020204" pitchFamily="66" charset="0"/>
            </a:endParaRPr>
          </a:p>
          <a:p>
            <a:r>
              <a:rPr lang="en-IN" sz="2800" b="1" dirty="0">
                <a:latin typeface="Comic Sans MS" panose="030F0702030302020204" pitchFamily="66" charset="0"/>
              </a:rPr>
              <a:t>&lt;div&gt;&lt;/div&gt;</a:t>
            </a:r>
          </a:p>
          <a:p>
            <a:endParaRPr lang="en-IN" sz="2800" b="1" dirty="0">
              <a:latin typeface="Comic Sans MS" panose="030F0702030302020204" pitchFamily="66" charset="0"/>
            </a:endParaRPr>
          </a:p>
          <a:p>
            <a:r>
              <a:rPr lang="en-IN" sz="2800" b="1" dirty="0">
                <a:latin typeface="Comic Sans MS" panose="030F0702030302020204" pitchFamily="66" charset="0"/>
              </a:rPr>
              <a:t>&lt;/body&gt;</a:t>
            </a:r>
          </a:p>
          <a:p>
            <a:r>
              <a:rPr lang="en-IN" sz="2800" b="1" dirty="0">
                <a:latin typeface="Comic Sans MS" panose="030F0702030302020204" pitchFamily="66" charset="0"/>
              </a:rPr>
              <a:t>&lt;/html</a:t>
            </a:r>
            <a:r>
              <a:rPr lang="en-IN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54361356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68E5C8-1416-29C1-A802-04D673BC4D4D}"/>
              </a:ext>
            </a:extLst>
          </p:cNvPr>
          <p:cNvSpPr txBox="1"/>
          <p:nvPr/>
        </p:nvSpPr>
        <p:spPr>
          <a:xfrm>
            <a:off x="162560" y="150336"/>
            <a:ext cx="11836400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Delay the Transition Effect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sz="2800" b="1" dirty="0">
                <a:latin typeface="Comic Sans MS" panose="030F0702030302020204" pitchFamily="66" charset="0"/>
              </a:rPr>
              <a:t>The transition-delay property specifies a delay (in seconds) for the transition effect.</a:t>
            </a:r>
          </a:p>
          <a:p>
            <a:r>
              <a:rPr lang="en-US" sz="2800" b="1" dirty="0">
                <a:latin typeface="Comic Sans MS" panose="030F0702030302020204" pitchFamily="66" charset="0"/>
              </a:rPr>
              <a:t>The following example has a 1-second delay before starting</a:t>
            </a:r>
            <a:r>
              <a:rPr lang="en-US" dirty="0">
                <a:latin typeface="Comic Sans MS" panose="030F0702030302020204" pitchFamily="66" charset="0"/>
              </a:rPr>
              <a:t>: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div {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width: 100px;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height: 100px;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background: red;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transition: width 3s;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transition-delay: 1s;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}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div: hover {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width: 300px;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48823357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68E5C8-1416-29C1-A802-04D673BC4D4D}"/>
              </a:ext>
            </a:extLst>
          </p:cNvPr>
          <p:cNvSpPr txBox="1"/>
          <p:nvPr/>
        </p:nvSpPr>
        <p:spPr>
          <a:xfrm>
            <a:off x="162560" y="150336"/>
            <a:ext cx="11836400" cy="6217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Delay the Transition Effect</a:t>
            </a:r>
          </a:p>
          <a:p>
            <a:endParaRPr lang="en-US" dirty="0">
              <a:latin typeface="Comic Sans MS" panose="030F0702030302020204" pitchFamily="66" charset="0"/>
            </a:endParaRPr>
          </a:p>
          <a:p>
            <a:r>
              <a:rPr lang="en-US" sz="2800" b="1" dirty="0">
                <a:latin typeface="Comic Sans MS" panose="030F0702030302020204" pitchFamily="66" charset="0"/>
              </a:rPr>
              <a:t>The transition-delay property specifies a delay (in seconds) for the transition effect.</a:t>
            </a:r>
          </a:p>
          <a:p>
            <a:r>
              <a:rPr lang="en-US" sz="2800" b="1" dirty="0">
                <a:latin typeface="Comic Sans MS" panose="030F0702030302020204" pitchFamily="66" charset="0"/>
              </a:rPr>
              <a:t>The following example has a 1-second delay before starting</a:t>
            </a:r>
            <a:r>
              <a:rPr lang="en-US" dirty="0">
                <a:latin typeface="Comic Sans MS" panose="030F0702030302020204" pitchFamily="66" charset="0"/>
              </a:rPr>
              <a:t>: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div {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width: 100px;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height: 100px;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background: red;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transition: width 3s;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transition-delay: 1s;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}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div: hover {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width: 300px;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94241295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D384675C-AFF7-D6D6-2A40-6EB229442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35791"/>
            <a:ext cx="12192000" cy="658641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64400" algn="l"/>
              </a:tabLst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The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transition-timing function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property specifies the speed curve of the transition effect.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64400" algn="l"/>
              </a:tabLst>
            </a:pPr>
            <a:endParaRPr lang="en-US" altLang="en-US" sz="3200" b="1" dirty="0"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64400" algn="l"/>
              </a:tabLs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The transition-timing-function property can have the following values: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7264400" algn="l"/>
              </a:tabLst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omic Sans MS" panose="030F0702030302020204" pitchFamily="66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264400" algn="l"/>
              </a:tabLs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Ease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- specifies a transition effect with a slow start, then fast, and end slowly (this is the default)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264400" algn="l"/>
              </a:tabLs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linear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- specifies a transition effect with the same speed from start to 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264400" algn="l"/>
              </a:tabLs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ease-in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- specifies a transition effect with a slow start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264400" algn="l"/>
              </a:tabLs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ease-out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- specifies a transition effect with a slow 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7264400" algn="l"/>
              </a:tabLs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ease-in-out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- specifies a transition effect with a slow start and end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8902494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850E3-95DD-4ABC-4F50-185A4B471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17"/>
            <a:ext cx="10515600" cy="508318"/>
          </a:xfrm>
        </p:spPr>
        <p:txBody>
          <a:bodyPr>
            <a:noAutofit/>
          </a:bodyPr>
          <a:lstStyle/>
          <a:p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The 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mic Sans MS" panose="030F0702030302020204" pitchFamily="66" charset="0"/>
              </a:rPr>
              <a:t>transition-timing function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mic Sans MS" panose="030F0702030302020204" pitchFamily="66" charset="0"/>
              </a:rPr>
              <a:t> </a:t>
            </a:r>
            <a:endParaRPr lang="en-IN" sz="3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99D464-7496-B2C1-C72F-A4389B6B9DAF}"/>
              </a:ext>
            </a:extLst>
          </p:cNvPr>
          <p:cNvSpPr txBox="1"/>
          <p:nvPr/>
        </p:nvSpPr>
        <p:spPr>
          <a:xfrm>
            <a:off x="-71120" y="487025"/>
            <a:ext cx="864362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Comic Sans MS" panose="030F0702030302020204" pitchFamily="66" charset="0"/>
              </a:rPr>
              <a:t>&lt;style&gt; 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div {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width: 100px;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height: 100px;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background: red;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transition: width 2s;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}</a:t>
            </a:r>
          </a:p>
          <a:p>
            <a:endParaRPr lang="en-IN" sz="2400" b="1" dirty="0">
              <a:latin typeface="Comic Sans MS" panose="030F0702030302020204" pitchFamily="66" charset="0"/>
            </a:endParaRPr>
          </a:p>
          <a:p>
            <a:r>
              <a:rPr lang="en-IN" sz="2400" b="1" dirty="0">
                <a:latin typeface="Comic Sans MS" panose="030F0702030302020204" pitchFamily="66" charset="0"/>
              </a:rPr>
              <a:t>#div1 {transition-timing-function: linear;}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#div2 {transition-timing-function: ease;}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#div3 {transition-timing-function: ease-in;}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#div4 {transition-timing-function: ease-out;}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#div5 {transition-timing-function: ease-in-out;}</a:t>
            </a:r>
          </a:p>
          <a:p>
            <a:endParaRPr lang="en-IN" sz="2400" b="1" dirty="0">
              <a:latin typeface="Comic Sans MS" panose="030F0702030302020204" pitchFamily="66" charset="0"/>
            </a:endParaRPr>
          </a:p>
          <a:p>
            <a:r>
              <a:rPr lang="en-IN" sz="2400" b="1" dirty="0" err="1">
                <a:latin typeface="Comic Sans MS" panose="030F0702030302020204" pitchFamily="66" charset="0"/>
              </a:rPr>
              <a:t>div:hover</a:t>
            </a:r>
            <a:r>
              <a:rPr lang="en-IN" sz="2400" b="1" dirty="0">
                <a:latin typeface="Comic Sans MS" panose="030F0702030302020204" pitchFamily="66" charset="0"/>
              </a:rPr>
              <a:t> {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width: 300px;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41088035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DDFE83-377A-B56C-1BDD-155B38FDBD91}"/>
              </a:ext>
            </a:extLst>
          </p:cNvPr>
          <p:cNvSpPr txBox="1"/>
          <p:nvPr/>
        </p:nvSpPr>
        <p:spPr>
          <a:xfrm>
            <a:off x="1554480" y="117693"/>
            <a:ext cx="750824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Comic Sans MS" panose="030F0702030302020204" pitchFamily="66" charset="0"/>
              </a:rPr>
              <a:t>&lt;!DOCTYPE html&gt;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&lt;html&gt;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&lt;head&gt;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&lt;style&gt; 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div {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width: 100px;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height: 100px;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background: red;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transition-property: width;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transition-duration: 2s;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transition-timing-function: linear;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transition-delay: 1s;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}</a:t>
            </a:r>
          </a:p>
          <a:p>
            <a:endParaRPr lang="en-IN" sz="2400" b="1" dirty="0">
              <a:latin typeface="Comic Sans MS" panose="030F0702030302020204" pitchFamily="66" charset="0"/>
            </a:endParaRPr>
          </a:p>
          <a:p>
            <a:r>
              <a:rPr lang="en-IN" sz="2400" b="1" dirty="0" err="1">
                <a:latin typeface="Comic Sans MS" panose="030F0702030302020204" pitchFamily="66" charset="0"/>
              </a:rPr>
              <a:t>div:hover</a:t>
            </a:r>
            <a:r>
              <a:rPr lang="en-IN" sz="2400" b="1" dirty="0">
                <a:latin typeface="Comic Sans MS" panose="030F0702030302020204" pitchFamily="66" charset="0"/>
              </a:rPr>
              <a:t> {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width: 300px;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}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&lt;/style&gt;</a:t>
            </a:r>
          </a:p>
        </p:txBody>
      </p:sp>
    </p:spTree>
    <p:extLst>
      <p:ext uri="{BB962C8B-B14F-4D97-AF65-F5344CB8AC3E}">
        <p14:creationId xmlns:p14="http://schemas.microsoft.com/office/powerpoint/2010/main" val="2855892252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87B7DD3-4689-C95F-AFB3-38BE26F800CF}"/>
              </a:ext>
            </a:extLst>
          </p:cNvPr>
          <p:cNvSpPr txBox="1"/>
          <p:nvPr/>
        </p:nvSpPr>
        <p:spPr>
          <a:xfrm>
            <a:off x="0" y="289679"/>
            <a:ext cx="12192000" cy="55399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&lt;/head&gt;</a:t>
            </a:r>
          </a:p>
          <a:p>
            <a:r>
              <a:rPr lang="en-US" sz="2400" b="1" dirty="0">
                <a:latin typeface="Comic Sans MS" panose="030F0702030302020204" pitchFamily="66" charset="0"/>
              </a:rPr>
              <a:t>&lt;body&gt;</a:t>
            </a:r>
          </a:p>
          <a:p>
            <a:endParaRPr lang="en-US" sz="2400" b="1" dirty="0">
              <a:latin typeface="Comic Sans MS" panose="030F0702030302020204" pitchFamily="66" charset="0"/>
            </a:endParaRPr>
          </a:p>
          <a:p>
            <a:r>
              <a:rPr lang="en-US" sz="2400" b="1" dirty="0">
                <a:latin typeface="Comic Sans MS" panose="030F0702030302020204" pitchFamily="66" charset="0"/>
              </a:rPr>
              <a:t>&lt;h1&gt;The transition Properties Specified One by One&lt;/h1&gt;</a:t>
            </a:r>
          </a:p>
          <a:p>
            <a:endParaRPr lang="en-US" sz="2400" b="1" dirty="0">
              <a:latin typeface="Comic Sans MS" panose="030F0702030302020204" pitchFamily="66" charset="0"/>
            </a:endParaRPr>
          </a:p>
          <a:p>
            <a:r>
              <a:rPr lang="en-US" sz="2400" b="1" dirty="0">
                <a:latin typeface="Comic Sans MS" panose="030F0702030302020204" pitchFamily="66" charset="0"/>
              </a:rPr>
              <a:t>&lt;p&gt;Hover over the div element below, to see the transition effect:&lt;/p&gt;</a:t>
            </a:r>
          </a:p>
          <a:p>
            <a:endParaRPr lang="en-US" sz="2400" b="1" dirty="0">
              <a:latin typeface="Comic Sans MS" panose="030F0702030302020204" pitchFamily="66" charset="0"/>
            </a:endParaRPr>
          </a:p>
          <a:p>
            <a:r>
              <a:rPr lang="en-US" sz="2400" b="1" dirty="0">
                <a:latin typeface="Comic Sans MS" panose="030F0702030302020204" pitchFamily="66" charset="0"/>
              </a:rPr>
              <a:t>&lt;div&gt;&lt;/div&gt;</a:t>
            </a:r>
          </a:p>
          <a:p>
            <a:endParaRPr lang="en-US" sz="2400" b="1" dirty="0">
              <a:latin typeface="Comic Sans MS" panose="030F0702030302020204" pitchFamily="66" charset="0"/>
            </a:endParaRPr>
          </a:p>
          <a:p>
            <a:r>
              <a:rPr lang="en-US" sz="2400" b="1" dirty="0">
                <a:latin typeface="Comic Sans MS" panose="030F0702030302020204" pitchFamily="66" charset="0"/>
              </a:rPr>
              <a:t>&lt;p&gt;&lt;b&gt;Note:&lt;/b&gt; The transition effect has a 1-second delay before starting.&lt;/p&gt;</a:t>
            </a:r>
          </a:p>
          <a:p>
            <a:endParaRPr lang="en-US" sz="2400" b="1" dirty="0">
              <a:latin typeface="Comic Sans MS" panose="030F0702030302020204" pitchFamily="66" charset="0"/>
            </a:endParaRPr>
          </a:p>
          <a:p>
            <a:r>
              <a:rPr lang="en-US" sz="2400" b="1" dirty="0">
                <a:latin typeface="Comic Sans MS" panose="030F0702030302020204" pitchFamily="66" charset="0"/>
              </a:rPr>
              <a:t>&lt;/body&gt;</a:t>
            </a:r>
          </a:p>
          <a:p>
            <a:r>
              <a:rPr lang="en-US" sz="2400" b="1" dirty="0">
                <a:latin typeface="Comic Sans MS" panose="030F0702030302020204" pitchFamily="66" charset="0"/>
              </a:rPr>
              <a:t>&lt;/html&gt;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03066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D6E678-E465-4241-7125-19FB51CAE99A}"/>
              </a:ext>
            </a:extLst>
          </p:cNvPr>
          <p:cNvSpPr txBox="1"/>
          <p:nvPr/>
        </p:nvSpPr>
        <p:spPr>
          <a:xfrm>
            <a:off x="436880" y="2979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36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CSS Animations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562674-F680-8340-CAF8-C8AE7DC16093}"/>
              </a:ext>
            </a:extLst>
          </p:cNvPr>
          <p:cNvSpPr txBox="1"/>
          <p:nvPr/>
        </p:nvSpPr>
        <p:spPr>
          <a:xfrm>
            <a:off x="193040" y="1378635"/>
            <a:ext cx="119176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CSS allows the animation of HTML elements without using JavaScript</a:t>
            </a:r>
            <a:endParaRPr lang="en-IN" sz="2800" dirty="0">
              <a:latin typeface="Comic Sans MS" panose="030F0702030302020204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1F725-91BC-B310-467E-219135D212F4}"/>
              </a:ext>
            </a:extLst>
          </p:cNvPr>
          <p:cNvSpPr txBox="1"/>
          <p:nvPr/>
        </p:nvSpPr>
        <p:spPr>
          <a:xfrm>
            <a:off x="193040" y="2405897"/>
            <a:ext cx="1215136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An animation lets an element gradually change from one style to another.</a:t>
            </a:r>
          </a:p>
          <a:p>
            <a:pPr algn="l"/>
            <a:endParaRPr lang="en-US" sz="28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Comic Sans MS" panose="030F0702030302020204" pitchFamily="66" charset="0"/>
            </a:endParaRPr>
          </a:p>
          <a:p>
            <a:pPr algn="l"/>
            <a:r>
              <a:rPr lang="en-US" sz="28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To use CSS animation, we must first specify some keyframes.</a:t>
            </a:r>
          </a:p>
          <a:p>
            <a:pPr algn="l"/>
            <a:endParaRPr lang="en-US" sz="2800" b="1" i="0" dirty="0">
              <a:solidFill>
                <a:srgbClr val="000000"/>
              </a:solidFill>
              <a:effectLst/>
              <a:highlight>
                <a:srgbClr val="FFFFFF"/>
              </a:highlight>
              <a:latin typeface="Comic Sans MS" panose="030F0702030302020204" pitchFamily="66" charset="0"/>
            </a:endParaRPr>
          </a:p>
          <a:p>
            <a:pPr algn="l"/>
            <a:r>
              <a:rPr lang="en-US" sz="28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Keyframes hold what styles the element will have at certain times.</a:t>
            </a:r>
          </a:p>
        </p:txBody>
      </p:sp>
    </p:spTree>
    <p:extLst>
      <p:ext uri="{BB962C8B-B14F-4D97-AF65-F5344CB8AC3E}">
        <p14:creationId xmlns:p14="http://schemas.microsoft.com/office/powerpoint/2010/main" val="77928368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3B67A-65E8-CBAE-85AB-FA9811A79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274319"/>
            <a:ext cx="10515600" cy="813435"/>
          </a:xfrm>
        </p:spPr>
        <p:txBody>
          <a:bodyPr>
            <a:normAutofit fontScale="90000"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  <a:t>CSS Animations Properties</a:t>
            </a:r>
            <a:br>
              <a:rPr kumimoji="0" lang="en-IN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highlight>
                  <a:srgbClr val="FFFFFF"/>
                </a:highlight>
                <a:uLnTx/>
                <a:uFillTx/>
                <a:latin typeface="Comic Sans MS" panose="030F0702030302020204" pitchFamily="66" charset="0"/>
                <a:ea typeface="+mn-ea"/>
                <a:cs typeface="+mn-cs"/>
              </a:rPr>
            </a:b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1679C08-5731-91EE-8E67-C428BA9185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1361701"/>
              </p:ext>
            </p:extLst>
          </p:nvPr>
        </p:nvGraphicFramePr>
        <p:xfrm>
          <a:off x="477520" y="782636"/>
          <a:ext cx="10668000" cy="5957040"/>
        </p:xfrm>
        <a:graphic>
          <a:graphicData uri="http://schemas.openxmlformats.org/drawingml/2006/table">
            <a:tbl>
              <a:tblPr/>
              <a:tblGrid>
                <a:gridCol w="2984417">
                  <a:extLst>
                    <a:ext uri="{9D8B030D-6E8A-4147-A177-3AD203B41FA5}">
                      <a16:colId xmlns:a16="http://schemas.microsoft.com/office/drawing/2014/main" val="2313925753"/>
                    </a:ext>
                  </a:extLst>
                </a:gridCol>
                <a:gridCol w="7683583">
                  <a:extLst>
                    <a:ext uri="{9D8B030D-6E8A-4147-A177-3AD203B41FA5}">
                      <a16:colId xmlns:a16="http://schemas.microsoft.com/office/drawing/2014/main" val="1055712020"/>
                    </a:ext>
                  </a:extLst>
                </a:gridCol>
              </a:tblGrid>
              <a:tr h="274599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  <a:highlight>
                            <a:srgbClr val="00FF00"/>
                          </a:highlight>
                          <a:latin typeface="Comic Sans MS" panose="030F0702030302020204" pitchFamily="66" charset="0"/>
                        </a:rPr>
                        <a:t>Property</a:t>
                      </a:r>
                    </a:p>
                  </a:txBody>
                  <a:tcPr marL="84492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 dirty="0">
                          <a:effectLst/>
                          <a:highlight>
                            <a:srgbClr val="00FF00"/>
                          </a:highlight>
                          <a:latin typeface="Comic Sans MS" panose="030F0702030302020204" pitchFamily="66" charset="0"/>
                        </a:rPr>
                        <a:t>Description</a:t>
                      </a:r>
                    </a:p>
                  </a:txBody>
                  <a:tcPr marL="42246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8463252"/>
                  </a:ext>
                </a:extLst>
              </a:tr>
              <a:tr h="274599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  <a:latin typeface="Comic Sans MS" panose="030F0702030302020204" pitchFamily="66" charset="0"/>
                          <a:hlinkClick r:id="rId2"/>
                        </a:rPr>
                        <a:t>@keyframes</a:t>
                      </a:r>
                      <a:endParaRPr lang="en-IN" sz="200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4492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  <a:latin typeface="Comic Sans MS" panose="030F0702030302020204" pitchFamily="66" charset="0"/>
                        </a:rPr>
                        <a:t>Specifies the animation code</a:t>
                      </a:r>
                    </a:p>
                  </a:txBody>
                  <a:tcPr marL="42246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3649833"/>
                  </a:ext>
                </a:extLst>
              </a:tr>
              <a:tr h="464706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  <a:latin typeface="Comic Sans MS" panose="030F0702030302020204" pitchFamily="66" charset="0"/>
                          <a:hlinkClick r:id="rId3"/>
                        </a:rPr>
                        <a:t>animation</a:t>
                      </a:r>
                      <a:endParaRPr lang="en-IN" sz="200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4492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  <a:latin typeface="Comic Sans MS" panose="030F0702030302020204" pitchFamily="66" charset="0"/>
                        </a:rPr>
                        <a:t>A shorthand property for setting all the animation properties</a:t>
                      </a:r>
                    </a:p>
                  </a:txBody>
                  <a:tcPr marL="42246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191246"/>
                  </a:ext>
                </a:extLst>
              </a:tr>
              <a:tr h="274599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  <a:latin typeface="Comic Sans MS" panose="030F0702030302020204" pitchFamily="66" charset="0"/>
                          <a:hlinkClick r:id="rId4"/>
                        </a:rPr>
                        <a:t>animation-delay</a:t>
                      </a:r>
                      <a:endParaRPr lang="en-IN" sz="200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4492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  <a:latin typeface="Comic Sans MS" panose="030F0702030302020204" pitchFamily="66" charset="0"/>
                        </a:rPr>
                        <a:t>Specifies a delay for the start of an animation</a:t>
                      </a:r>
                    </a:p>
                  </a:txBody>
                  <a:tcPr marL="42246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93291"/>
                  </a:ext>
                </a:extLst>
              </a:tr>
              <a:tr h="464706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  <a:latin typeface="Comic Sans MS" panose="030F0702030302020204" pitchFamily="66" charset="0"/>
                          <a:hlinkClick r:id="rId5"/>
                        </a:rPr>
                        <a:t>animation-direction</a:t>
                      </a:r>
                      <a:endParaRPr lang="en-IN" sz="200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4492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  <a:latin typeface="Comic Sans MS" panose="030F0702030302020204" pitchFamily="66" charset="0"/>
                        </a:rPr>
                        <a:t>Specifies whether an animation should be played forwards, backwards or in alternate cycles</a:t>
                      </a:r>
                    </a:p>
                  </a:txBody>
                  <a:tcPr marL="42246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419072"/>
                  </a:ext>
                </a:extLst>
              </a:tr>
              <a:tr h="464706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  <a:latin typeface="Comic Sans MS" panose="030F0702030302020204" pitchFamily="66" charset="0"/>
                          <a:hlinkClick r:id="rId6"/>
                        </a:rPr>
                        <a:t>animation-duration</a:t>
                      </a:r>
                      <a:endParaRPr lang="en-IN" sz="200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4492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  <a:latin typeface="Comic Sans MS" panose="030F0702030302020204" pitchFamily="66" charset="0"/>
                        </a:rPr>
                        <a:t>Specifies how long time an animation should take to complete one cycle</a:t>
                      </a:r>
                    </a:p>
                  </a:txBody>
                  <a:tcPr marL="42246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2349059"/>
                  </a:ext>
                </a:extLst>
              </a:tr>
              <a:tr h="464706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  <a:latin typeface="Comic Sans MS" panose="030F0702030302020204" pitchFamily="66" charset="0"/>
                          <a:hlinkClick r:id="rId7"/>
                        </a:rPr>
                        <a:t>animation-fill-mode</a:t>
                      </a:r>
                      <a:endParaRPr lang="en-IN" sz="200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4492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  <a:latin typeface="Comic Sans MS" panose="030F0702030302020204" pitchFamily="66" charset="0"/>
                        </a:rPr>
                        <a:t>Specifies a style for the element when the animation is not playing (before it starts, after it ends, or both)</a:t>
                      </a:r>
                    </a:p>
                  </a:txBody>
                  <a:tcPr marL="42246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2337154"/>
                  </a:ext>
                </a:extLst>
              </a:tr>
              <a:tr h="464706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  <a:latin typeface="Comic Sans MS" panose="030F0702030302020204" pitchFamily="66" charset="0"/>
                          <a:hlinkClick r:id="rId8"/>
                        </a:rPr>
                        <a:t>animation-iteration-count</a:t>
                      </a:r>
                      <a:endParaRPr lang="en-IN" sz="200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4492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  <a:latin typeface="Comic Sans MS" panose="030F0702030302020204" pitchFamily="66" charset="0"/>
                        </a:rPr>
                        <a:t>Specifies the number of times an animation should be played</a:t>
                      </a:r>
                    </a:p>
                  </a:txBody>
                  <a:tcPr marL="42246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0343532"/>
                  </a:ext>
                </a:extLst>
              </a:tr>
              <a:tr h="274599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  <a:latin typeface="Comic Sans MS" panose="030F0702030302020204" pitchFamily="66" charset="0"/>
                          <a:hlinkClick r:id="rId9"/>
                        </a:rPr>
                        <a:t>animation-name</a:t>
                      </a:r>
                      <a:endParaRPr lang="en-IN" sz="200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4492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  <a:latin typeface="Comic Sans MS" panose="030F0702030302020204" pitchFamily="66" charset="0"/>
                        </a:rPr>
                        <a:t>Specifies the name of the @keyframes animation</a:t>
                      </a:r>
                    </a:p>
                  </a:txBody>
                  <a:tcPr marL="42246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2432042"/>
                  </a:ext>
                </a:extLst>
              </a:tr>
              <a:tr h="464706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  <a:latin typeface="Comic Sans MS" panose="030F0702030302020204" pitchFamily="66" charset="0"/>
                          <a:hlinkClick r:id="rId10"/>
                        </a:rPr>
                        <a:t>animation-play-state</a:t>
                      </a:r>
                      <a:endParaRPr lang="en-IN" sz="200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4492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>
                          <a:effectLst/>
                          <a:latin typeface="Comic Sans MS" panose="030F0702030302020204" pitchFamily="66" charset="0"/>
                        </a:rPr>
                        <a:t>Specifies whether the animation is running or paused</a:t>
                      </a:r>
                    </a:p>
                  </a:txBody>
                  <a:tcPr marL="42246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6603792"/>
                  </a:ext>
                </a:extLst>
              </a:tr>
              <a:tr h="464706">
                <a:tc>
                  <a:txBody>
                    <a:bodyPr/>
                    <a:lstStyle/>
                    <a:p>
                      <a:pPr algn="l" fontAlgn="t"/>
                      <a:r>
                        <a:rPr lang="en-IN" sz="2000">
                          <a:effectLst/>
                          <a:latin typeface="Comic Sans MS" panose="030F0702030302020204" pitchFamily="66" charset="0"/>
                          <a:hlinkClick r:id="rId11"/>
                        </a:rPr>
                        <a:t>animation-timing-function</a:t>
                      </a:r>
                      <a:endParaRPr lang="en-IN" sz="2000">
                        <a:effectLst/>
                        <a:latin typeface="Comic Sans MS" panose="030F0702030302020204" pitchFamily="66" charset="0"/>
                      </a:endParaRPr>
                    </a:p>
                  </a:txBody>
                  <a:tcPr marL="84492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2000" dirty="0">
                          <a:effectLst/>
                          <a:latin typeface="Comic Sans MS" panose="030F0702030302020204" pitchFamily="66" charset="0"/>
                        </a:rPr>
                        <a:t>Specifies the speed curve of the animation</a:t>
                      </a:r>
                    </a:p>
                  </a:txBody>
                  <a:tcPr marL="42246" marR="42246" marT="42246" marB="42246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8061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6022803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59E5D-8F3C-19D5-95E9-0E29A27A7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51765"/>
            <a:ext cx="10515600" cy="640715"/>
          </a:xfrm>
        </p:spPr>
        <p:txBody>
          <a:bodyPr>
            <a:normAutofit/>
          </a:bodyPr>
          <a:lstStyle/>
          <a:p>
            <a:r>
              <a:rPr lang="en-IN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The @keyframes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A49FC-EAC1-9867-02CF-048954AE9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33145"/>
            <a:ext cx="1202944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When we specify CSS styles inside the @keyframes rule, the animation will gradually change from the current style to the new style at certain times.</a:t>
            </a:r>
          </a:p>
          <a:p>
            <a:endParaRPr lang="en-US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To get an animation to work, we must bind the animation to an element.</a:t>
            </a:r>
            <a:endParaRPr lang="en-IN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1582409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E728D4F-C94F-FD05-61DB-DDCDFE9C5837}"/>
              </a:ext>
            </a:extLst>
          </p:cNvPr>
          <p:cNvSpPr txBox="1"/>
          <p:nvPr/>
        </p:nvSpPr>
        <p:spPr>
          <a:xfrm>
            <a:off x="528320" y="83463"/>
            <a:ext cx="6096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&lt;</a:t>
            </a:r>
            <a:r>
              <a:rPr lang="en-IN" sz="2400" b="1" dirty="0">
                <a:latin typeface="Comic Sans MS" panose="030F0702030302020204" pitchFamily="66" charset="0"/>
              </a:rPr>
              <a:t>html&gt;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&lt;head&gt;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&lt;style&gt; 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div {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width: 100px;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height: 100px;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background-</a:t>
            </a:r>
            <a:r>
              <a:rPr lang="en-IN" sz="2400" b="1" dirty="0" err="1">
                <a:latin typeface="Comic Sans MS" panose="030F0702030302020204" pitchFamily="66" charset="0"/>
              </a:rPr>
              <a:t>color</a:t>
            </a:r>
            <a:r>
              <a:rPr lang="en-IN" sz="2400" b="1" dirty="0">
                <a:latin typeface="Comic Sans MS" panose="030F0702030302020204" pitchFamily="66" charset="0"/>
              </a:rPr>
              <a:t>: red;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animation-name: example;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animation-duration: 4s;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}</a:t>
            </a:r>
          </a:p>
          <a:p>
            <a:endParaRPr lang="en-IN" sz="2400" b="1" dirty="0">
              <a:latin typeface="Comic Sans MS" panose="030F0702030302020204" pitchFamily="66" charset="0"/>
            </a:endParaRPr>
          </a:p>
          <a:p>
            <a:r>
              <a:rPr lang="en-IN" sz="2400" b="1" dirty="0">
                <a:latin typeface="Comic Sans MS" panose="030F0702030302020204" pitchFamily="66" charset="0"/>
              </a:rPr>
              <a:t>@keyframes example {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from {background-</a:t>
            </a:r>
            <a:r>
              <a:rPr lang="en-IN" sz="2400" b="1" dirty="0" err="1">
                <a:latin typeface="Comic Sans MS" panose="030F0702030302020204" pitchFamily="66" charset="0"/>
              </a:rPr>
              <a:t>color</a:t>
            </a:r>
            <a:r>
              <a:rPr lang="en-IN" sz="2400" b="1" dirty="0">
                <a:latin typeface="Comic Sans MS" panose="030F0702030302020204" pitchFamily="66" charset="0"/>
              </a:rPr>
              <a:t>: red;}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  to {background-</a:t>
            </a:r>
            <a:r>
              <a:rPr lang="en-IN" sz="2400" b="1" dirty="0" err="1">
                <a:latin typeface="Comic Sans MS" panose="030F0702030302020204" pitchFamily="66" charset="0"/>
              </a:rPr>
              <a:t>color</a:t>
            </a:r>
            <a:r>
              <a:rPr lang="en-IN" sz="2400" b="1" dirty="0">
                <a:latin typeface="Comic Sans MS" panose="030F0702030302020204" pitchFamily="66" charset="0"/>
              </a:rPr>
              <a:t>: yellow;}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}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&lt;/style&gt;</a:t>
            </a:r>
          </a:p>
          <a:p>
            <a:r>
              <a:rPr lang="en-IN" sz="2400" b="1" dirty="0">
                <a:latin typeface="Comic Sans MS" panose="030F0702030302020204" pitchFamily="66" charset="0"/>
              </a:rPr>
              <a:t>&lt;/head&gt;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797AE32-3B27-9A86-90C0-940896539856}"/>
              </a:ext>
            </a:extLst>
          </p:cNvPr>
          <p:cNvSpPr txBox="1"/>
          <p:nvPr/>
        </p:nvSpPr>
        <p:spPr>
          <a:xfrm>
            <a:off x="5374640" y="75993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example binds the "example" animation to the &lt;div&gt; element. The animation will last for 4 seconds, and it will gradually change the background color of the &lt;div&gt; element from "red" to "yellow"</a:t>
            </a:r>
            <a:endParaRPr lang="en-IN" sz="2400" b="1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0992213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49A9B3-E808-B239-6803-403A23E64B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49225"/>
            <a:ext cx="1205484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The </a:t>
            </a: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animation-duration property </a:t>
            </a:r>
            <a:r>
              <a:rPr lang="en-US" b="1" dirty="0">
                <a:latin typeface="Comic Sans MS" panose="030F0702030302020204" pitchFamily="66" charset="0"/>
              </a:rPr>
              <a:t>defines how long an animation should take to complete. If the animation-duration property is not specified, no animation will occur, because the default value is 0s (0 seconds). </a:t>
            </a:r>
            <a:endParaRPr lang="en-IN" b="1" dirty="0"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D1321D-AAE6-93EB-C653-1AC1E3A61D78}"/>
              </a:ext>
            </a:extLst>
          </p:cNvPr>
          <p:cNvSpPr txBox="1"/>
          <p:nvPr/>
        </p:nvSpPr>
        <p:spPr>
          <a:xfrm>
            <a:off x="6060440" y="1806923"/>
            <a:ext cx="613156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Comic Sans MS" panose="030F0702030302020204" pitchFamily="66" charset="0"/>
              </a:rPr>
              <a:t>&lt;style&gt;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div {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width: 100px;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height: 100px;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background-</a:t>
            </a:r>
            <a:r>
              <a:rPr lang="en-IN" sz="2000" b="1" dirty="0" err="1">
                <a:latin typeface="Comic Sans MS" panose="030F0702030302020204" pitchFamily="66" charset="0"/>
              </a:rPr>
              <a:t>color</a:t>
            </a:r>
            <a:r>
              <a:rPr lang="en-IN" sz="2000" b="1" dirty="0">
                <a:latin typeface="Comic Sans MS" panose="030F0702030302020204" pitchFamily="66" charset="0"/>
              </a:rPr>
              <a:t>: red;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animation-name: example;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animation-duration: 4s;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}</a:t>
            </a:r>
          </a:p>
          <a:p>
            <a:endParaRPr lang="en-IN" sz="2000" b="1" dirty="0">
              <a:latin typeface="Comic Sans MS" panose="030F0702030302020204" pitchFamily="66" charset="0"/>
            </a:endParaRPr>
          </a:p>
          <a:p>
            <a:r>
              <a:rPr lang="en-IN" sz="2000" b="1" dirty="0">
                <a:latin typeface="Comic Sans MS" panose="030F0702030302020204" pitchFamily="66" charset="0"/>
              </a:rPr>
              <a:t>@keyframes example {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0%   {background-</a:t>
            </a:r>
            <a:r>
              <a:rPr lang="en-IN" sz="2000" b="1" dirty="0" err="1">
                <a:latin typeface="Comic Sans MS" panose="030F0702030302020204" pitchFamily="66" charset="0"/>
              </a:rPr>
              <a:t>color</a:t>
            </a:r>
            <a:r>
              <a:rPr lang="en-IN" sz="2000" b="1" dirty="0">
                <a:latin typeface="Comic Sans MS" panose="030F0702030302020204" pitchFamily="66" charset="0"/>
              </a:rPr>
              <a:t>: red;}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25%  {background-</a:t>
            </a:r>
            <a:r>
              <a:rPr lang="en-IN" sz="2000" b="1" dirty="0" err="1">
                <a:latin typeface="Comic Sans MS" panose="030F0702030302020204" pitchFamily="66" charset="0"/>
              </a:rPr>
              <a:t>color</a:t>
            </a:r>
            <a:r>
              <a:rPr lang="en-IN" sz="2000" b="1" dirty="0">
                <a:latin typeface="Comic Sans MS" panose="030F0702030302020204" pitchFamily="66" charset="0"/>
              </a:rPr>
              <a:t>: yellow;}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50%  {background-</a:t>
            </a:r>
            <a:r>
              <a:rPr lang="en-IN" sz="2000" b="1" dirty="0" err="1">
                <a:latin typeface="Comic Sans MS" panose="030F0702030302020204" pitchFamily="66" charset="0"/>
              </a:rPr>
              <a:t>color</a:t>
            </a:r>
            <a:r>
              <a:rPr lang="en-IN" sz="2000" b="1" dirty="0">
                <a:latin typeface="Comic Sans MS" panose="030F0702030302020204" pitchFamily="66" charset="0"/>
              </a:rPr>
              <a:t>: blue;}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100% {background-</a:t>
            </a:r>
            <a:r>
              <a:rPr lang="en-IN" sz="2000" b="1" dirty="0" err="1">
                <a:latin typeface="Comic Sans MS" panose="030F0702030302020204" pitchFamily="66" charset="0"/>
              </a:rPr>
              <a:t>color</a:t>
            </a:r>
            <a:r>
              <a:rPr lang="en-IN" sz="2000" b="1" dirty="0">
                <a:latin typeface="Comic Sans MS" panose="030F0702030302020204" pitchFamily="66" charset="0"/>
              </a:rPr>
              <a:t>: green;}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&lt;/style&gt;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91EC332-4CCA-1F02-EB9D-9DF57C94D6B5}"/>
              </a:ext>
            </a:extLst>
          </p:cNvPr>
          <p:cNvSpPr txBox="1"/>
          <p:nvPr/>
        </p:nvSpPr>
        <p:spPr>
          <a:xfrm>
            <a:off x="261620" y="2752636"/>
            <a:ext cx="43002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example will change the background color of the &lt;div&gt; element when the animation is 25% complete, 50% complete, and again when the animation is 100% complete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1207940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80CB-8DD6-8CC4-DA21-C839B5E08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8800" y="4083685"/>
            <a:ext cx="7701280" cy="1423035"/>
          </a:xfrm>
        </p:spPr>
        <p:txBody>
          <a:bodyPr>
            <a:noAutofit/>
          </a:bodyPr>
          <a:lstStyle/>
          <a:p>
            <a:r>
              <a:rPr lang="en-US" sz="2400" b="1" i="0" dirty="0">
                <a:solidFill>
                  <a:srgbClr val="00206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example will change both the background color and the position of the &lt;div&gt; element when the animation is 25% complete, 50% complete, and again when the animation is 100% complete</a:t>
            </a:r>
            <a:endParaRPr lang="en-IN" sz="2400" b="1" dirty="0">
              <a:solidFill>
                <a:srgbClr val="00206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BB22C-FA54-9D5C-0CDD-B313BEA2BD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43840"/>
            <a:ext cx="10515600" cy="6492240"/>
          </a:xfrm>
        </p:spPr>
        <p:txBody>
          <a:bodyPr>
            <a:noAutofit/>
          </a:bodyPr>
          <a:lstStyle/>
          <a:p>
            <a:pPr marL="0" indent="0">
              <a:buNone/>
            </a:pPr>
            <a:br>
              <a:rPr lang="en-IN" sz="2400" dirty="0">
                <a:latin typeface="Comic Sans MS" panose="030F0702030302020204" pitchFamily="66" charset="0"/>
              </a:rPr>
            </a:br>
            <a:r>
              <a:rPr lang="en-IN" sz="24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@keyframes example 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{</a:t>
            </a:r>
            <a:br>
              <a:rPr lang="en-IN" sz="24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IN" sz="24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 0%   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{</a:t>
            </a:r>
            <a:r>
              <a:rPr lang="en-IN" sz="2400" b="1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background-color</a:t>
            </a:r>
            <a:r>
              <a:rPr lang="en-IN" sz="24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 err="1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red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left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0px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top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0px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;}</a:t>
            </a:r>
            <a:br>
              <a:rPr lang="en-IN" sz="24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IN" sz="24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25%  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{</a:t>
            </a:r>
            <a:r>
              <a:rPr lang="en-IN" sz="2400" b="1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background-color</a:t>
            </a:r>
            <a:r>
              <a:rPr lang="en-IN" sz="24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 err="1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yellow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left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200px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top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0px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;}</a:t>
            </a:r>
            <a:br>
              <a:rPr lang="en-IN" sz="24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IN" sz="24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50%  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{</a:t>
            </a:r>
            <a:r>
              <a:rPr lang="en-IN" sz="2400" b="1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background-color</a:t>
            </a:r>
            <a:r>
              <a:rPr lang="en-IN" sz="24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 err="1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blue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left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200px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top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200px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;}</a:t>
            </a:r>
            <a:br>
              <a:rPr lang="en-IN" sz="24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IN" sz="24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75%  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{</a:t>
            </a:r>
            <a:r>
              <a:rPr lang="en-IN" sz="2400" b="1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background-color</a:t>
            </a:r>
            <a:r>
              <a:rPr lang="en-IN" sz="24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 err="1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green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left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0px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top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200px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;}</a:t>
            </a:r>
            <a:br>
              <a:rPr lang="en-IN" sz="24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IN" sz="24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100% 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{</a:t>
            </a:r>
            <a:r>
              <a:rPr lang="en-IN" sz="2400" b="1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background-color</a:t>
            </a:r>
            <a:r>
              <a:rPr lang="en-IN" sz="2400" b="1" i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 err="1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red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left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0px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top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0px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;}</a:t>
            </a:r>
            <a:br>
              <a:rPr lang="en-IN" sz="24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}</a:t>
            </a:r>
            <a:br>
              <a:rPr lang="en-IN" sz="2400" b="1" dirty="0">
                <a:latin typeface="Comic Sans MS" panose="030F0702030302020204" pitchFamily="66" charset="0"/>
              </a:rPr>
            </a:br>
            <a:br>
              <a:rPr lang="en-IN" sz="2400" dirty="0">
                <a:latin typeface="Comic Sans MS" panose="030F0702030302020204" pitchFamily="66" charset="0"/>
              </a:rPr>
            </a:br>
            <a:r>
              <a:rPr lang="en-IN" sz="24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div 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{</a:t>
            </a:r>
            <a:b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width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100px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height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100px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position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relative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 background-</a:t>
            </a:r>
            <a:r>
              <a:rPr lang="en-IN" sz="2400" b="1" i="0" dirty="0" err="1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color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red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 animation-name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example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 animation-duration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4s</a:t>
            </a: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IN" sz="2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IN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}</a:t>
            </a:r>
            <a:endParaRPr lang="en-IN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639654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4E0ABE-7F66-D4C9-32D1-C22F338DB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440" y="1"/>
            <a:ext cx="11973560" cy="965200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The </a:t>
            </a: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animation-iteration-count</a:t>
            </a:r>
            <a:r>
              <a:rPr lang="en-US" b="1" dirty="0">
                <a:latin typeface="Comic Sans MS" panose="030F0702030302020204" pitchFamily="66" charset="0"/>
              </a:rPr>
              <a:t> property specifies the number of times an animation should run.</a:t>
            </a:r>
            <a:endParaRPr lang="en-IN" b="1" dirty="0"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B1C03B-BA28-B725-690D-7718E621D188}"/>
              </a:ext>
            </a:extLst>
          </p:cNvPr>
          <p:cNvSpPr txBox="1"/>
          <p:nvPr/>
        </p:nvSpPr>
        <p:spPr>
          <a:xfrm>
            <a:off x="116840" y="599440"/>
            <a:ext cx="725932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dirty="0"/>
          </a:p>
          <a:p>
            <a:r>
              <a:rPr lang="en-IN" sz="2000" b="1" dirty="0">
                <a:latin typeface="Comic Sans MS" panose="030F0702030302020204" pitchFamily="66" charset="0"/>
              </a:rPr>
              <a:t>&lt;style&gt; 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div {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width: 100px;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height: 100px;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background-</a:t>
            </a:r>
            <a:r>
              <a:rPr lang="en-IN" sz="2000" b="1" dirty="0" err="1">
                <a:latin typeface="Comic Sans MS" panose="030F0702030302020204" pitchFamily="66" charset="0"/>
              </a:rPr>
              <a:t>color</a:t>
            </a:r>
            <a:r>
              <a:rPr lang="en-IN" sz="2000" b="1" dirty="0">
                <a:latin typeface="Comic Sans MS" panose="030F0702030302020204" pitchFamily="66" charset="0"/>
              </a:rPr>
              <a:t>: red;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position: relative;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animation-name: example;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animation-duration: 4s;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animation-iteration-count: 3;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}</a:t>
            </a:r>
          </a:p>
          <a:p>
            <a:endParaRPr lang="en-IN" sz="2000" b="1" dirty="0">
              <a:latin typeface="Comic Sans MS" panose="030F0702030302020204" pitchFamily="66" charset="0"/>
            </a:endParaRPr>
          </a:p>
          <a:p>
            <a:r>
              <a:rPr lang="en-IN" sz="2000" b="1" dirty="0">
                <a:latin typeface="Comic Sans MS" panose="030F0702030302020204" pitchFamily="66" charset="0"/>
              </a:rPr>
              <a:t>@keyframes example {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0%   {</a:t>
            </a:r>
            <a:r>
              <a:rPr lang="en-IN" sz="2000" b="1" dirty="0" err="1">
                <a:latin typeface="Comic Sans MS" panose="030F0702030302020204" pitchFamily="66" charset="0"/>
              </a:rPr>
              <a:t>background-color:red</a:t>
            </a:r>
            <a:r>
              <a:rPr lang="en-IN" sz="2000" b="1" dirty="0">
                <a:latin typeface="Comic Sans MS" panose="030F0702030302020204" pitchFamily="66" charset="0"/>
              </a:rPr>
              <a:t>; left:0px; top:0px;}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25%  {</a:t>
            </a:r>
            <a:r>
              <a:rPr lang="en-IN" sz="2000" b="1" dirty="0" err="1">
                <a:latin typeface="Comic Sans MS" panose="030F0702030302020204" pitchFamily="66" charset="0"/>
              </a:rPr>
              <a:t>background-color:yellow</a:t>
            </a:r>
            <a:r>
              <a:rPr lang="en-IN" sz="2000" b="1" dirty="0">
                <a:latin typeface="Comic Sans MS" panose="030F0702030302020204" pitchFamily="66" charset="0"/>
              </a:rPr>
              <a:t>; left:200px; top:0px;}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50%  {</a:t>
            </a:r>
            <a:r>
              <a:rPr lang="en-IN" sz="2000" b="1" dirty="0" err="1">
                <a:latin typeface="Comic Sans MS" panose="030F0702030302020204" pitchFamily="66" charset="0"/>
              </a:rPr>
              <a:t>background-color:blue</a:t>
            </a:r>
            <a:r>
              <a:rPr lang="en-IN" sz="2000" b="1" dirty="0">
                <a:latin typeface="Comic Sans MS" panose="030F0702030302020204" pitchFamily="66" charset="0"/>
              </a:rPr>
              <a:t>; left:200px; top:200px;}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75%  {</a:t>
            </a:r>
            <a:r>
              <a:rPr lang="en-IN" sz="2000" b="1" dirty="0" err="1">
                <a:latin typeface="Comic Sans MS" panose="030F0702030302020204" pitchFamily="66" charset="0"/>
              </a:rPr>
              <a:t>background-color:green</a:t>
            </a:r>
            <a:r>
              <a:rPr lang="en-IN" sz="2000" b="1" dirty="0">
                <a:latin typeface="Comic Sans MS" panose="030F0702030302020204" pitchFamily="66" charset="0"/>
              </a:rPr>
              <a:t>; left:0px; top:200px;}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100% {</a:t>
            </a:r>
            <a:r>
              <a:rPr lang="en-IN" sz="2000" b="1" dirty="0" err="1">
                <a:latin typeface="Comic Sans MS" panose="030F0702030302020204" pitchFamily="66" charset="0"/>
              </a:rPr>
              <a:t>background-color:red</a:t>
            </a:r>
            <a:r>
              <a:rPr lang="en-IN" sz="2000" b="1" dirty="0">
                <a:latin typeface="Comic Sans MS" panose="030F0702030302020204" pitchFamily="66" charset="0"/>
              </a:rPr>
              <a:t>; left:0px; top:0px;}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&lt;/style&gt;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4EBDEB-E5C2-7A61-6B26-97E5173CEAB3}"/>
              </a:ext>
            </a:extLst>
          </p:cNvPr>
          <p:cNvSpPr txBox="1"/>
          <p:nvPr/>
        </p:nvSpPr>
        <p:spPr>
          <a:xfrm>
            <a:off x="4897120" y="2338755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example will run the animation 3 times before it stops</a:t>
            </a:r>
            <a:endParaRPr lang="en-IN" sz="2800" b="1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77727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39C8-4801-CBA5-E8A0-86C07DB5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009120" cy="1325563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The </a:t>
            </a:r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animation-direction property </a:t>
            </a:r>
            <a:r>
              <a:rPr lang="en-US" sz="2800" b="1" dirty="0">
                <a:latin typeface="Comic Sans MS" panose="030F0702030302020204" pitchFamily="66" charset="0"/>
              </a:rPr>
              <a:t>specifies whether an animation should be played forwards, backwards or in alternate cycles.</a:t>
            </a:r>
            <a:endParaRPr lang="en-IN" sz="2800" b="1" dirty="0">
              <a:latin typeface="Comic Sans MS" panose="030F0702030302020204" pitchFamily="66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168A0-9566-0EB5-5CF7-5D7ED613A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" y="1825625"/>
            <a:ext cx="1200912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The animation-direction property can have the following values:</a:t>
            </a:r>
          </a:p>
          <a:p>
            <a:endParaRPr lang="en-US" b="1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latin typeface="Comic Sans MS" panose="030F0702030302020204" pitchFamily="66" charset="0"/>
              </a:rPr>
              <a:t>normal </a:t>
            </a:r>
            <a:r>
              <a:rPr lang="en-US" b="1" dirty="0">
                <a:latin typeface="Comic Sans MS" panose="030F0702030302020204" pitchFamily="66" charset="0"/>
              </a:rPr>
              <a:t>- The animation is played as normal (forwards).This is default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latin typeface="Comic Sans MS" panose="030F0702030302020204" pitchFamily="66" charset="0"/>
              </a:rPr>
              <a:t>reverse</a:t>
            </a:r>
            <a:r>
              <a:rPr lang="en-US" b="1" dirty="0">
                <a:latin typeface="Comic Sans MS" panose="030F0702030302020204" pitchFamily="66" charset="0"/>
              </a:rPr>
              <a:t> - The animation is played in reverse direction (backwards)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latin typeface="Comic Sans MS" panose="030F0702030302020204" pitchFamily="66" charset="0"/>
              </a:rPr>
              <a:t>alternate</a:t>
            </a:r>
            <a:r>
              <a:rPr lang="en-US" b="1" dirty="0">
                <a:latin typeface="Comic Sans MS" panose="030F0702030302020204" pitchFamily="66" charset="0"/>
              </a:rPr>
              <a:t> - The animation is played forwards first, then backwards</a:t>
            </a: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latin typeface="Comic Sans MS" panose="030F0702030302020204" pitchFamily="66" charset="0"/>
              </a:rPr>
              <a:t>alternate-reverse</a:t>
            </a:r>
            <a:r>
              <a:rPr lang="en-US" b="1" dirty="0">
                <a:latin typeface="Comic Sans MS" panose="030F0702030302020204" pitchFamily="66" charset="0"/>
              </a:rPr>
              <a:t> - The animation is played backwards first, then forwards</a:t>
            </a:r>
            <a:endParaRPr lang="en-IN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800369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D0340-8BEB-3A14-686D-13091A63B5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1560" y="3710484"/>
            <a:ext cx="4460240" cy="28886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div 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{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width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100px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height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100px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position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relative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 background-color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red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animation-name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example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animation-duration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4s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animation-direction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reverse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}</a:t>
            </a:r>
            <a:endParaRPr lang="en-IN" sz="2000" b="1" dirty="0">
              <a:latin typeface="Comic Sans MS" panose="030F07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A4E30D-4C06-7D71-7FAC-4C034AF1B354}"/>
              </a:ext>
            </a:extLst>
          </p:cNvPr>
          <p:cNvSpPr txBox="1"/>
          <p:nvPr/>
        </p:nvSpPr>
        <p:spPr>
          <a:xfrm>
            <a:off x="7203440" y="294282"/>
            <a:ext cx="512064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div 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{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width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100px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height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100px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position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relative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background-color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red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 animation-name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example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 animation-duration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4s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 animation-iteration-count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2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 animation-direction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alternate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}</a:t>
            </a:r>
            <a:endParaRPr lang="en-IN" sz="2000" b="1" dirty="0">
              <a:latin typeface="Comic Sans MS" panose="030F07020303020202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570756-B950-8D5D-2732-F265566A7DE1}"/>
              </a:ext>
            </a:extLst>
          </p:cNvPr>
          <p:cNvSpPr txBox="1"/>
          <p:nvPr/>
        </p:nvSpPr>
        <p:spPr>
          <a:xfrm>
            <a:off x="-1" y="233322"/>
            <a:ext cx="7203441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Comic Sans MS" panose="030F0702030302020204" pitchFamily="66" charset="0"/>
              </a:rPr>
              <a:t>&lt;style&gt; 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div {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width: 100px;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height: 100px;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background-</a:t>
            </a:r>
            <a:r>
              <a:rPr lang="en-IN" sz="2000" b="1" dirty="0" err="1">
                <a:latin typeface="Comic Sans MS" panose="030F0702030302020204" pitchFamily="66" charset="0"/>
              </a:rPr>
              <a:t>color</a:t>
            </a:r>
            <a:r>
              <a:rPr lang="en-IN" sz="2000" b="1" dirty="0">
                <a:latin typeface="Comic Sans MS" panose="030F0702030302020204" pitchFamily="66" charset="0"/>
              </a:rPr>
              <a:t>: red;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position: relative;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animation-name: example;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animation-duration: 4s;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animation-iteration-count: 2;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animation-direction: alternate-reverse;  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}</a:t>
            </a:r>
          </a:p>
          <a:p>
            <a:endParaRPr lang="en-IN" sz="2000" b="1" dirty="0">
              <a:latin typeface="Comic Sans MS" panose="030F0702030302020204" pitchFamily="66" charset="0"/>
            </a:endParaRPr>
          </a:p>
          <a:p>
            <a:r>
              <a:rPr lang="en-IN" sz="2000" b="1" dirty="0">
                <a:latin typeface="Comic Sans MS" panose="030F0702030302020204" pitchFamily="66" charset="0"/>
              </a:rPr>
              <a:t>@keyframes example {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0%   {</a:t>
            </a:r>
            <a:r>
              <a:rPr lang="en-IN" sz="2000" b="1" dirty="0" err="1">
                <a:latin typeface="Comic Sans MS" panose="030F0702030302020204" pitchFamily="66" charset="0"/>
              </a:rPr>
              <a:t>background-color:red</a:t>
            </a:r>
            <a:r>
              <a:rPr lang="en-IN" sz="2000" b="1" dirty="0">
                <a:latin typeface="Comic Sans MS" panose="030F0702030302020204" pitchFamily="66" charset="0"/>
              </a:rPr>
              <a:t>; left:0px; top:0px;}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25%  {</a:t>
            </a:r>
            <a:r>
              <a:rPr lang="en-IN" sz="2000" b="1" dirty="0" err="1">
                <a:latin typeface="Comic Sans MS" panose="030F0702030302020204" pitchFamily="66" charset="0"/>
              </a:rPr>
              <a:t>background-color:yellow</a:t>
            </a:r>
            <a:r>
              <a:rPr lang="en-IN" sz="2000" b="1" dirty="0">
                <a:latin typeface="Comic Sans MS" panose="030F0702030302020204" pitchFamily="66" charset="0"/>
              </a:rPr>
              <a:t>; left:200px; top:0px;}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50%  {</a:t>
            </a:r>
            <a:r>
              <a:rPr lang="en-IN" sz="2000" b="1" dirty="0" err="1">
                <a:latin typeface="Comic Sans MS" panose="030F0702030302020204" pitchFamily="66" charset="0"/>
              </a:rPr>
              <a:t>background-color:blue</a:t>
            </a:r>
            <a:r>
              <a:rPr lang="en-IN" sz="2000" b="1" dirty="0">
                <a:latin typeface="Comic Sans MS" panose="030F0702030302020204" pitchFamily="66" charset="0"/>
              </a:rPr>
              <a:t>; left:200px; top:200px;}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75%  {</a:t>
            </a:r>
            <a:r>
              <a:rPr lang="en-IN" sz="2000" b="1" dirty="0" err="1">
                <a:latin typeface="Comic Sans MS" panose="030F0702030302020204" pitchFamily="66" charset="0"/>
              </a:rPr>
              <a:t>background-color:green</a:t>
            </a:r>
            <a:r>
              <a:rPr lang="en-IN" sz="2000" b="1" dirty="0">
                <a:latin typeface="Comic Sans MS" panose="030F0702030302020204" pitchFamily="66" charset="0"/>
              </a:rPr>
              <a:t>; left:0px; top:200px;}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100% {</a:t>
            </a:r>
            <a:r>
              <a:rPr lang="en-IN" sz="2000" b="1" dirty="0" err="1">
                <a:latin typeface="Comic Sans MS" panose="030F0702030302020204" pitchFamily="66" charset="0"/>
              </a:rPr>
              <a:t>background-color:red</a:t>
            </a:r>
            <a:r>
              <a:rPr lang="en-IN" sz="2000" b="1" dirty="0">
                <a:latin typeface="Comic Sans MS" panose="030F0702030302020204" pitchFamily="66" charset="0"/>
              </a:rPr>
              <a:t>; left:0px; top:0px;}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&lt;/style&gt;</a:t>
            </a:r>
          </a:p>
        </p:txBody>
      </p:sp>
    </p:spTree>
    <p:extLst>
      <p:ext uri="{BB962C8B-B14F-4D97-AF65-F5344CB8AC3E}">
        <p14:creationId xmlns:p14="http://schemas.microsoft.com/office/powerpoint/2010/main" val="933951414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900B66-3EF4-30F7-B6F9-814300EAB262}"/>
              </a:ext>
            </a:extLst>
          </p:cNvPr>
          <p:cNvSpPr txBox="1"/>
          <p:nvPr/>
        </p:nvSpPr>
        <p:spPr>
          <a:xfrm>
            <a:off x="142240" y="261035"/>
            <a:ext cx="11927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Comic Sans MS" panose="030F0702030302020204" pitchFamily="66" charset="0"/>
              </a:rPr>
              <a:t>The </a:t>
            </a:r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animation-delay property </a:t>
            </a:r>
            <a:r>
              <a:rPr lang="en-US" sz="2800" b="1" dirty="0">
                <a:latin typeface="Comic Sans MS" panose="030F0702030302020204" pitchFamily="66" charset="0"/>
              </a:rPr>
              <a:t>specifies a delay for the start of an animation.</a:t>
            </a:r>
            <a:endParaRPr lang="en-IN" sz="2800" b="1" dirty="0">
              <a:latin typeface="Comic Sans MS" panose="030F0702030302020204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DA76E4-7290-8E25-94B3-C69E1154B9FD}"/>
              </a:ext>
            </a:extLst>
          </p:cNvPr>
          <p:cNvSpPr txBox="1"/>
          <p:nvPr/>
        </p:nvSpPr>
        <p:spPr>
          <a:xfrm>
            <a:off x="142240" y="1241653"/>
            <a:ext cx="683768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omic Sans MS" panose="030F0702030302020204" pitchFamily="66" charset="0"/>
              </a:rPr>
              <a:t>&lt;style&gt; 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div {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width: 100px;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height: 100px;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background-</a:t>
            </a:r>
            <a:r>
              <a:rPr lang="en-IN" b="1" dirty="0" err="1">
                <a:latin typeface="Comic Sans MS" panose="030F0702030302020204" pitchFamily="66" charset="0"/>
              </a:rPr>
              <a:t>color</a:t>
            </a:r>
            <a:r>
              <a:rPr lang="en-IN" b="1" dirty="0">
                <a:latin typeface="Comic Sans MS" panose="030F0702030302020204" pitchFamily="66" charset="0"/>
              </a:rPr>
              <a:t>: red;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position: relative;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animation-name: example;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animation-duration: 4s;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animation-delay: 2s;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}</a:t>
            </a:r>
          </a:p>
          <a:p>
            <a:endParaRPr lang="en-IN" b="1" dirty="0">
              <a:latin typeface="Comic Sans MS" panose="030F0702030302020204" pitchFamily="66" charset="0"/>
            </a:endParaRPr>
          </a:p>
          <a:p>
            <a:r>
              <a:rPr lang="en-IN" b="1" dirty="0">
                <a:latin typeface="Comic Sans MS" panose="030F0702030302020204" pitchFamily="66" charset="0"/>
              </a:rPr>
              <a:t>@keyframes example {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0%   {</a:t>
            </a:r>
            <a:r>
              <a:rPr lang="en-IN" b="1" dirty="0" err="1">
                <a:latin typeface="Comic Sans MS" panose="030F0702030302020204" pitchFamily="66" charset="0"/>
              </a:rPr>
              <a:t>background-color:red</a:t>
            </a:r>
            <a:r>
              <a:rPr lang="en-IN" b="1" dirty="0">
                <a:latin typeface="Comic Sans MS" panose="030F0702030302020204" pitchFamily="66" charset="0"/>
              </a:rPr>
              <a:t>; left:0px; top:0px;}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25%  {</a:t>
            </a:r>
            <a:r>
              <a:rPr lang="en-IN" b="1" dirty="0" err="1">
                <a:latin typeface="Comic Sans MS" panose="030F0702030302020204" pitchFamily="66" charset="0"/>
              </a:rPr>
              <a:t>background-color:yellow</a:t>
            </a:r>
            <a:r>
              <a:rPr lang="en-IN" b="1" dirty="0">
                <a:latin typeface="Comic Sans MS" panose="030F0702030302020204" pitchFamily="66" charset="0"/>
              </a:rPr>
              <a:t>; left:200px; top:0px;}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50%  {</a:t>
            </a:r>
            <a:r>
              <a:rPr lang="en-IN" b="1" dirty="0" err="1">
                <a:latin typeface="Comic Sans MS" panose="030F0702030302020204" pitchFamily="66" charset="0"/>
              </a:rPr>
              <a:t>background-color:blue</a:t>
            </a:r>
            <a:r>
              <a:rPr lang="en-IN" b="1" dirty="0">
                <a:latin typeface="Comic Sans MS" panose="030F0702030302020204" pitchFamily="66" charset="0"/>
              </a:rPr>
              <a:t>; left:200px; top:200px;}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75%  {</a:t>
            </a:r>
            <a:r>
              <a:rPr lang="en-IN" b="1" dirty="0" err="1">
                <a:latin typeface="Comic Sans MS" panose="030F0702030302020204" pitchFamily="66" charset="0"/>
              </a:rPr>
              <a:t>background-color:green</a:t>
            </a:r>
            <a:r>
              <a:rPr lang="en-IN" b="1" dirty="0">
                <a:latin typeface="Comic Sans MS" panose="030F0702030302020204" pitchFamily="66" charset="0"/>
              </a:rPr>
              <a:t>; left:0px; top:200px;}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100% {</a:t>
            </a:r>
            <a:r>
              <a:rPr lang="en-IN" b="1" dirty="0" err="1">
                <a:latin typeface="Comic Sans MS" panose="030F0702030302020204" pitchFamily="66" charset="0"/>
              </a:rPr>
              <a:t>background-color:red</a:t>
            </a:r>
            <a:r>
              <a:rPr lang="en-IN" b="1" dirty="0">
                <a:latin typeface="Comic Sans MS" panose="030F0702030302020204" pitchFamily="66" charset="0"/>
              </a:rPr>
              <a:t>; left:0px; top:0px;}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}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&lt;/style&gt;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6B15AA-AE90-9C82-0D1B-698D2EF331DF}"/>
              </a:ext>
            </a:extLst>
          </p:cNvPr>
          <p:cNvSpPr txBox="1"/>
          <p:nvPr/>
        </p:nvSpPr>
        <p:spPr>
          <a:xfrm>
            <a:off x="7447280" y="1764715"/>
            <a:ext cx="42976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The following example has a 2 seconds delay before starting the animation:</a:t>
            </a:r>
            <a:endParaRPr lang="en-IN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464900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61D2C2-B72A-4DCB-612A-8ADECE92478E}"/>
              </a:ext>
            </a:extLst>
          </p:cNvPr>
          <p:cNvSpPr txBox="1"/>
          <p:nvPr/>
        </p:nvSpPr>
        <p:spPr>
          <a:xfrm>
            <a:off x="0" y="0"/>
            <a:ext cx="12110720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The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animation-timing-function </a:t>
            </a:r>
            <a:r>
              <a:rPr lang="en-US" sz="3200" b="1" dirty="0">
                <a:latin typeface="Comic Sans MS" panose="030F0702030302020204" pitchFamily="66" charset="0"/>
              </a:rPr>
              <a:t>property specifies the speed curve of the animation</a:t>
            </a:r>
            <a:r>
              <a:rPr lang="en-US" sz="2800" b="1" dirty="0">
                <a:latin typeface="Comic Sans MS" panose="030F0702030302020204" pitchFamily="66" charset="0"/>
              </a:rPr>
              <a:t>.</a:t>
            </a:r>
          </a:p>
          <a:p>
            <a:endParaRPr lang="en-US" sz="2800" b="1" dirty="0">
              <a:latin typeface="Comic Sans MS" panose="030F0702030302020204" pitchFamily="66" charset="0"/>
            </a:endParaRPr>
          </a:p>
          <a:p>
            <a:r>
              <a:rPr lang="en-US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ease</a:t>
            </a:r>
            <a:r>
              <a:rPr lang="en-US" sz="2800" b="1" dirty="0">
                <a:latin typeface="Comic Sans MS" panose="030F0702030302020204" pitchFamily="66" charset="0"/>
              </a:rPr>
              <a:t> - Specifies an animation with a slow start, then fast, then end slowly (this is default)</a:t>
            </a:r>
          </a:p>
          <a:p>
            <a:r>
              <a:rPr lang="en-US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linear </a:t>
            </a:r>
            <a:r>
              <a:rPr lang="en-US" sz="2800" b="1" dirty="0">
                <a:latin typeface="Comic Sans MS" panose="030F0702030302020204" pitchFamily="66" charset="0"/>
              </a:rPr>
              <a:t>- Specifies an animation with the same speed from start to end</a:t>
            </a:r>
          </a:p>
          <a:p>
            <a:r>
              <a:rPr lang="en-US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ease-in</a:t>
            </a:r>
            <a:r>
              <a:rPr lang="en-US" sz="2800" b="1" dirty="0">
                <a:latin typeface="Comic Sans MS" panose="030F0702030302020204" pitchFamily="66" charset="0"/>
              </a:rPr>
              <a:t> - Specifies an animation with a slow start</a:t>
            </a:r>
          </a:p>
          <a:p>
            <a:r>
              <a:rPr lang="en-US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ease-out</a:t>
            </a:r>
            <a:r>
              <a:rPr lang="en-US" sz="2800" b="1" dirty="0">
                <a:latin typeface="Comic Sans MS" panose="030F0702030302020204" pitchFamily="66" charset="0"/>
              </a:rPr>
              <a:t> - Specifies an animation with a slow end</a:t>
            </a:r>
          </a:p>
          <a:p>
            <a:r>
              <a:rPr lang="en-US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ease-in-out</a:t>
            </a:r>
            <a:r>
              <a:rPr lang="en-US" sz="2800" b="1" dirty="0">
                <a:latin typeface="Comic Sans MS" panose="030F0702030302020204" pitchFamily="66" charset="0"/>
              </a:rPr>
              <a:t> - Specifies an animation with a slow start and end</a:t>
            </a:r>
          </a:p>
          <a:p>
            <a:r>
              <a:rPr lang="en-US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cubic-</a:t>
            </a:r>
            <a:r>
              <a:rPr lang="en-US" sz="2800" b="1" dirty="0" err="1">
                <a:solidFill>
                  <a:srgbClr val="7030A0"/>
                </a:solidFill>
                <a:latin typeface="Comic Sans MS" panose="030F0702030302020204" pitchFamily="66" charset="0"/>
              </a:rPr>
              <a:t>bezier</a:t>
            </a:r>
            <a:r>
              <a:rPr lang="en-US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(</a:t>
            </a:r>
            <a:r>
              <a:rPr lang="en-US" sz="2800" b="1" dirty="0" err="1">
                <a:solidFill>
                  <a:srgbClr val="7030A0"/>
                </a:solidFill>
                <a:latin typeface="Comic Sans MS" panose="030F0702030302020204" pitchFamily="66" charset="0"/>
              </a:rPr>
              <a:t>n,n,n,n</a:t>
            </a:r>
            <a:r>
              <a:rPr lang="en-US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) </a:t>
            </a:r>
            <a:r>
              <a:rPr lang="en-US" sz="2800" b="1" dirty="0">
                <a:latin typeface="Comic Sans MS" panose="030F0702030302020204" pitchFamily="66" charset="0"/>
              </a:rPr>
              <a:t>- Lets you define your own values in a cubic-</a:t>
            </a:r>
            <a:r>
              <a:rPr lang="en-US" sz="2800" b="1" dirty="0" err="1">
                <a:latin typeface="Comic Sans MS" panose="030F0702030302020204" pitchFamily="66" charset="0"/>
              </a:rPr>
              <a:t>bezier</a:t>
            </a:r>
            <a:r>
              <a:rPr lang="en-US" sz="2800" b="1" dirty="0">
                <a:latin typeface="Comic Sans MS" panose="030F0702030302020204" pitchFamily="66" charset="0"/>
              </a:rPr>
              <a:t> function</a:t>
            </a:r>
            <a:endParaRPr lang="en-IN" sz="28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839611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661D2C2-B72A-4DCB-612A-8ADECE92478E}"/>
              </a:ext>
            </a:extLst>
          </p:cNvPr>
          <p:cNvSpPr txBox="1"/>
          <p:nvPr/>
        </p:nvSpPr>
        <p:spPr>
          <a:xfrm>
            <a:off x="0" y="0"/>
            <a:ext cx="1211072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omic Sans MS" panose="030F0702030302020204" pitchFamily="66" charset="0"/>
              </a:rPr>
              <a:t>The </a:t>
            </a:r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animation-fill-mode property </a:t>
            </a:r>
            <a:r>
              <a:rPr lang="en-US" sz="3200" b="1" dirty="0">
                <a:latin typeface="Comic Sans MS" panose="030F0702030302020204" pitchFamily="66" charset="0"/>
              </a:rPr>
              <a:t>specifies a style for the target element when the animation is not playing (before it starts, after it ends, or both).</a:t>
            </a:r>
          </a:p>
          <a:p>
            <a:endParaRPr lang="en-US" sz="3200" b="1" dirty="0">
              <a:latin typeface="Comic Sans MS" panose="030F0702030302020204" pitchFamily="66" charset="0"/>
            </a:endParaRPr>
          </a:p>
          <a:p>
            <a:r>
              <a:rPr lang="en-US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none</a:t>
            </a:r>
            <a:r>
              <a:rPr lang="en-US" sz="2800" b="1" dirty="0">
                <a:latin typeface="Comic Sans MS" panose="030F0702030302020204" pitchFamily="66" charset="0"/>
              </a:rPr>
              <a:t> - Default value. Animation will not apply any styles to the element before or after it is executing</a:t>
            </a:r>
          </a:p>
          <a:p>
            <a:r>
              <a:rPr lang="en-US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forwards </a:t>
            </a:r>
            <a:r>
              <a:rPr lang="en-US" sz="2800" b="1" dirty="0">
                <a:latin typeface="Comic Sans MS" panose="030F0702030302020204" pitchFamily="66" charset="0"/>
              </a:rPr>
              <a:t>- The element will retain the style values that is set by the last keyframe (depends on animation-direction and animation-iteration-count)</a:t>
            </a:r>
          </a:p>
          <a:p>
            <a:r>
              <a:rPr lang="en-US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backwards </a:t>
            </a:r>
            <a:r>
              <a:rPr lang="en-US" sz="2800" b="1" dirty="0">
                <a:latin typeface="Comic Sans MS" panose="030F0702030302020204" pitchFamily="66" charset="0"/>
              </a:rPr>
              <a:t>- The element will get the style values that is set by the first keyframe (depends on animation-direction), and retain this during the animation-delay period</a:t>
            </a:r>
          </a:p>
          <a:p>
            <a:r>
              <a:rPr lang="en-US" sz="2800" b="1" dirty="0">
                <a:solidFill>
                  <a:srgbClr val="7030A0"/>
                </a:solidFill>
                <a:latin typeface="Comic Sans MS" panose="030F0702030302020204" pitchFamily="66" charset="0"/>
              </a:rPr>
              <a:t>both</a:t>
            </a:r>
            <a:r>
              <a:rPr lang="en-US" sz="2800" b="1" dirty="0">
                <a:latin typeface="Comic Sans MS" panose="030F0702030302020204" pitchFamily="66" charset="0"/>
              </a:rPr>
              <a:t> - The animation will follow the rules for both forwards and backwards, extending the animation properties in both directions</a:t>
            </a:r>
            <a:endParaRPr lang="en-IN" sz="28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21797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6062E2B-633B-A69C-410E-BB5DB1B20F83}"/>
              </a:ext>
            </a:extLst>
          </p:cNvPr>
          <p:cNvSpPr txBox="1"/>
          <p:nvPr/>
        </p:nvSpPr>
        <p:spPr>
          <a:xfrm>
            <a:off x="243840" y="117693"/>
            <a:ext cx="620776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Comic Sans MS" panose="030F0702030302020204" pitchFamily="66" charset="0"/>
              </a:rPr>
              <a:t>&lt;style&gt; 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div {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width: 100px;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height: 100px;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background: red;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position: relative;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animation-name: example;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animation-duration: 3s;  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animation-fill-mode: forwards;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}</a:t>
            </a:r>
          </a:p>
          <a:p>
            <a:endParaRPr lang="en-IN" sz="2000" b="1" dirty="0">
              <a:latin typeface="Comic Sans MS" panose="030F0702030302020204" pitchFamily="66" charset="0"/>
            </a:endParaRPr>
          </a:p>
          <a:p>
            <a:r>
              <a:rPr lang="en-IN" sz="2000" b="1" dirty="0">
                <a:latin typeface="Comic Sans MS" panose="030F0702030302020204" pitchFamily="66" charset="0"/>
              </a:rPr>
              <a:t>@keyframes example {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from {top: 0px;}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  to {top: 200px; background-</a:t>
            </a:r>
            <a:r>
              <a:rPr lang="en-IN" sz="2000" b="1" dirty="0" err="1">
                <a:latin typeface="Comic Sans MS" panose="030F0702030302020204" pitchFamily="66" charset="0"/>
              </a:rPr>
              <a:t>color</a:t>
            </a:r>
            <a:r>
              <a:rPr lang="en-IN" sz="2000" b="1" dirty="0">
                <a:latin typeface="Comic Sans MS" panose="030F0702030302020204" pitchFamily="66" charset="0"/>
              </a:rPr>
              <a:t>: blue;}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}</a:t>
            </a:r>
          </a:p>
          <a:p>
            <a:r>
              <a:rPr lang="en-IN" sz="2000" b="1" dirty="0">
                <a:latin typeface="Comic Sans MS" panose="030F0702030302020204" pitchFamily="66" charset="0"/>
              </a:rPr>
              <a:t>&lt;/style&gt;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9889F3-CB59-C9D2-E25D-0952F9F8420F}"/>
              </a:ext>
            </a:extLst>
          </p:cNvPr>
          <p:cNvSpPr txBox="1"/>
          <p:nvPr/>
        </p:nvSpPr>
        <p:spPr>
          <a:xfrm>
            <a:off x="6319520" y="3054479"/>
            <a:ext cx="49276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div 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{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width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100px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height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100px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background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red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position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relative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animation-name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example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animation-duration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3s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animation-delay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2s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 animation-fill-mode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sz="2000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backwards</a:t>
            </a: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sz="20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sz="20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}</a:t>
            </a:r>
            <a:endParaRPr lang="en-IN" sz="2000" b="1" dirty="0">
              <a:latin typeface="Comic Sans MS" panose="030F0702030302020204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1B5D00-0267-B45A-93B6-D22D9F48539A}"/>
              </a:ext>
            </a:extLst>
          </p:cNvPr>
          <p:cNvSpPr txBox="1"/>
          <p:nvPr/>
        </p:nvSpPr>
        <p:spPr>
          <a:xfrm>
            <a:off x="6451600" y="53325"/>
            <a:ext cx="47955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div 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{</a:t>
            </a:r>
            <a:b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width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100px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height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100px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 background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red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position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relative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animation-name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example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animation-duration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3s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animation-delay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2s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 animation-fill-mode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:</a:t>
            </a:r>
            <a:r>
              <a:rPr lang="en-US" b="1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 both</a:t>
            </a: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;</a:t>
            </a:r>
            <a:br>
              <a:rPr lang="en-US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</a:br>
            <a:r>
              <a:rPr lang="en-US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}</a:t>
            </a:r>
            <a:endParaRPr lang="en-IN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20466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E00A47-61AD-32FF-0F5E-B3AE12479462}"/>
              </a:ext>
            </a:extLst>
          </p:cNvPr>
          <p:cNvSpPr txBox="1"/>
          <p:nvPr/>
        </p:nvSpPr>
        <p:spPr>
          <a:xfrm>
            <a:off x="325120" y="247134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IN" sz="2800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mic Sans MS" panose="030F0702030302020204" pitchFamily="66" charset="0"/>
              </a:rPr>
              <a:t>CSS transform Property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8F77AC-3F8C-51F3-E08A-2343E9768A02}"/>
              </a:ext>
            </a:extLst>
          </p:cNvPr>
          <p:cNvSpPr txBox="1"/>
          <p:nvPr/>
        </p:nvSpPr>
        <p:spPr>
          <a:xfrm>
            <a:off x="182880" y="856357"/>
            <a:ext cx="116230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The transform property in CSS is used to change the coordinate space of the visual formatting model. This adds effects like skew, rotate, translate, </a:t>
            </a:r>
            <a:r>
              <a:rPr lang="en-US" sz="2400" b="1" i="0" dirty="0" err="1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etc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 on elements.</a:t>
            </a:r>
          </a:p>
          <a:p>
            <a:endParaRPr lang="en-US" sz="2400" b="1" dirty="0">
              <a:solidFill>
                <a:srgbClr val="273239"/>
              </a:solidFill>
              <a:highlight>
                <a:srgbClr val="FFFFFF"/>
              </a:highlight>
              <a:latin typeface="Comic Sans MS" panose="030F0702030302020204" pitchFamily="66" charset="0"/>
            </a:endParaRPr>
          </a:p>
          <a:p>
            <a:r>
              <a:rPr lang="en-IN" sz="2400" b="1" i="0" dirty="0">
                <a:solidFill>
                  <a:srgbClr val="7030A0"/>
                </a:solidFill>
                <a:effectLst/>
                <a:latin typeface="SFMono-Regular"/>
              </a:rPr>
              <a:t>.element {</a:t>
            </a:r>
          </a:p>
          <a:p>
            <a:r>
              <a:rPr lang="en-IN" sz="2400" b="1" i="0" dirty="0">
                <a:solidFill>
                  <a:srgbClr val="7030A0"/>
                </a:solidFill>
                <a:effectLst/>
                <a:latin typeface="SFMono-Regular"/>
              </a:rPr>
              <a:t> width: 20px; </a:t>
            </a:r>
          </a:p>
          <a:p>
            <a:r>
              <a:rPr lang="en-IN" sz="2400" b="1" i="0" dirty="0">
                <a:solidFill>
                  <a:srgbClr val="7030A0"/>
                </a:solidFill>
                <a:effectLst/>
                <a:latin typeface="SFMono-Regular"/>
              </a:rPr>
              <a:t>height: 20px; </a:t>
            </a:r>
          </a:p>
          <a:p>
            <a:r>
              <a:rPr lang="en-IN" sz="2400" b="1" i="0" dirty="0">
                <a:solidFill>
                  <a:srgbClr val="7030A0"/>
                </a:solidFill>
                <a:effectLst/>
                <a:latin typeface="SFMono-Regular"/>
              </a:rPr>
              <a:t>transform: scale(20); }</a:t>
            </a:r>
          </a:p>
          <a:p>
            <a:endParaRPr lang="en-IN" sz="2400" dirty="0">
              <a:solidFill>
                <a:srgbClr val="72E0D1"/>
              </a:solidFill>
              <a:latin typeface="SFMono-Regular"/>
            </a:endParaRPr>
          </a:p>
          <a:p>
            <a:r>
              <a:rPr lang="en-US" sz="2400" b="1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Even with a declared height and width, this element will now be scaled to twenty times its original size</a:t>
            </a:r>
            <a:endParaRPr lang="en-US" sz="2400" b="1" dirty="0">
              <a:solidFill>
                <a:srgbClr val="273239"/>
              </a:solidFill>
              <a:highlight>
                <a:srgbClr val="FFFFFF"/>
              </a:highlight>
              <a:latin typeface="Comic Sans MS" panose="030F0702030302020204" pitchFamily="66" charset="0"/>
            </a:endParaRPr>
          </a:p>
          <a:p>
            <a:endParaRPr lang="en-IN" sz="2400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56334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C1EB144-6F42-DC46-28D3-54A992351BDF}"/>
              </a:ext>
            </a:extLst>
          </p:cNvPr>
          <p:cNvSpPr txBox="1"/>
          <p:nvPr/>
        </p:nvSpPr>
        <p:spPr>
          <a:xfrm>
            <a:off x="0" y="0"/>
            <a:ext cx="779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D</a:t>
            </a:r>
            <a: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ifferent values of the transform property</a:t>
            </a:r>
            <a:endParaRPr lang="en-IN" sz="28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0FF193-0BD7-1961-B4EB-896477220584}"/>
              </a:ext>
            </a:extLst>
          </p:cNvPr>
          <p:cNvSpPr txBox="1"/>
          <p:nvPr/>
        </p:nvSpPr>
        <p:spPr>
          <a:xfrm>
            <a:off x="101600" y="904300"/>
            <a:ext cx="120904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none: 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No transformation takes place.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matrix(x, x, x, x, x, x): 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a matrix transformation of 2-D type. It takes 6 values.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matrix3d(x, x, x, x, x, x, x, x, x): 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a matrix transformation of 3-D type. It takes 9 values.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translate(x, y): 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a translation across the X and Y axes.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translate3d(x, y, z): 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a translation across the X, Y, and Z axes.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translateX</a:t>
            </a: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(x): 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the translation across the X-axis only. </a:t>
            </a:r>
            <a:r>
              <a:rPr lang="en-US" sz="2400" b="1" i="0" dirty="0" err="1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translateY</a:t>
            </a: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(y): 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the translation across the Y-axis only.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translateZ</a:t>
            </a: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(z): 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the translation across the Z-axis only.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rotate(angle): 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the angle of rotation.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rotateX</a:t>
            </a: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(angle): 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the rotation along with the X-axis corresponding to the angle of rotation.</a:t>
            </a:r>
          </a:p>
          <a:p>
            <a:pPr algn="ctr" fontAlgn="base"/>
            <a:r>
              <a:rPr lang="en-IN" sz="2400" b="0" i="0" dirty="0">
                <a:solidFill>
                  <a:srgbClr val="C5A5C5"/>
                </a:solidFill>
                <a:effectLst/>
                <a:latin typeface="Consolas" panose="020B0609020204030204" pitchFamily="49" charset="0"/>
              </a:rPr>
              <a:t>  </a:t>
            </a:r>
            <a:endParaRPr lang="en-US" sz="2400" b="1" i="0" dirty="0">
              <a:solidFill>
                <a:srgbClr val="7030A0"/>
              </a:solidFill>
              <a:effectLst/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6500967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C1EB144-6F42-DC46-28D3-54A992351BDF}"/>
              </a:ext>
            </a:extLst>
          </p:cNvPr>
          <p:cNvSpPr txBox="1"/>
          <p:nvPr/>
        </p:nvSpPr>
        <p:spPr>
          <a:xfrm>
            <a:off x="0" y="0"/>
            <a:ext cx="779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D</a:t>
            </a:r>
            <a: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ifferent values of the transform property</a:t>
            </a:r>
            <a:endParaRPr lang="en-IN" sz="28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CD9E71-32DD-9E63-F0D0-927623EC038C}"/>
              </a:ext>
            </a:extLst>
          </p:cNvPr>
          <p:cNvSpPr txBox="1"/>
          <p:nvPr/>
        </p:nvSpPr>
        <p:spPr>
          <a:xfrm>
            <a:off x="0" y="1041380"/>
            <a:ext cx="121920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rotateY</a:t>
            </a: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(angle): 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the rotation along with the Y-axis corresponding to the angle of rotation.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rotateZ</a:t>
            </a: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(angle): 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the rotation along with the Z-axis corresponding to the angle of rotation.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scale(x, y): 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the scale transformation along the X and Y axes.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scaleX</a:t>
            </a: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(x): 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the scale transformation along the X-axis.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scaleY</a:t>
            </a: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(y): 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the scale transformation along the Y-axis.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scaleZ</a:t>
            </a: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(z): 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the scale transformation along the Z-axis.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scale3d(x, y, z): 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the scale transformation along the X, Y, and Z axes.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skew(angle, angle): 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the skew transformation along the X and Y axes corresponding to the skew angles.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skewX</a:t>
            </a: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(angle): 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the skew transformation along with the X-axis corresponding to the skew angle.</a:t>
            </a:r>
          </a:p>
        </p:txBody>
      </p:sp>
    </p:spTree>
    <p:extLst>
      <p:ext uri="{BB962C8B-B14F-4D97-AF65-F5344CB8AC3E}">
        <p14:creationId xmlns:p14="http://schemas.microsoft.com/office/powerpoint/2010/main" val="1273860628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C1EB144-6F42-DC46-28D3-54A992351BDF}"/>
              </a:ext>
            </a:extLst>
          </p:cNvPr>
          <p:cNvSpPr txBox="1"/>
          <p:nvPr/>
        </p:nvSpPr>
        <p:spPr>
          <a:xfrm>
            <a:off x="0" y="0"/>
            <a:ext cx="7792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  <a:latin typeface="Comic Sans MS" panose="030F0702030302020204" pitchFamily="66" charset="0"/>
              </a:rPr>
              <a:t>D</a:t>
            </a:r>
            <a:r>
              <a:rPr lang="en-US" sz="2800" b="1" i="0" dirty="0">
                <a:solidFill>
                  <a:srgbClr val="FF0000"/>
                </a:solidFill>
                <a:effectLst/>
                <a:latin typeface="Comic Sans MS" panose="030F0702030302020204" pitchFamily="66" charset="0"/>
              </a:rPr>
              <a:t>ifferent values of the transform property</a:t>
            </a:r>
            <a:endParaRPr lang="en-IN" sz="28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AE8252-7D22-88AE-EC0A-9232AA72202F}"/>
              </a:ext>
            </a:extLst>
          </p:cNvPr>
          <p:cNvSpPr txBox="1"/>
          <p:nvPr/>
        </p:nvSpPr>
        <p:spPr>
          <a:xfrm>
            <a:off x="172720" y="751344"/>
            <a:ext cx="1086104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skewY</a:t>
            </a: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(angle): 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the skew transformation along with the Y-axis corresponding to the skew angle.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 err="1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skewZ</a:t>
            </a: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(angle): 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the skew transformation along with the Z-axis corresponding to the skew angle.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perspective(x): 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specifies the perspective of an element. 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initial: 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initializes the element to its default value.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inherit: </a:t>
            </a:r>
            <a:r>
              <a:rPr lang="en-US" sz="2400" b="1" i="0" dirty="0">
                <a:solidFill>
                  <a:srgbClr val="273239"/>
                </a:solidFill>
                <a:effectLst/>
                <a:highlight>
                  <a:srgbClr val="FFFFFF"/>
                </a:highlight>
                <a:latin typeface="Comic Sans MS" panose="030F0702030302020204" pitchFamily="66" charset="0"/>
              </a:rPr>
              <a:t>It inherits the value from its parent element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23A286-6DA9-ACA9-7507-2AFB783F25FB}"/>
              </a:ext>
            </a:extLst>
          </p:cNvPr>
          <p:cNvSpPr txBox="1"/>
          <p:nvPr/>
        </p:nvSpPr>
        <p:spPr>
          <a:xfrm>
            <a:off x="3180080" y="4187597"/>
            <a:ext cx="88696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rgbClr val="00B050"/>
                </a:solidFill>
                <a:latin typeface="Comic Sans MS" panose="030F0702030302020204" pitchFamily="66" charset="0"/>
              </a:rPr>
              <a:t>div {</a:t>
            </a:r>
          </a:p>
          <a:p>
            <a:r>
              <a:rPr lang="en-IN" sz="2400" b="1" dirty="0">
                <a:solidFill>
                  <a:srgbClr val="00B050"/>
                </a:solidFill>
                <a:latin typeface="Comic Sans MS" panose="030F0702030302020204" pitchFamily="66" charset="0"/>
              </a:rPr>
              <a:t>  border: solid red;</a:t>
            </a:r>
          </a:p>
          <a:p>
            <a:r>
              <a:rPr lang="en-IN" sz="2400" b="1" dirty="0">
                <a:solidFill>
                  <a:srgbClr val="00B050"/>
                </a:solidFill>
                <a:latin typeface="Comic Sans MS" panose="030F0702030302020204" pitchFamily="66" charset="0"/>
              </a:rPr>
              <a:t>  transform: translate(30px, 20px)  rotate(20deg);</a:t>
            </a:r>
          </a:p>
          <a:p>
            <a:r>
              <a:rPr lang="en-IN" sz="2400" b="1" dirty="0">
                <a:solidFill>
                  <a:srgbClr val="00B050"/>
                </a:solidFill>
                <a:latin typeface="Comic Sans MS" panose="030F0702030302020204" pitchFamily="66" charset="0"/>
              </a:rPr>
              <a:t>  width: 140px;</a:t>
            </a:r>
          </a:p>
          <a:p>
            <a:r>
              <a:rPr lang="en-IN" sz="2400" b="1" dirty="0">
                <a:solidFill>
                  <a:srgbClr val="00B050"/>
                </a:solidFill>
                <a:latin typeface="Comic Sans MS" panose="030F0702030302020204" pitchFamily="66" charset="0"/>
              </a:rPr>
              <a:t>  height: 60px;</a:t>
            </a:r>
          </a:p>
          <a:p>
            <a:r>
              <a:rPr lang="en-IN" sz="2400" b="1" dirty="0">
                <a:solidFill>
                  <a:srgbClr val="00B050"/>
                </a:solidFill>
                <a:latin typeface="Comic Sans MS" panose="030F0702030302020204" pitchFamily="66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194F96-972B-71B0-19B4-752E03336DF7}"/>
              </a:ext>
            </a:extLst>
          </p:cNvPr>
          <p:cNvSpPr txBox="1"/>
          <p:nvPr/>
        </p:nvSpPr>
        <p:spPr>
          <a:xfrm>
            <a:off x="3347720" y="3486026"/>
            <a:ext cx="5496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accent4">
                    <a:lumMod val="75000"/>
                  </a:schemeClr>
                </a:solidFill>
                <a:latin typeface="Comic Sans MS" panose="030F0702030302020204" pitchFamily="66" charset="0"/>
              </a:rPr>
              <a:t>&lt;div&gt;Transformed element&lt;/div&gt;</a:t>
            </a:r>
          </a:p>
        </p:txBody>
      </p:sp>
    </p:spTree>
    <p:extLst>
      <p:ext uri="{BB962C8B-B14F-4D97-AF65-F5344CB8AC3E}">
        <p14:creationId xmlns:p14="http://schemas.microsoft.com/office/powerpoint/2010/main" val="3952183811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F66FA0-CFCD-0439-201F-D2B780A259B9}"/>
              </a:ext>
            </a:extLst>
          </p:cNvPr>
          <p:cNvSpPr txBox="1"/>
          <p:nvPr/>
        </p:nvSpPr>
        <p:spPr>
          <a:xfrm>
            <a:off x="670560" y="978605"/>
            <a:ext cx="92964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400" b="1" i="0" dirty="0">
                <a:solidFill>
                  <a:srgbClr val="C5A5C5"/>
                </a:solidFill>
                <a:effectLst/>
                <a:latin typeface="Comic Sans MS" panose="030F0702030302020204" pitchFamily="66" charset="0"/>
              </a:rPr>
              <a:t>transform</a:t>
            </a:r>
            <a:r>
              <a:rPr lang="en-IN" sz="2400" b="1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: </a:t>
            </a:r>
            <a:r>
              <a:rPr lang="en-IN" sz="2400" b="1" i="0" dirty="0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none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;</a:t>
            </a:r>
          </a:p>
          <a:p>
            <a:pPr algn="l"/>
            <a:r>
              <a:rPr lang="en-IN" sz="2400" b="1" i="0" dirty="0">
                <a:solidFill>
                  <a:srgbClr val="C5A5C5"/>
                </a:solidFill>
                <a:effectLst/>
                <a:latin typeface="Comic Sans MS" panose="030F0702030302020204" pitchFamily="66" charset="0"/>
              </a:rPr>
              <a:t>transform</a:t>
            </a:r>
            <a:r>
              <a:rPr lang="en-IN" sz="2400" b="1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IN" sz="2400" b="1" i="0" dirty="0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rotate(45deg)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;</a:t>
            </a:r>
          </a:p>
          <a:p>
            <a:pPr algn="l"/>
            <a:r>
              <a:rPr lang="en-IN" sz="2400" b="1" i="0" dirty="0">
                <a:solidFill>
                  <a:srgbClr val="C5A5C5"/>
                </a:solidFill>
                <a:effectLst/>
                <a:latin typeface="Comic Sans MS" panose="030F0702030302020204" pitchFamily="66" charset="0"/>
              </a:rPr>
              <a:t>transform</a:t>
            </a:r>
            <a:r>
              <a:rPr lang="en-IN" sz="2400" b="1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IN" sz="2400" b="1" i="0" dirty="0" err="1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rotateX</a:t>
            </a:r>
            <a:r>
              <a:rPr lang="en-IN" sz="2400" b="1" i="0" dirty="0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(45deg)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;</a:t>
            </a:r>
          </a:p>
          <a:p>
            <a:pPr algn="l"/>
            <a:r>
              <a:rPr lang="en-IN" sz="2400" b="1" i="0" dirty="0">
                <a:solidFill>
                  <a:srgbClr val="C5A5C5"/>
                </a:solidFill>
                <a:effectLst/>
                <a:latin typeface="Comic Sans MS" panose="030F0702030302020204" pitchFamily="66" charset="0"/>
              </a:rPr>
              <a:t>transform</a:t>
            </a:r>
            <a:r>
              <a:rPr lang="en-IN" sz="2400" b="1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IN" sz="2400" b="1" i="0" dirty="0" err="1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rotateX</a:t>
            </a:r>
            <a:r>
              <a:rPr lang="en-IN" sz="2400" b="1" i="0" dirty="0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(100deg)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;</a:t>
            </a:r>
          </a:p>
          <a:p>
            <a:pPr algn="l"/>
            <a:r>
              <a:rPr lang="en-IN" sz="2400" b="1" i="0" dirty="0">
                <a:solidFill>
                  <a:srgbClr val="C5A5C5"/>
                </a:solidFill>
                <a:effectLst/>
                <a:latin typeface="Comic Sans MS" panose="030F0702030302020204" pitchFamily="66" charset="0"/>
              </a:rPr>
              <a:t>transform</a:t>
            </a:r>
            <a:r>
              <a:rPr lang="en-IN" sz="2400" b="1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IN" sz="2400" b="1" i="0" dirty="0" err="1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rotateY</a:t>
            </a:r>
            <a:r>
              <a:rPr lang="en-IN" sz="2400" b="1" i="0" dirty="0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(45deg)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;</a:t>
            </a:r>
          </a:p>
          <a:p>
            <a:pPr algn="l"/>
            <a:r>
              <a:rPr lang="en-IN" sz="2400" b="1" i="0" dirty="0">
                <a:solidFill>
                  <a:srgbClr val="C5A5C5"/>
                </a:solidFill>
                <a:effectLst/>
                <a:latin typeface="Comic Sans MS" panose="030F0702030302020204" pitchFamily="66" charset="0"/>
              </a:rPr>
              <a:t>transform</a:t>
            </a:r>
            <a:r>
              <a:rPr lang="en-IN" sz="2400" b="1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IN" sz="2400" b="1" i="0" dirty="0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skew(20deg,20deg)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;</a:t>
            </a:r>
          </a:p>
          <a:p>
            <a:pPr algn="l"/>
            <a:r>
              <a:rPr lang="en-IN" sz="2400" b="1" i="0" dirty="0">
                <a:solidFill>
                  <a:srgbClr val="C5A5C5"/>
                </a:solidFill>
                <a:effectLst/>
                <a:latin typeface="Comic Sans MS" panose="030F0702030302020204" pitchFamily="66" charset="0"/>
              </a:rPr>
              <a:t>transform</a:t>
            </a:r>
            <a:r>
              <a:rPr lang="en-IN" sz="2400" b="1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IN" sz="2400" b="1" i="0" dirty="0" err="1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skewX</a:t>
            </a:r>
            <a:r>
              <a:rPr lang="en-IN" sz="2400" b="1" i="0" dirty="0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(30deg)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;</a:t>
            </a:r>
          </a:p>
          <a:p>
            <a:pPr algn="l"/>
            <a:r>
              <a:rPr lang="en-IN" sz="2400" b="1" i="0" dirty="0">
                <a:solidFill>
                  <a:srgbClr val="C5A5C5"/>
                </a:solidFill>
                <a:effectLst/>
                <a:latin typeface="Comic Sans MS" panose="030F0702030302020204" pitchFamily="66" charset="0"/>
              </a:rPr>
              <a:t>transform</a:t>
            </a:r>
            <a:r>
              <a:rPr lang="en-IN" sz="2400" b="1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IN" sz="2400" b="1" i="0" dirty="0" err="1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skewX</a:t>
            </a:r>
            <a:r>
              <a:rPr lang="en-IN" sz="2400" b="1" i="0" dirty="0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(40deg)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;</a:t>
            </a:r>
          </a:p>
          <a:p>
            <a:pPr algn="l"/>
            <a:r>
              <a:rPr lang="en-IN" sz="2400" b="1" i="0" dirty="0">
                <a:solidFill>
                  <a:srgbClr val="C5A5C5"/>
                </a:solidFill>
                <a:effectLst/>
                <a:latin typeface="Comic Sans MS" panose="030F0702030302020204" pitchFamily="66" charset="0"/>
              </a:rPr>
              <a:t>transform</a:t>
            </a:r>
            <a:r>
              <a:rPr lang="en-IN" sz="2400" b="1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IN" sz="2400" b="1" i="0" dirty="0" err="1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skewY</a:t>
            </a:r>
            <a:r>
              <a:rPr lang="en-IN" sz="2400" b="1" i="0" dirty="0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(30deg)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;</a:t>
            </a:r>
          </a:p>
          <a:p>
            <a:pPr algn="l"/>
            <a:r>
              <a:rPr lang="en-IN" sz="2400" b="1" i="0" dirty="0">
                <a:solidFill>
                  <a:srgbClr val="C5A5C5"/>
                </a:solidFill>
                <a:effectLst/>
                <a:latin typeface="Comic Sans MS" panose="030F0702030302020204" pitchFamily="66" charset="0"/>
              </a:rPr>
              <a:t>transform</a:t>
            </a:r>
            <a:r>
              <a:rPr lang="en-IN" sz="2400" b="1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IN" sz="2400" b="1" i="0" dirty="0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translate(20px,10px)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;</a:t>
            </a:r>
          </a:p>
          <a:p>
            <a:pPr algn="l"/>
            <a:r>
              <a:rPr lang="en-IN" sz="2400" b="1" i="0" dirty="0">
                <a:solidFill>
                  <a:srgbClr val="C5A5C5"/>
                </a:solidFill>
                <a:effectLst/>
                <a:latin typeface="Comic Sans MS" panose="030F0702030302020204" pitchFamily="66" charset="0"/>
              </a:rPr>
              <a:t>transform</a:t>
            </a:r>
            <a:r>
              <a:rPr lang="en-IN" sz="2400" b="1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IN" sz="2400" b="1" i="0" dirty="0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scale(2,2)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;</a:t>
            </a:r>
          </a:p>
          <a:p>
            <a:pPr algn="l"/>
            <a:r>
              <a:rPr lang="en-IN" sz="2400" b="1" i="0" dirty="0">
                <a:solidFill>
                  <a:srgbClr val="C5A5C5"/>
                </a:solidFill>
                <a:effectLst/>
                <a:latin typeface="Comic Sans MS" panose="030F0702030302020204" pitchFamily="66" charset="0"/>
              </a:rPr>
              <a:t>transform</a:t>
            </a:r>
            <a:r>
              <a:rPr lang="en-IN" sz="2400" b="1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IN" sz="2400" b="1" i="0" dirty="0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matrix(0.866,0.7,-0.8,0.866,0,0)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;</a:t>
            </a:r>
          </a:p>
          <a:p>
            <a:pPr algn="l"/>
            <a:r>
              <a:rPr lang="en-IN" sz="2400" b="1" i="0" dirty="0">
                <a:solidFill>
                  <a:srgbClr val="C5A5C5"/>
                </a:solidFill>
                <a:effectLst/>
                <a:latin typeface="Comic Sans MS" panose="030F0702030302020204" pitchFamily="66" charset="0"/>
              </a:rPr>
              <a:t>transform</a:t>
            </a:r>
            <a:r>
              <a:rPr lang="en-IN" sz="2400" b="1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IN" sz="2400" b="1" i="0" dirty="0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matrix(0.586,0.8,-0.8,0.586,0,0)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;</a:t>
            </a:r>
          </a:p>
          <a:p>
            <a:pPr algn="l"/>
            <a:r>
              <a:rPr lang="en-IN" sz="2400" b="1" i="0" dirty="0">
                <a:solidFill>
                  <a:srgbClr val="C5A5C5"/>
                </a:solidFill>
                <a:effectLst/>
                <a:latin typeface="Comic Sans MS" panose="030F0702030302020204" pitchFamily="66" charset="0"/>
              </a:rPr>
              <a:t>transform</a:t>
            </a:r>
            <a:r>
              <a:rPr lang="en-IN" sz="2400" b="1" i="0" dirty="0">
                <a:solidFill>
                  <a:srgbClr val="7030A0"/>
                </a:solidFill>
                <a:effectLst/>
                <a:latin typeface="Comic Sans MS" panose="030F0702030302020204" pitchFamily="66" charset="0"/>
              </a:rPr>
              <a:t>: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 </a:t>
            </a:r>
            <a:r>
              <a:rPr lang="en-IN" sz="2400" b="1" i="0" dirty="0">
                <a:solidFill>
                  <a:srgbClr val="88C999"/>
                </a:solidFill>
                <a:effectLst/>
                <a:latin typeface="Comic Sans MS" panose="030F0702030302020204" pitchFamily="66" charset="0"/>
              </a:rPr>
              <a:t>matrix(0.586,0.8,-0.8,0.586,40,30)</a:t>
            </a:r>
            <a:r>
              <a:rPr lang="en-IN" sz="2400" b="1" i="0" dirty="0">
                <a:solidFill>
                  <a:srgbClr val="FFFFFF"/>
                </a:solidFill>
                <a:effectLst/>
                <a:latin typeface="Comic Sans MS" panose="030F0702030302020204" pitchFamily="66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939494706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A4B9C2-6CD4-0CDB-FFF4-42AF3DC67FA6}"/>
              </a:ext>
            </a:extLst>
          </p:cNvPr>
          <p:cNvSpPr txBox="1"/>
          <p:nvPr/>
        </p:nvSpPr>
        <p:spPr>
          <a:xfrm>
            <a:off x="223520" y="117693"/>
            <a:ext cx="33832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omic Sans MS" panose="030F0702030302020204" pitchFamily="66" charset="0"/>
              </a:rPr>
              <a:t>&lt;div class="element one"&gt;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omic Sans MS" panose="030F0702030302020204" pitchFamily="66" charset="0"/>
              </a:rPr>
              <a:t>  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  <a:latin typeface="Comic Sans MS" panose="030F0702030302020204" pitchFamily="66" charset="0"/>
              </a:rPr>
              <a:t>rotateX</a:t>
            </a:r>
            <a:endParaRPr lang="en-US" b="1" dirty="0">
              <a:solidFill>
                <a:schemeClr val="accent4">
                  <a:lumMod val="7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omic Sans MS" panose="030F0702030302020204" pitchFamily="66" charset="0"/>
              </a:rPr>
              <a:t>&lt;/div&gt;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omic Sans MS" panose="030F0702030302020204" pitchFamily="66" charset="0"/>
              </a:rPr>
              <a:t>&lt;div class="element two"&gt;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omic Sans MS" panose="030F0702030302020204" pitchFamily="66" charset="0"/>
              </a:rPr>
              <a:t>  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  <a:latin typeface="Comic Sans MS" panose="030F0702030302020204" pitchFamily="66" charset="0"/>
              </a:rPr>
              <a:t>rotateY</a:t>
            </a:r>
            <a:endParaRPr lang="en-US" b="1" dirty="0">
              <a:solidFill>
                <a:schemeClr val="accent4">
                  <a:lumMod val="7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omic Sans MS" panose="030F0702030302020204" pitchFamily="66" charset="0"/>
              </a:rPr>
              <a:t>&lt;/div&gt;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omic Sans MS" panose="030F0702030302020204" pitchFamily="66" charset="0"/>
              </a:rPr>
              <a:t>&lt;div class="element three"&gt;</a:t>
            </a: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omic Sans MS" panose="030F0702030302020204" pitchFamily="66" charset="0"/>
              </a:rPr>
              <a:t>  </a:t>
            </a:r>
            <a:r>
              <a:rPr lang="en-US" b="1" dirty="0" err="1">
                <a:solidFill>
                  <a:schemeClr val="accent4">
                    <a:lumMod val="75000"/>
                  </a:schemeClr>
                </a:solidFill>
                <a:latin typeface="Comic Sans MS" panose="030F0702030302020204" pitchFamily="66" charset="0"/>
              </a:rPr>
              <a:t>rotateZ</a:t>
            </a:r>
            <a:endParaRPr lang="en-US" b="1" dirty="0">
              <a:solidFill>
                <a:schemeClr val="accent4">
                  <a:lumMod val="75000"/>
                </a:schemeClr>
              </a:solidFill>
              <a:latin typeface="Comic Sans MS" panose="030F0702030302020204" pitchFamily="66" charset="0"/>
            </a:endParaRPr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omic Sans MS" panose="030F0702030302020204" pitchFamily="66" charset="0"/>
              </a:rPr>
              <a:t>&lt;/div&gt;</a:t>
            </a:r>
            <a:endParaRPr lang="en-IN" b="1" dirty="0">
              <a:solidFill>
                <a:schemeClr val="accent4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0555E1-F5FE-186F-CE53-7705D673A020}"/>
              </a:ext>
            </a:extLst>
          </p:cNvPr>
          <p:cNvSpPr txBox="1"/>
          <p:nvPr/>
        </p:nvSpPr>
        <p:spPr>
          <a:xfrm>
            <a:off x="3556000" y="948690"/>
            <a:ext cx="395224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omic Sans MS" panose="030F0702030302020204" pitchFamily="66" charset="0"/>
              </a:rPr>
              <a:t>.one { 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transform: </a:t>
            </a:r>
            <a:r>
              <a:rPr lang="en-IN" b="1" dirty="0" err="1">
                <a:latin typeface="Comic Sans MS" panose="030F0702030302020204" pitchFamily="66" charset="0"/>
              </a:rPr>
              <a:t>rotateX</a:t>
            </a:r>
            <a:r>
              <a:rPr lang="en-IN" b="1" dirty="0">
                <a:latin typeface="Comic Sans MS" panose="030F0702030302020204" pitchFamily="66" charset="0"/>
              </a:rPr>
              <a:t>(40deg);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animation: one 2s infinite;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animation-direction: alternate;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}</a:t>
            </a:r>
          </a:p>
          <a:p>
            <a:endParaRPr lang="en-IN" b="1" dirty="0">
              <a:latin typeface="Comic Sans MS" panose="030F0702030302020204" pitchFamily="66" charset="0"/>
            </a:endParaRPr>
          </a:p>
          <a:p>
            <a:r>
              <a:rPr lang="en-IN" b="1" dirty="0">
                <a:latin typeface="Comic Sans MS" panose="030F0702030302020204" pitchFamily="66" charset="0"/>
              </a:rPr>
              <a:t>.two {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transform: </a:t>
            </a:r>
            <a:r>
              <a:rPr lang="en-IN" b="1" dirty="0" err="1">
                <a:latin typeface="Comic Sans MS" panose="030F0702030302020204" pitchFamily="66" charset="0"/>
              </a:rPr>
              <a:t>rotateY</a:t>
            </a:r>
            <a:r>
              <a:rPr lang="en-IN" b="1" dirty="0">
                <a:latin typeface="Comic Sans MS" panose="030F0702030302020204" pitchFamily="66" charset="0"/>
              </a:rPr>
              <a:t>(40deg);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animation: two 2s infinite;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animation-direction: alternate;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background-</a:t>
            </a:r>
            <a:r>
              <a:rPr lang="en-IN" b="1" dirty="0" err="1">
                <a:latin typeface="Comic Sans MS" panose="030F0702030302020204" pitchFamily="66" charset="0"/>
              </a:rPr>
              <a:t>color</a:t>
            </a:r>
            <a:r>
              <a:rPr lang="en-IN" b="1" dirty="0">
                <a:latin typeface="Comic Sans MS" panose="030F0702030302020204" pitchFamily="66" charset="0"/>
              </a:rPr>
              <a:t>: #831a4a;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}</a:t>
            </a:r>
          </a:p>
          <a:p>
            <a:endParaRPr lang="en-IN" b="1" dirty="0">
              <a:latin typeface="Comic Sans MS" panose="030F0702030302020204" pitchFamily="66" charset="0"/>
            </a:endParaRPr>
          </a:p>
          <a:p>
            <a:r>
              <a:rPr lang="en-IN" b="1" dirty="0">
                <a:latin typeface="Comic Sans MS" panose="030F0702030302020204" pitchFamily="66" charset="0"/>
              </a:rPr>
              <a:t>.three {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transform: </a:t>
            </a:r>
            <a:r>
              <a:rPr lang="en-IN" b="1" dirty="0" err="1">
                <a:latin typeface="Comic Sans MS" panose="030F0702030302020204" pitchFamily="66" charset="0"/>
              </a:rPr>
              <a:t>rotateZ</a:t>
            </a:r>
            <a:r>
              <a:rPr lang="en-IN" b="1" dirty="0">
                <a:latin typeface="Comic Sans MS" panose="030F0702030302020204" pitchFamily="66" charset="0"/>
              </a:rPr>
              <a:t>(100deg);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animation: three 2s infinite;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animation-direction: alternate;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  background-</a:t>
            </a:r>
            <a:r>
              <a:rPr lang="en-IN" b="1" dirty="0" err="1">
                <a:latin typeface="Comic Sans MS" panose="030F0702030302020204" pitchFamily="66" charset="0"/>
              </a:rPr>
              <a:t>color</a:t>
            </a:r>
            <a:r>
              <a:rPr lang="en-IN" b="1" dirty="0">
                <a:latin typeface="Comic Sans MS" panose="030F0702030302020204" pitchFamily="66" charset="0"/>
              </a:rPr>
              <a:t>: #439772;</a:t>
            </a:r>
          </a:p>
          <a:p>
            <a:r>
              <a:rPr lang="en-IN" b="1" dirty="0">
                <a:latin typeface="Comic Sans MS" panose="030F0702030302020204" pitchFamily="66" charset="0"/>
              </a:rPr>
              <a:t>}</a:t>
            </a:r>
          </a:p>
          <a:p>
            <a:endParaRPr lang="en-IN" b="1" dirty="0">
              <a:latin typeface="Comic Sans MS" panose="030F0702030302020204" pitchFamily="66" charset="0"/>
            </a:endParaRPr>
          </a:p>
          <a:p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1000A1-49B4-8A2C-FB84-510CD6B37A50}"/>
              </a:ext>
            </a:extLst>
          </p:cNvPr>
          <p:cNvSpPr txBox="1"/>
          <p:nvPr/>
        </p:nvSpPr>
        <p:spPr>
          <a:xfrm>
            <a:off x="7508240" y="117693"/>
            <a:ext cx="468376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@keyframes one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  0%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    transform: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rotateX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(0);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  100%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    transform: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rotateX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(50deg);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@keyframes two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  0%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    transform: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rotateY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(0);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  100%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    transform: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rotateY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(70deg);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@keyframes three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  0%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    transform: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rotateZ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(0);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  100%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    transform: </a:t>
            </a:r>
            <a:r>
              <a:rPr kumimoji="0" lang="en-IN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rotateZ</a:t>
            </a: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(100deg);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omic Sans MS" panose="030F0702030302020204" pitchFamily="66" charset="0"/>
              </a:rPr>
              <a:t>}</a:t>
            </a:r>
            <a:endParaRPr lang="en-IN" b="1" dirty="0">
              <a:solidFill>
                <a:srgbClr val="7030A0"/>
              </a:solidFill>
              <a:latin typeface="Comic Sans MS" panose="030F0702030302020204" pitchFamily="66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E9104F-6BBE-16AB-4DE1-6CD3F635F722}"/>
              </a:ext>
            </a:extLst>
          </p:cNvPr>
          <p:cNvSpPr txBox="1"/>
          <p:nvPr/>
        </p:nvSpPr>
        <p:spPr>
          <a:xfrm>
            <a:off x="172720" y="4233317"/>
            <a:ext cx="33832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body {</a:t>
            </a:r>
          </a:p>
          <a:p>
            <a:r>
              <a:rPr lang="en-US" b="1" dirty="0">
                <a:latin typeface="Comic Sans MS" panose="030F0702030302020204" pitchFamily="66" charset="0"/>
              </a:rPr>
              <a:t>  display: flex;</a:t>
            </a:r>
          </a:p>
          <a:p>
            <a:r>
              <a:rPr lang="en-US" b="1" dirty="0">
                <a:latin typeface="Comic Sans MS" panose="030F0702030302020204" pitchFamily="66" charset="0"/>
              </a:rPr>
              <a:t>  flex-direction: column;</a:t>
            </a:r>
          </a:p>
          <a:p>
            <a:r>
              <a:rPr lang="en-US" b="1" dirty="0">
                <a:latin typeface="Comic Sans MS" panose="030F0702030302020204" pitchFamily="66" charset="0"/>
              </a:rPr>
              <a:t>  align-items: center;</a:t>
            </a:r>
          </a:p>
          <a:p>
            <a:r>
              <a:rPr lang="en-US" b="1" dirty="0">
                <a:latin typeface="Comic Sans MS" panose="030F0702030302020204" pitchFamily="66" charset="0"/>
              </a:rPr>
              <a:t>  justify-content: center;</a:t>
            </a:r>
          </a:p>
          <a:p>
            <a:r>
              <a:rPr lang="en-US" b="1" dirty="0">
                <a:latin typeface="Comic Sans MS" panose="030F0702030302020204" pitchFamily="66" charset="0"/>
              </a:rPr>
              <a:t>}</a:t>
            </a:r>
            <a:endParaRPr lang="en-IN" b="1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028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6557</TotalTime>
  <Words>9186</Words>
  <Application>Microsoft Office PowerPoint</Application>
  <PresentationFormat>Widescreen</PresentationFormat>
  <Paragraphs>1425</Paragraphs>
  <Slides>175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175</vt:i4>
      </vt:variant>
    </vt:vector>
  </HeadingPairs>
  <TitlesOfParts>
    <vt:vector size="187" baseType="lpstr">
      <vt:lpstr>Arial</vt:lpstr>
      <vt:lpstr>Calibri</vt:lpstr>
      <vt:lpstr>Calibri Light</vt:lpstr>
      <vt:lpstr>Comic Sans MS</vt:lpstr>
      <vt:lpstr>Consolas</vt:lpstr>
      <vt:lpstr>Merriweather</vt:lpstr>
      <vt:lpstr>Segoe UI</vt:lpstr>
      <vt:lpstr>SFMono-Regular</vt:lpstr>
      <vt:lpstr>Times New Roman</vt:lpstr>
      <vt:lpstr>Verdana</vt:lpstr>
      <vt:lpstr>Wingdings</vt:lpstr>
      <vt:lpstr>Office Theme</vt:lpstr>
      <vt:lpstr>PowerPoint Presentation</vt:lpstr>
      <vt:lpstr>User Interface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Calculating overall dimensions: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CSS Transition Properties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 transition-timing function </vt:lpstr>
      <vt:lpstr>PowerPoint Presentation</vt:lpstr>
      <vt:lpstr>PowerPoint Presentation</vt:lpstr>
      <vt:lpstr>PowerPoint Presentation</vt:lpstr>
      <vt:lpstr>CSS Animations Properties </vt:lpstr>
      <vt:lpstr>The @keyframes Rule</vt:lpstr>
      <vt:lpstr>PowerPoint Presentation</vt:lpstr>
      <vt:lpstr>PowerPoint Presentation</vt:lpstr>
      <vt:lpstr>example will change both the background color and the position of the &lt;div&gt; element when the animation is 25% complete, 50% complete, and again when the animation is 100% complete</vt:lpstr>
      <vt:lpstr>PowerPoint Presentation</vt:lpstr>
      <vt:lpstr>The animation-direction property specifies whether an animation should be played forwards, backwards or in alternate cycles.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sudheer Bandlamudi</dc:creator>
  <cp:lastModifiedBy>Madhu Dontha</cp:lastModifiedBy>
  <cp:revision>221</cp:revision>
  <dcterms:created xsi:type="dcterms:W3CDTF">2022-11-20T11:51:11Z</dcterms:created>
  <dcterms:modified xsi:type="dcterms:W3CDTF">2024-06-08T04:16:16Z</dcterms:modified>
</cp:coreProperties>
</file>