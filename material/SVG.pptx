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gam sivnantham" userId="9242b7324f16a732" providerId="LiveId" clId="{BB8E7B90-3606-49CD-9BF3-59F998E35FD4}"/>
    <pc:docChg chg="custSel addSld delSld modSld">
      <pc:chgData name="thangam sivnantham" userId="9242b7324f16a732" providerId="LiveId" clId="{BB8E7B90-3606-49CD-9BF3-59F998E35FD4}" dt="2025-02-03T00:42:46.968" v="438" actId="6549"/>
      <pc:docMkLst>
        <pc:docMk/>
      </pc:docMkLst>
      <pc:sldChg chg="addSp modSp new mod">
        <pc:chgData name="thangam sivnantham" userId="9242b7324f16a732" providerId="LiveId" clId="{BB8E7B90-3606-49CD-9BF3-59F998E35FD4}" dt="2025-01-28T04:15:09.683" v="49" actId="122"/>
        <pc:sldMkLst>
          <pc:docMk/>
          <pc:sldMk cId="909765985" sldId="267"/>
        </pc:sldMkLst>
        <pc:spChg chg="mod">
          <ac:chgData name="thangam sivnantham" userId="9242b7324f16a732" providerId="LiveId" clId="{BB8E7B90-3606-49CD-9BF3-59F998E35FD4}" dt="2025-01-28T04:05:41.703" v="1"/>
          <ac:spMkLst>
            <pc:docMk/>
            <pc:sldMk cId="909765985" sldId="267"/>
            <ac:spMk id="2" creationId="{4E805D85-D6C5-1D22-6BF3-88814A1286F5}"/>
          </ac:spMkLst>
        </pc:spChg>
        <pc:spChg chg="mod">
          <ac:chgData name="thangam sivnantham" userId="9242b7324f16a732" providerId="LiveId" clId="{BB8E7B90-3606-49CD-9BF3-59F998E35FD4}" dt="2025-01-28T04:14:43.427" v="45" actId="255"/>
          <ac:spMkLst>
            <pc:docMk/>
            <pc:sldMk cId="909765985" sldId="267"/>
            <ac:spMk id="3" creationId="{06FB2CBF-0E60-EFC8-B7E2-EBAC81485D35}"/>
          </ac:spMkLst>
        </pc:spChg>
        <pc:graphicFrameChg chg="add mod modGraphic">
          <ac:chgData name="thangam sivnantham" userId="9242b7324f16a732" providerId="LiveId" clId="{BB8E7B90-3606-49CD-9BF3-59F998E35FD4}" dt="2025-01-28T04:15:09.683" v="49" actId="122"/>
          <ac:graphicFrameMkLst>
            <pc:docMk/>
            <pc:sldMk cId="909765985" sldId="267"/>
            <ac:graphicFrameMk id="4" creationId="{5E42EEF1-91B4-4548-5044-76AD425B9291}"/>
          </ac:graphicFrameMkLst>
        </pc:graphicFrameChg>
      </pc:sldChg>
      <pc:sldChg chg="modSp new mod">
        <pc:chgData name="thangam sivnantham" userId="9242b7324f16a732" providerId="LiveId" clId="{BB8E7B90-3606-49CD-9BF3-59F998E35FD4}" dt="2025-01-28T04:15:24.756" v="52" actId="2711"/>
        <pc:sldMkLst>
          <pc:docMk/>
          <pc:sldMk cId="1938237379" sldId="268"/>
        </pc:sldMkLst>
        <pc:spChg chg="mod">
          <ac:chgData name="thangam sivnantham" userId="9242b7324f16a732" providerId="LiveId" clId="{BB8E7B90-3606-49CD-9BF3-59F998E35FD4}" dt="2025-01-28T04:14:28.241" v="42" actId="14100"/>
          <ac:spMkLst>
            <pc:docMk/>
            <pc:sldMk cId="1938237379" sldId="268"/>
            <ac:spMk id="2" creationId="{14CBCDBA-FD4B-5615-55AF-07C3D7698320}"/>
          </ac:spMkLst>
        </pc:spChg>
        <pc:spChg chg="mod">
          <ac:chgData name="thangam sivnantham" userId="9242b7324f16a732" providerId="LiveId" clId="{BB8E7B90-3606-49CD-9BF3-59F998E35FD4}" dt="2025-01-28T04:15:24.756" v="52" actId="2711"/>
          <ac:spMkLst>
            <pc:docMk/>
            <pc:sldMk cId="1938237379" sldId="268"/>
            <ac:spMk id="3" creationId="{8BD69949-B141-071F-2344-CD39F66DD3C2}"/>
          </ac:spMkLst>
        </pc:spChg>
      </pc:sldChg>
      <pc:sldChg chg="addSp delSp modSp new mod">
        <pc:chgData name="thangam sivnantham" userId="9242b7324f16a732" providerId="LiveId" clId="{BB8E7B90-3606-49CD-9BF3-59F998E35FD4}" dt="2025-01-28T04:16:41.063" v="67" actId="12"/>
        <pc:sldMkLst>
          <pc:docMk/>
          <pc:sldMk cId="2366749164" sldId="269"/>
        </pc:sldMkLst>
        <pc:spChg chg="mod">
          <ac:chgData name="thangam sivnantham" userId="9242b7324f16a732" providerId="LiveId" clId="{BB8E7B90-3606-49CD-9BF3-59F998E35FD4}" dt="2025-01-28T04:15:47.694" v="55" actId="255"/>
          <ac:spMkLst>
            <pc:docMk/>
            <pc:sldMk cId="2366749164" sldId="269"/>
            <ac:spMk id="2" creationId="{10762519-B7F8-C511-C953-0261FD941D52}"/>
          </ac:spMkLst>
        </pc:spChg>
        <pc:spChg chg="add mod">
          <ac:chgData name="thangam sivnantham" userId="9242b7324f16a732" providerId="LiveId" clId="{BB8E7B90-3606-49CD-9BF3-59F998E35FD4}" dt="2025-01-28T04:16:35.415" v="65" actId="12"/>
          <ac:spMkLst>
            <pc:docMk/>
            <pc:sldMk cId="2366749164" sldId="269"/>
            <ac:spMk id="4" creationId="{B70DD4D8-B171-B183-76D3-E7D1701293B6}"/>
          </ac:spMkLst>
        </pc:spChg>
        <pc:spChg chg="add mod">
          <ac:chgData name="thangam sivnantham" userId="9242b7324f16a732" providerId="LiveId" clId="{BB8E7B90-3606-49CD-9BF3-59F998E35FD4}" dt="2025-01-28T04:16:41.063" v="67" actId="12"/>
          <ac:spMkLst>
            <pc:docMk/>
            <pc:sldMk cId="2366749164" sldId="269"/>
            <ac:spMk id="6" creationId="{CDAFB488-0D99-D5DB-1020-0F27CA10E033}"/>
          </ac:spMkLst>
        </pc:spChg>
        <pc:spChg chg="add mod">
          <ac:chgData name="thangam sivnantham" userId="9242b7324f16a732" providerId="LiveId" clId="{BB8E7B90-3606-49CD-9BF3-59F998E35FD4}" dt="2025-01-28T04:16:15.162" v="63" actId="255"/>
          <ac:spMkLst>
            <pc:docMk/>
            <pc:sldMk cId="2366749164" sldId="269"/>
            <ac:spMk id="8" creationId="{A1AE5C74-8846-711B-ED2B-7AF9B3840854}"/>
          </ac:spMkLst>
        </pc:spChg>
      </pc:sldChg>
      <pc:sldChg chg="addSp delSp modSp new mod">
        <pc:chgData name="thangam sivnantham" userId="9242b7324f16a732" providerId="LiveId" clId="{BB8E7B90-3606-49CD-9BF3-59F998E35FD4}" dt="2025-01-28T04:17:37.529" v="79" actId="113"/>
        <pc:sldMkLst>
          <pc:docMk/>
          <pc:sldMk cId="3539886344" sldId="270"/>
        </pc:sldMkLst>
        <pc:spChg chg="mod">
          <ac:chgData name="thangam sivnantham" userId="9242b7324f16a732" providerId="LiveId" clId="{BB8E7B90-3606-49CD-9BF3-59F998E35FD4}" dt="2025-01-28T04:16:52.936" v="69" actId="255"/>
          <ac:spMkLst>
            <pc:docMk/>
            <pc:sldMk cId="3539886344" sldId="270"/>
            <ac:spMk id="2" creationId="{5682BCA2-AAD2-5894-092C-38BA8F942E5E}"/>
          </ac:spMkLst>
        </pc:spChg>
        <pc:spChg chg="add mod">
          <ac:chgData name="thangam sivnantham" userId="9242b7324f16a732" providerId="LiveId" clId="{BB8E7B90-3606-49CD-9BF3-59F998E35FD4}" dt="2025-01-28T04:17:37.529" v="79" actId="113"/>
          <ac:spMkLst>
            <pc:docMk/>
            <pc:sldMk cId="3539886344" sldId="270"/>
            <ac:spMk id="4" creationId="{EFFE0BBF-181C-90E8-F9B0-CD80E13DCDCF}"/>
          </ac:spMkLst>
        </pc:spChg>
      </pc:sldChg>
      <pc:sldChg chg="addSp delSp modSp new mod">
        <pc:chgData name="thangam sivnantham" userId="9242b7324f16a732" providerId="LiveId" clId="{BB8E7B90-3606-49CD-9BF3-59F998E35FD4}" dt="2025-01-28T04:18:12.202" v="87" actId="113"/>
        <pc:sldMkLst>
          <pc:docMk/>
          <pc:sldMk cId="3001661801" sldId="271"/>
        </pc:sldMkLst>
        <pc:spChg chg="mod">
          <ac:chgData name="thangam sivnantham" userId="9242b7324f16a732" providerId="LiveId" clId="{BB8E7B90-3606-49CD-9BF3-59F998E35FD4}" dt="2025-01-28T04:17:50.790" v="82" actId="14100"/>
          <ac:spMkLst>
            <pc:docMk/>
            <pc:sldMk cId="3001661801" sldId="271"/>
            <ac:spMk id="2" creationId="{28C8B207-F49D-FEFB-8874-BB4BE7CB38B6}"/>
          </ac:spMkLst>
        </pc:spChg>
        <pc:spChg chg="add mod">
          <ac:chgData name="thangam sivnantham" userId="9242b7324f16a732" providerId="LiveId" clId="{BB8E7B90-3606-49CD-9BF3-59F998E35FD4}" dt="2025-01-28T04:18:12.202" v="87" actId="113"/>
          <ac:spMkLst>
            <pc:docMk/>
            <pc:sldMk cId="3001661801" sldId="271"/>
            <ac:spMk id="4" creationId="{3B8B0D05-F02C-F3D3-1558-097FB44A5307}"/>
          </ac:spMkLst>
        </pc:spChg>
      </pc:sldChg>
      <pc:sldChg chg="addSp delSp modSp new mod">
        <pc:chgData name="thangam sivnantham" userId="9242b7324f16a732" providerId="LiveId" clId="{BB8E7B90-3606-49CD-9BF3-59F998E35FD4}" dt="2025-01-28T04:19:07.659" v="95" actId="1076"/>
        <pc:sldMkLst>
          <pc:docMk/>
          <pc:sldMk cId="2056768357" sldId="272"/>
        </pc:sldMkLst>
        <pc:spChg chg="mod">
          <ac:chgData name="thangam sivnantham" userId="9242b7324f16a732" providerId="LiveId" clId="{BB8E7B90-3606-49CD-9BF3-59F998E35FD4}" dt="2025-01-28T04:18:27.464" v="90" actId="14100"/>
          <ac:spMkLst>
            <pc:docMk/>
            <pc:sldMk cId="2056768357" sldId="272"/>
            <ac:spMk id="2" creationId="{B7581CE0-28CB-910E-653C-AB0F8D545084}"/>
          </ac:spMkLst>
        </pc:spChg>
        <pc:graphicFrameChg chg="add mod modGraphic">
          <ac:chgData name="thangam sivnantham" userId="9242b7324f16a732" providerId="LiveId" clId="{BB8E7B90-3606-49CD-9BF3-59F998E35FD4}" dt="2025-01-28T04:19:07.659" v="95" actId="1076"/>
          <ac:graphicFrameMkLst>
            <pc:docMk/>
            <pc:sldMk cId="2056768357" sldId="272"/>
            <ac:graphicFrameMk id="4" creationId="{988C70CF-D8A4-A0BA-8E02-06CE01701458}"/>
          </ac:graphicFrameMkLst>
        </pc:graphicFrameChg>
      </pc:sldChg>
      <pc:sldChg chg="addSp delSp modSp new mod">
        <pc:chgData name="thangam sivnantham" userId="9242b7324f16a732" providerId="LiveId" clId="{BB8E7B90-3606-49CD-9BF3-59F998E35FD4}" dt="2025-01-28T04:49:20.811" v="214" actId="1076"/>
        <pc:sldMkLst>
          <pc:docMk/>
          <pc:sldMk cId="1514619829" sldId="273"/>
        </pc:sldMkLst>
        <pc:spChg chg="mod">
          <ac:chgData name="thangam sivnantham" userId="9242b7324f16a732" providerId="LiveId" clId="{BB8E7B90-3606-49CD-9BF3-59F998E35FD4}" dt="2025-01-28T04:19:42.583" v="101" actId="14100"/>
          <ac:spMkLst>
            <pc:docMk/>
            <pc:sldMk cId="1514619829" sldId="273"/>
            <ac:spMk id="2" creationId="{BC72E391-1739-B2EE-F8D1-7550089C89F5}"/>
          </ac:spMkLst>
        </pc:spChg>
        <pc:spChg chg="add mod">
          <ac:chgData name="thangam sivnantham" userId="9242b7324f16a732" providerId="LiveId" clId="{BB8E7B90-3606-49CD-9BF3-59F998E35FD4}" dt="2025-01-28T04:37:28.672" v="178" actId="255"/>
          <ac:spMkLst>
            <pc:docMk/>
            <pc:sldMk cId="1514619829" sldId="273"/>
            <ac:spMk id="4" creationId="{AA54A0F1-AECE-72C5-3B40-F8410782A177}"/>
          </ac:spMkLst>
        </pc:spChg>
        <pc:spChg chg="add mod">
          <ac:chgData name="thangam sivnantham" userId="9242b7324f16a732" providerId="LiveId" clId="{BB8E7B90-3606-49CD-9BF3-59F998E35FD4}" dt="2025-01-28T04:37:47.947" v="182" actId="255"/>
          <ac:spMkLst>
            <pc:docMk/>
            <pc:sldMk cId="1514619829" sldId="273"/>
            <ac:spMk id="6" creationId="{32D5B140-823E-6C72-616C-F1BB02993B27}"/>
          </ac:spMkLst>
        </pc:spChg>
        <pc:spChg chg="add mod">
          <ac:chgData name="thangam sivnantham" userId="9242b7324f16a732" providerId="LiveId" clId="{BB8E7B90-3606-49CD-9BF3-59F998E35FD4}" dt="2025-01-28T04:37:57.969" v="185" actId="255"/>
          <ac:spMkLst>
            <pc:docMk/>
            <pc:sldMk cId="1514619829" sldId="273"/>
            <ac:spMk id="8" creationId="{EFD64C5C-DA15-921D-70C0-D4028278349B}"/>
          </ac:spMkLst>
        </pc:spChg>
        <pc:graphicFrameChg chg="add mod modGraphic">
          <ac:chgData name="thangam sivnantham" userId="9242b7324f16a732" providerId="LiveId" clId="{BB8E7B90-3606-49CD-9BF3-59F998E35FD4}" dt="2025-01-28T04:43:42.397" v="190"/>
          <ac:graphicFrameMkLst>
            <pc:docMk/>
            <pc:sldMk cId="1514619829" sldId="273"/>
            <ac:graphicFrameMk id="5" creationId="{80446402-8378-BB01-2441-8DDEA113BB1A}"/>
          </ac:graphicFrameMkLst>
        </pc:graphicFrameChg>
        <pc:graphicFrameChg chg="add mod modGraphic">
          <ac:chgData name="thangam sivnantham" userId="9242b7324f16a732" providerId="LiveId" clId="{BB8E7B90-3606-49CD-9BF3-59F998E35FD4}" dt="2025-01-28T04:49:20.811" v="214" actId="1076"/>
          <ac:graphicFrameMkLst>
            <pc:docMk/>
            <pc:sldMk cId="1514619829" sldId="273"/>
            <ac:graphicFrameMk id="9" creationId="{2F0C34C2-697D-52E1-1452-7F7BE03F2834}"/>
          </ac:graphicFrameMkLst>
        </pc:graphicFrameChg>
      </pc:sldChg>
      <pc:sldChg chg="addSp delSp modSp new mod">
        <pc:chgData name="thangam sivnantham" userId="9242b7324f16a732" providerId="LiveId" clId="{BB8E7B90-3606-49CD-9BF3-59F998E35FD4}" dt="2025-01-28T04:49:02.221" v="212" actId="2711"/>
        <pc:sldMkLst>
          <pc:docMk/>
          <pc:sldMk cId="1347095051" sldId="274"/>
        </pc:sldMkLst>
        <pc:spChg chg="mod">
          <ac:chgData name="thangam sivnantham" userId="9242b7324f16a732" providerId="LiveId" clId="{BB8E7B90-3606-49CD-9BF3-59F998E35FD4}" dt="2025-01-28T04:47:55.974" v="199" actId="255"/>
          <ac:spMkLst>
            <pc:docMk/>
            <pc:sldMk cId="1347095051" sldId="274"/>
            <ac:spMk id="2" creationId="{3F7FF3F3-2B73-3BAA-C894-8DE47CF64D1D}"/>
          </ac:spMkLst>
        </pc:spChg>
        <pc:spChg chg="add mod">
          <ac:chgData name="thangam sivnantham" userId="9242b7324f16a732" providerId="LiveId" clId="{BB8E7B90-3606-49CD-9BF3-59F998E35FD4}" dt="2025-01-28T04:48:51.369" v="210" actId="6549"/>
          <ac:spMkLst>
            <pc:docMk/>
            <pc:sldMk cId="1347095051" sldId="274"/>
            <ac:spMk id="5" creationId="{D4A360D8-D355-9341-4441-250791A379AD}"/>
          </ac:spMkLst>
        </pc:spChg>
        <pc:spChg chg="add mod">
          <ac:chgData name="thangam sivnantham" userId="9242b7324f16a732" providerId="LiveId" clId="{BB8E7B90-3606-49CD-9BF3-59F998E35FD4}" dt="2025-01-28T04:49:02.221" v="212" actId="2711"/>
          <ac:spMkLst>
            <pc:docMk/>
            <pc:sldMk cId="1347095051" sldId="274"/>
            <ac:spMk id="7" creationId="{ED9C4ABA-710E-A656-321B-0B73DEB348E2}"/>
          </ac:spMkLst>
        </pc:spChg>
        <pc:graphicFrameChg chg="add mod modGraphic">
          <ac:chgData name="thangam sivnantham" userId="9242b7324f16a732" providerId="LiveId" clId="{BB8E7B90-3606-49CD-9BF3-59F998E35FD4}" dt="2025-01-28T04:48:20.154" v="201" actId="1076"/>
          <ac:graphicFrameMkLst>
            <pc:docMk/>
            <pc:sldMk cId="1347095051" sldId="274"/>
            <ac:graphicFrameMk id="4" creationId="{52348D32-B96F-1B62-8851-DCD28E64FC7F}"/>
          </ac:graphicFrameMkLst>
        </pc:graphicFrameChg>
      </pc:sldChg>
      <pc:sldChg chg="addSp delSp modSp new mod">
        <pc:chgData name="thangam sivnantham" userId="9242b7324f16a732" providerId="LiveId" clId="{BB8E7B90-3606-49CD-9BF3-59F998E35FD4}" dt="2025-01-28T04:52:57.430" v="242" actId="2711"/>
        <pc:sldMkLst>
          <pc:docMk/>
          <pc:sldMk cId="3811122955" sldId="275"/>
        </pc:sldMkLst>
        <pc:spChg chg="mod">
          <ac:chgData name="thangam sivnantham" userId="9242b7324f16a732" providerId="LiveId" clId="{BB8E7B90-3606-49CD-9BF3-59F998E35FD4}" dt="2025-01-28T04:49:50.295" v="219" actId="6549"/>
          <ac:spMkLst>
            <pc:docMk/>
            <pc:sldMk cId="3811122955" sldId="275"/>
            <ac:spMk id="2" creationId="{247CC4CC-5756-CFF7-63DA-B87B1F86E6A5}"/>
          </ac:spMkLst>
        </pc:spChg>
        <pc:spChg chg="add mod">
          <ac:chgData name="thangam sivnantham" userId="9242b7324f16a732" providerId="LiveId" clId="{BB8E7B90-3606-49CD-9BF3-59F998E35FD4}" dt="2025-01-28T04:50:12.662" v="232" actId="20577"/>
          <ac:spMkLst>
            <pc:docMk/>
            <pc:sldMk cId="3811122955" sldId="275"/>
            <ac:spMk id="5" creationId="{8ACFC180-5211-31E9-72ED-1BB86322FFC4}"/>
          </ac:spMkLst>
        </pc:spChg>
        <pc:spChg chg="add mod">
          <ac:chgData name="thangam sivnantham" userId="9242b7324f16a732" providerId="LiveId" clId="{BB8E7B90-3606-49CD-9BF3-59F998E35FD4}" dt="2025-01-28T04:52:57.430" v="242" actId="2711"/>
          <ac:spMkLst>
            <pc:docMk/>
            <pc:sldMk cId="3811122955" sldId="275"/>
            <ac:spMk id="7" creationId="{E93B9B07-3D58-7C70-65F0-0A3B9352B68F}"/>
          </ac:spMkLst>
        </pc:spChg>
        <pc:graphicFrameChg chg="add mod modGraphic">
          <ac:chgData name="thangam sivnantham" userId="9242b7324f16a732" providerId="LiveId" clId="{BB8E7B90-3606-49CD-9BF3-59F998E35FD4}" dt="2025-01-28T04:51:40.610" v="240"/>
          <ac:graphicFrameMkLst>
            <pc:docMk/>
            <pc:sldMk cId="3811122955" sldId="275"/>
            <ac:graphicFrameMk id="4" creationId="{3D6BBCDA-4C44-045F-FD20-9381A321483D}"/>
          </ac:graphicFrameMkLst>
        </pc:graphicFrameChg>
      </pc:sldChg>
      <pc:sldChg chg="addSp delSp modSp new mod">
        <pc:chgData name="thangam sivnantham" userId="9242b7324f16a732" providerId="LiveId" clId="{BB8E7B90-3606-49CD-9BF3-59F998E35FD4}" dt="2025-01-28T04:54:33.211" v="250" actId="255"/>
        <pc:sldMkLst>
          <pc:docMk/>
          <pc:sldMk cId="2283247499" sldId="276"/>
        </pc:sldMkLst>
        <pc:spChg chg="add mod">
          <ac:chgData name="thangam sivnantham" userId="9242b7324f16a732" providerId="LiveId" clId="{BB8E7B90-3606-49CD-9BF3-59F998E35FD4}" dt="2025-01-28T04:54:33.211" v="250" actId="255"/>
          <ac:spMkLst>
            <pc:docMk/>
            <pc:sldMk cId="2283247499" sldId="276"/>
            <ac:spMk id="5" creationId="{DC60EB3A-A78D-0BDA-ACFE-2FBB47F08F98}"/>
          </ac:spMkLst>
        </pc:spChg>
        <pc:graphicFrameChg chg="add mod">
          <ac:chgData name="thangam sivnantham" userId="9242b7324f16a732" providerId="LiveId" clId="{BB8E7B90-3606-49CD-9BF3-59F998E35FD4}" dt="2025-01-28T04:23:15.459" v="120"/>
          <ac:graphicFrameMkLst>
            <pc:docMk/>
            <pc:sldMk cId="2283247499" sldId="276"/>
            <ac:graphicFrameMk id="4" creationId="{B3DA7938-9ECA-25E0-8903-3AF8A862550D}"/>
          </ac:graphicFrameMkLst>
        </pc:graphicFrameChg>
      </pc:sldChg>
      <pc:sldChg chg="addSp delSp modSp new mod">
        <pc:chgData name="thangam sivnantham" userId="9242b7324f16a732" providerId="LiveId" clId="{BB8E7B90-3606-49CD-9BF3-59F998E35FD4}" dt="2025-01-28T04:55:16.385" v="254" actId="255"/>
        <pc:sldMkLst>
          <pc:docMk/>
          <pc:sldMk cId="1449230559" sldId="277"/>
        </pc:sldMkLst>
        <pc:spChg chg="add mod">
          <ac:chgData name="thangam sivnantham" userId="9242b7324f16a732" providerId="LiveId" clId="{BB8E7B90-3606-49CD-9BF3-59F998E35FD4}" dt="2025-01-28T04:55:16.385" v="254" actId="255"/>
          <ac:spMkLst>
            <pc:docMk/>
            <pc:sldMk cId="1449230559" sldId="277"/>
            <ac:spMk id="5" creationId="{5F23129E-E72D-303E-9DCE-98A67D88DE8A}"/>
          </ac:spMkLst>
        </pc:spChg>
        <pc:graphicFrameChg chg="add mod">
          <ac:chgData name="thangam sivnantham" userId="9242b7324f16a732" providerId="LiveId" clId="{BB8E7B90-3606-49CD-9BF3-59F998E35FD4}" dt="2025-01-28T04:23:53.994" v="122"/>
          <ac:graphicFrameMkLst>
            <pc:docMk/>
            <pc:sldMk cId="1449230559" sldId="277"/>
            <ac:graphicFrameMk id="4" creationId="{CE6D7C46-24D7-EE8D-AE79-24F4E4D5EDD3}"/>
          </ac:graphicFrameMkLst>
        </pc:graphicFrameChg>
      </pc:sldChg>
      <pc:sldChg chg="addSp delSp modSp new mod">
        <pc:chgData name="thangam sivnantham" userId="9242b7324f16a732" providerId="LiveId" clId="{BB8E7B90-3606-49CD-9BF3-59F998E35FD4}" dt="2025-01-28T04:56:04.455" v="260" actId="255"/>
        <pc:sldMkLst>
          <pc:docMk/>
          <pc:sldMk cId="2097720198" sldId="278"/>
        </pc:sldMkLst>
        <pc:spChg chg="add mod">
          <ac:chgData name="thangam sivnantham" userId="9242b7324f16a732" providerId="LiveId" clId="{BB8E7B90-3606-49CD-9BF3-59F998E35FD4}" dt="2025-01-28T04:56:04.455" v="260" actId="255"/>
          <ac:spMkLst>
            <pc:docMk/>
            <pc:sldMk cId="2097720198" sldId="278"/>
            <ac:spMk id="5" creationId="{AB8F4A6F-7A80-F90C-8269-A184F7B089C9}"/>
          </ac:spMkLst>
        </pc:spChg>
        <pc:graphicFrameChg chg="add mod">
          <ac:chgData name="thangam sivnantham" userId="9242b7324f16a732" providerId="LiveId" clId="{BB8E7B90-3606-49CD-9BF3-59F998E35FD4}" dt="2025-01-28T04:24:10.800" v="124"/>
          <ac:graphicFrameMkLst>
            <pc:docMk/>
            <pc:sldMk cId="2097720198" sldId="278"/>
            <ac:graphicFrameMk id="4" creationId="{D31E8316-05E5-91A5-D9BB-D84E72F837E0}"/>
          </ac:graphicFrameMkLst>
        </pc:graphicFrameChg>
      </pc:sldChg>
      <pc:sldChg chg="delSp modSp new mod">
        <pc:chgData name="thangam sivnantham" userId="9242b7324f16a732" providerId="LiveId" clId="{BB8E7B90-3606-49CD-9BF3-59F998E35FD4}" dt="2025-01-28T04:56:22.239" v="262" actId="478"/>
        <pc:sldMkLst>
          <pc:docMk/>
          <pc:sldMk cId="3148869270" sldId="279"/>
        </pc:sldMkLst>
        <pc:spChg chg="mod">
          <ac:chgData name="thangam sivnantham" userId="9242b7324f16a732" providerId="LiveId" clId="{BB8E7B90-3606-49CD-9BF3-59F998E35FD4}" dt="2025-01-28T04:56:18.483" v="261" actId="2711"/>
          <ac:spMkLst>
            <pc:docMk/>
            <pc:sldMk cId="3148869270" sldId="279"/>
            <ac:spMk id="3" creationId="{78578351-D955-466B-53FA-FB6257BCC9F9}"/>
          </ac:spMkLst>
        </pc:spChg>
      </pc:sldChg>
      <pc:sldChg chg="modSp new mod">
        <pc:chgData name="thangam sivnantham" userId="9242b7324f16a732" providerId="LiveId" clId="{BB8E7B90-3606-49CD-9BF3-59F998E35FD4}" dt="2025-01-28T04:56:56.703" v="269" actId="14100"/>
        <pc:sldMkLst>
          <pc:docMk/>
          <pc:sldMk cId="2683113447" sldId="280"/>
        </pc:sldMkLst>
        <pc:spChg chg="mod">
          <ac:chgData name="thangam sivnantham" userId="9242b7324f16a732" providerId="LiveId" clId="{BB8E7B90-3606-49CD-9BF3-59F998E35FD4}" dt="2025-01-28T04:56:34.611" v="264" actId="255"/>
          <ac:spMkLst>
            <pc:docMk/>
            <pc:sldMk cId="2683113447" sldId="280"/>
            <ac:spMk id="2" creationId="{D75CF11C-0ECD-D131-FF66-49743E4625E9}"/>
          </ac:spMkLst>
        </pc:spChg>
        <pc:spChg chg="mod">
          <ac:chgData name="thangam sivnantham" userId="9242b7324f16a732" providerId="LiveId" clId="{BB8E7B90-3606-49CD-9BF3-59F998E35FD4}" dt="2025-01-28T04:56:56.703" v="269" actId="14100"/>
          <ac:spMkLst>
            <pc:docMk/>
            <pc:sldMk cId="2683113447" sldId="280"/>
            <ac:spMk id="3" creationId="{1DBF88A0-BB30-D128-8733-E164E3D5A953}"/>
          </ac:spMkLst>
        </pc:spChg>
      </pc:sldChg>
      <pc:sldChg chg="modSp new mod">
        <pc:chgData name="thangam sivnantham" userId="9242b7324f16a732" providerId="LiveId" clId="{BB8E7B90-3606-49CD-9BF3-59F998E35FD4}" dt="2025-01-28T04:57:19.558" v="276" actId="2711"/>
        <pc:sldMkLst>
          <pc:docMk/>
          <pc:sldMk cId="2160715274" sldId="281"/>
        </pc:sldMkLst>
        <pc:spChg chg="mod">
          <ac:chgData name="thangam sivnantham" userId="9242b7324f16a732" providerId="LiveId" clId="{BB8E7B90-3606-49CD-9BF3-59F998E35FD4}" dt="2025-01-28T04:57:11.154" v="273" actId="14100"/>
          <ac:spMkLst>
            <pc:docMk/>
            <pc:sldMk cId="2160715274" sldId="281"/>
            <ac:spMk id="2" creationId="{9106492E-27D0-3A5E-A052-A123BEA12668}"/>
          </ac:spMkLst>
        </pc:spChg>
        <pc:spChg chg="mod">
          <ac:chgData name="thangam sivnantham" userId="9242b7324f16a732" providerId="LiveId" clId="{BB8E7B90-3606-49CD-9BF3-59F998E35FD4}" dt="2025-01-28T04:57:19.558" v="276" actId="2711"/>
          <ac:spMkLst>
            <pc:docMk/>
            <pc:sldMk cId="2160715274" sldId="281"/>
            <ac:spMk id="3" creationId="{5BE1D87A-70BA-D44D-E3AF-7F2A4D99DB59}"/>
          </ac:spMkLst>
        </pc:spChg>
      </pc:sldChg>
      <pc:sldChg chg="modSp new mod">
        <pc:chgData name="thangam sivnantham" userId="9242b7324f16a732" providerId="LiveId" clId="{BB8E7B90-3606-49CD-9BF3-59F998E35FD4}" dt="2025-01-28T04:57:41.932" v="283" actId="2711"/>
        <pc:sldMkLst>
          <pc:docMk/>
          <pc:sldMk cId="572422147" sldId="282"/>
        </pc:sldMkLst>
        <pc:spChg chg="mod">
          <ac:chgData name="thangam sivnantham" userId="9242b7324f16a732" providerId="LiveId" clId="{BB8E7B90-3606-49CD-9BF3-59F998E35FD4}" dt="2025-01-28T04:57:34.515" v="280" actId="14100"/>
          <ac:spMkLst>
            <pc:docMk/>
            <pc:sldMk cId="572422147" sldId="282"/>
            <ac:spMk id="2" creationId="{AF776C67-695A-E7F0-76CB-6B06F22D8943}"/>
          </ac:spMkLst>
        </pc:spChg>
        <pc:spChg chg="mod">
          <ac:chgData name="thangam sivnantham" userId="9242b7324f16a732" providerId="LiveId" clId="{BB8E7B90-3606-49CD-9BF3-59F998E35FD4}" dt="2025-01-28T04:57:41.932" v="283" actId="2711"/>
          <ac:spMkLst>
            <pc:docMk/>
            <pc:sldMk cId="572422147" sldId="282"/>
            <ac:spMk id="3" creationId="{9489C05C-F036-D3D6-6F91-4254771FDEC7}"/>
          </ac:spMkLst>
        </pc:spChg>
      </pc:sldChg>
      <pc:sldChg chg="addSp delSp modSp new mod">
        <pc:chgData name="thangam sivnantham" userId="9242b7324f16a732" providerId="LiveId" clId="{BB8E7B90-3606-49CD-9BF3-59F998E35FD4}" dt="2025-01-28T04:58:13.870" v="289" actId="14100"/>
        <pc:sldMkLst>
          <pc:docMk/>
          <pc:sldMk cId="650497067" sldId="283"/>
        </pc:sldMkLst>
        <pc:spChg chg="mod">
          <ac:chgData name="thangam sivnantham" userId="9242b7324f16a732" providerId="LiveId" clId="{BB8E7B90-3606-49CD-9BF3-59F998E35FD4}" dt="2025-01-28T04:57:56.584" v="286" actId="6549"/>
          <ac:spMkLst>
            <pc:docMk/>
            <pc:sldMk cId="650497067" sldId="283"/>
            <ac:spMk id="2" creationId="{82E3F5DA-53E9-90EF-D3E1-B4D3E436947E}"/>
          </ac:spMkLst>
        </pc:spChg>
        <pc:spChg chg="add mod">
          <ac:chgData name="thangam sivnantham" userId="9242b7324f16a732" providerId="LiveId" clId="{BB8E7B90-3606-49CD-9BF3-59F998E35FD4}" dt="2025-01-28T04:58:13.870" v="289" actId="14100"/>
          <ac:spMkLst>
            <pc:docMk/>
            <pc:sldMk cId="650497067" sldId="283"/>
            <ac:spMk id="4" creationId="{F96566FD-AD45-3ED3-98BA-6703C56BA8B8}"/>
          </ac:spMkLst>
        </pc:spChg>
      </pc:sldChg>
      <pc:sldChg chg="addSp delSp modSp new mod">
        <pc:chgData name="thangam sivnantham" userId="9242b7324f16a732" providerId="LiveId" clId="{BB8E7B90-3606-49CD-9BF3-59F998E35FD4}" dt="2025-01-28T04:58:37.691" v="294" actId="14100"/>
        <pc:sldMkLst>
          <pc:docMk/>
          <pc:sldMk cId="3002850781" sldId="284"/>
        </pc:sldMkLst>
        <pc:spChg chg="mod">
          <ac:chgData name="thangam sivnantham" userId="9242b7324f16a732" providerId="LiveId" clId="{BB8E7B90-3606-49CD-9BF3-59F998E35FD4}" dt="2025-01-28T04:58:37.691" v="294" actId="14100"/>
          <ac:spMkLst>
            <pc:docMk/>
            <pc:sldMk cId="3002850781" sldId="284"/>
            <ac:spMk id="2" creationId="{118D1A3E-3636-6354-3E17-99E87A92B4FC}"/>
          </ac:spMkLst>
        </pc:spChg>
        <pc:spChg chg="add mod">
          <ac:chgData name="thangam sivnantham" userId="9242b7324f16a732" providerId="LiveId" clId="{BB8E7B90-3606-49CD-9BF3-59F998E35FD4}" dt="2025-01-28T04:58:34.373" v="293" actId="255"/>
          <ac:spMkLst>
            <pc:docMk/>
            <pc:sldMk cId="3002850781" sldId="284"/>
            <ac:spMk id="4" creationId="{93724C7A-896A-5EF2-6399-2D43362168BD}"/>
          </ac:spMkLst>
        </pc:spChg>
      </pc:sldChg>
      <pc:sldChg chg="addSp delSp modSp new mod">
        <pc:chgData name="thangam sivnantham" userId="9242b7324f16a732" providerId="LiveId" clId="{BB8E7B90-3606-49CD-9BF3-59F998E35FD4}" dt="2025-01-28T05:01:30.088" v="308" actId="20577"/>
        <pc:sldMkLst>
          <pc:docMk/>
          <pc:sldMk cId="373719014" sldId="285"/>
        </pc:sldMkLst>
        <pc:spChg chg="add mod">
          <ac:chgData name="thangam sivnantham" userId="9242b7324f16a732" providerId="LiveId" clId="{BB8E7B90-3606-49CD-9BF3-59F998E35FD4}" dt="2025-01-28T05:00:59.322" v="303" actId="12"/>
          <ac:spMkLst>
            <pc:docMk/>
            <pc:sldMk cId="373719014" sldId="285"/>
            <ac:spMk id="5" creationId="{688F3903-C0C8-E9B4-EF86-3B73789949D2}"/>
          </ac:spMkLst>
        </pc:spChg>
        <pc:spChg chg="add mod">
          <ac:chgData name="thangam sivnantham" userId="9242b7324f16a732" providerId="LiveId" clId="{BB8E7B90-3606-49CD-9BF3-59F998E35FD4}" dt="2025-01-28T05:01:08.779" v="305" actId="1076"/>
          <ac:spMkLst>
            <pc:docMk/>
            <pc:sldMk cId="373719014" sldId="285"/>
            <ac:spMk id="7" creationId="{8F20C991-8954-2B4E-837E-057A3EB7164D}"/>
          </ac:spMkLst>
        </pc:spChg>
        <pc:graphicFrameChg chg="add mod modGraphic">
          <ac:chgData name="thangam sivnantham" userId="9242b7324f16a732" providerId="LiveId" clId="{BB8E7B90-3606-49CD-9BF3-59F998E35FD4}" dt="2025-01-28T05:01:30.088" v="308" actId="20577"/>
          <ac:graphicFrameMkLst>
            <pc:docMk/>
            <pc:sldMk cId="373719014" sldId="285"/>
            <ac:graphicFrameMk id="4" creationId="{F7D6DB88-5861-A193-4D8C-2C2ACE01AE68}"/>
          </ac:graphicFrameMkLst>
        </pc:graphicFrameChg>
      </pc:sldChg>
      <pc:sldChg chg="addSp delSp modSp new mod">
        <pc:chgData name="thangam sivnantham" userId="9242b7324f16a732" providerId="LiveId" clId="{BB8E7B90-3606-49CD-9BF3-59F998E35FD4}" dt="2025-01-28T05:06:23.782" v="342" actId="122"/>
        <pc:sldMkLst>
          <pc:docMk/>
          <pc:sldMk cId="2813082063" sldId="286"/>
        </pc:sldMkLst>
        <pc:spChg chg="add mod">
          <ac:chgData name="thangam sivnantham" userId="9242b7324f16a732" providerId="LiveId" clId="{BB8E7B90-3606-49CD-9BF3-59F998E35FD4}" dt="2025-01-28T05:01:55.181" v="314" actId="12"/>
          <ac:spMkLst>
            <pc:docMk/>
            <pc:sldMk cId="2813082063" sldId="286"/>
            <ac:spMk id="5" creationId="{627107F9-4367-7369-DC30-99B6E6FE2CBC}"/>
          </ac:spMkLst>
        </pc:spChg>
        <pc:spChg chg="add mod">
          <ac:chgData name="thangam sivnantham" userId="9242b7324f16a732" providerId="LiveId" clId="{BB8E7B90-3606-49CD-9BF3-59F998E35FD4}" dt="2025-01-28T05:02:44.039" v="321" actId="2711"/>
          <ac:spMkLst>
            <pc:docMk/>
            <pc:sldMk cId="2813082063" sldId="286"/>
            <ac:spMk id="6" creationId="{95E466B8-46CA-ABA2-6969-9EA878231B5E}"/>
          </ac:spMkLst>
        </pc:spChg>
        <pc:graphicFrameChg chg="add mod modGraphic">
          <ac:chgData name="thangam sivnantham" userId="9242b7324f16a732" providerId="LiveId" clId="{BB8E7B90-3606-49CD-9BF3-59F998E35FD4}" dt="2025-01-28T05:06:23.782" v="342" actId="122"/>
          <ac:graphicFrameMkLst>
            <pc:docMk/>
            <pc:sldMk cId="2813082063" sldId="286"/>
            <ac:graphicFrameMk id="4" creationId="{EE89EFBF-7790-46F1-2CE7-8EAE945DF57D}"/>
          </ac:graphicFrameMkLst>
        </pc:graphicFrameChg>
      </pc:sldChg>
      <pc:sldChg chg="addSp delSp modSp new del mod">
        <pc:chgData name="thangam sivnantham" userId="9242b7324f16a732" providerId="LiveId" clId="{BB8E7B90-3606-49CD-9BF3-59F998E35FD4}" dt="2025-01-28T05:02:49.091" v="322" actId="2696"/>
        <pc:sldMkLst>
          <pc:docMk/>
          <pc:sldMk cId="2067306299" sldId="287"/>
        </pc:sldMkLst>
      </pc:sldChg>
      <pc:sldChg chg="addSp delSp modSp new mod">
        <pc:chgData name="thangam sivnantham" userId="9242b7324f16a732" providerId="LiveId" clId="{BB8E7B90-3606-49CD-9BF3-59F998E35FD4}" dt="2025-01-28T05:05:21.462" v="341" actId="122"/>
        <pc:sldMkLst>
          <pc:docMk/>
          <pc:sldMk cId="630306696" sldId="288"/>
        </pc:sldMkLst>
        <pc:spChg chg="add mod">
          <ac:chgData name="thangam sivnantham" userId="9242b7324f16a732" providerId="LiveId" clId="{BB8E7B90-3606-49CD-9BF3-59F998E35FD4}" dt="2025-01-28T05:03:12.315" v="329" actId="12"/>
          <ac:spMkLst>
            <pc:docMk/>
            <pc:sldMk cId="630306696" sldId="288"/>
            <ac:spMk id="5" creationId="{CDB5C8AB-40D4-8FA5-E474-931F53B4D2DF}"/>
          </ac:spMkLst>
        </pc:spChg>
        <pc:spChg chg="add mod">
          <ac:chgData name="thangam sivnantham" userId="9242b7324f16a732" providerId="LiveId" clId="{BB8E7B90-3606-49CD-9BF3-59F998E35FD4}" dt="2025-01-28T05:03:57.579" v="337" actId="1076"/>
          <ac:spMkLst>
            <pc:docMk/>
            <pc:sldMk cId="630306696" sldId="288"/>
            <ac:spMk id="6" creationId="{6A826A27-4435-5DC7-01D5-EE1B8AD08C40}"/>
          </ac:spMkLst>
        </pc:spChg>
        <pc:graphicFrameChg chg="add mod modGraphic">
          <ac:chgData name="thangam sivnantham" userId="9242b7324f16a732" providerId="LiveId" clId="{BB8E7B90-3606-49CD-9BF3-59F998E35FD4}" dt="2025-01-28T05:05:21.462" v="341" actId="122"/>
          <ac:graphicFrameMkLst>
            <pc:docMk/>
            <pc:sldMk cId="630306696" sldId="288"/>
            <ac:graphicFrameMk id="4" creationId="{444E3762-2159-8886-ACCF-AFDF32A6E223}"/>
          </ac:graphicFrameMkLst>
        </pc:graphicFrameChg>
      </pc:sldChg>
      <pc:sldChg chg="addSp delSp modSp new mod">
        <pc:chgData name="thangam sivnantham" userId="9242b7324f16a732" providerId="LiveId" clId="{BB8E7B90-3606-49CD-9BF3-59F998E35FD4}" dt="2025-02-03T00:39:50.737" v="396" actId="14100"/>
        <pc:sldMkLst>
          <pc:docMk/>
          <pc:sldMk cId="1548110647" sldId="289"/>
        </pc:sldMkLst>
        <pc:spChg chg="mod">
          <ac:chgData name="thangam sivnantham" userId="9242b7324f16a732" providerId="LiveId" clId="{BB8E7B90-3606-49CD-9BF3-59F998E35FD4}" dt="2025-02-03T00:39:18.434" v="388" actId="1076"/>
          <ac:spMkLst>
            <pc:docMk/>
            <pc:sldMk cId="1548110647" sldId="289"/>
            <ac:spMk id="2" creationId="{A25CF06A-374B-436A-C05D-D2DE6BE4173D}"/>
          </ac:spMkLst>
        </pc:spChg>
        <pc:spChg chg="add">
          <ac:chgData name="thangam sivnantham" userId="9242b7324f16a732" providerId="LiveId" clId="{BB8E7B90-3606-49CD-9BF3-59F998E35FD4}" dt="2025-02-03T00:33:30.094" v="347"/>
          <ac:spMkLst>
            <pc:docMk/>
            <pc:sldMk cId="1548110647" sldId="289"/>
            <ac:spMk id="3" creationId="{5E8450C6-0393-43A6-DE61-0D604DB7EAB9}"/>
          </ac:spMkLst>
        </pc:spChg>
        <pc:spChg chg="add mod">
          <ac:chgData name="thangam sivnantham" userId="9242b7324f16a732" providerId="LiveId" clId="{BB8E7B90-3606-49CD-9BF3-59F998E35FD4}" dt="2025-02-03T00:33:40.926" v="350" actId="1076"/>
          <ac:spMkLst>
            <pc:docMk/>
            <pc:sldMk cId="1548110647" sldId="289"/>
            <ac:spMk id="4" creationId="{310697DB-8B0E-2F92-ED6B-203ED06CC356}"/>
          </ac:spMkLst>
        </pc:spChg>
        <pc:spChg chg="add del mod">
          <ac:chgData name="thangam sivnantham" userId="9242b7324f16a732" providerId="LiveId" clId="{BB8E7B90-3606-49CD-9BF3-59F998E35FD4}" dt="2025-02-03T00:35:50.356" v="361"/>
          <ac:spMkLst>
            <pc:docMk/>
            <pc:sldMk cId="1548110647" sldId="289"/>
            <ac:spMk id="5" creationId="{EAAD7B84-83FB-F460-3125-C4AA40C45178}"/>
          </ac:spMkLst>
        </pc:spChg>
        <pc:spChg chg="add mod">
          <ac:chgData name="thangam sivnantham" userId="9242b7324f16a732" providerId="LiveId" clId="{BB8E7B90-3606-49CD-9BF3-59F998E35FD4}" dt="2025-02-03T00:33:44.432" v="352"/>
          <ac:spMkLst>
            <pc:docMk/>
            <pc:sldMk cId="1548110647" sldId="289"/>
            <ac:spMk id="6" creationId="{DB459F98-8541-1459-6869-6F33ECFBB006}"/>
          </ac:spMkLst>
        </pc:spChg>
        <pc:spChg chg="add del">
          <ac:chgData name="thangam sivnantham" userId="9242b7324f16a732" providerId="LiveId" clId="{BB8E7B90-3606-49CD-9BF3-59F998E35FD4}" dt="2025-02-03T00:35:46.831" v="360" actId="478"/>
          <ac:spMkLst>
            <pc:docMk/>
            <pc:sldMk cId="1548110647" sldId="289"/>
            <ac:spMk id="7" creationId="{BF54F299-92AB-BEC4-E1E9-3A24B9AC56A3}"/>
          </ac:spMkLst>
        </pc:spChg>
        <pc:spChg chg="add del">
          <ac:chgData name="thangam sivnantham" userId="9242b7324f16a732" providerId="LiveId" clId="{BB8E7B90-3606-49CD-9BF3-59F998E35FD4}" dt="2025-02-03T00:35:38.320" v="358" actId="478"/>
          <ac:spMkLst>
            <pc:docMk/>
            <pc:sldMk cId="1548110647" sldId="289"/>
            <ac:spMk id="9" creationId="{3D26B967-F28A-1CAB-5BC6-30EA368898F9}"/>
          </ac:spMkLst>
        </pc:spChg>
        <pc:spChg chg="add del mod">
          <ac:chgData name="thangam sivnantham" userId="9242b7324f16a732" providerId="LiveId" clId="{BB8E7B90-3606-49CD-9BF3-59F998E35FD4}" dt="2025-02-03T00:35:43.188" v="359" actId="478"/>
          <ac:spMkLst>
            <pc:docMk/>
            <pc:sldMk cId="1548110647" sldId="289"/>
            <ac:spMk id="10" creationId="{6CA704E6-C348-97A7-890B-6DDA8C8C7FFE}"/>
          </ac:spMkLst>
        </pc:spChg>
        <pc:spChg chg="add mod">
          <ac:chgData name="thangam sivnantham" userId="9242b7324f16a732" providerId="LiveId" clId="{BB8E7B90-3606-49CD-9BF3-59F998E35FD4}" dt="2025-02-03T00:39:50.737" v="396" actId="14100"/>
          <ac:spMkLst>
            <pc:docMk/>
            <pc:sldMk cId="1548110647" sldId="289"/>
            <ac:spMk id="11" creationId="{1E8888AA-99A7-3A99-271E-AD204B4A3A9F}"/>
          </ac:spMkLst>
        </pc:spChg>
      </pc:sldChg>
      <pc:sldChg chg="addSp delSp modSp new mod">
        <pc:chgData name="thangam sivnantham" userId="9242b7324f16a732" providerId="LiveId" clId="{BB8E7B90-3606-49CD-9BF3-59F998E35FD4}" dt="2025-02-03T00:40:53.662" v="412" actId="255"/>
        <pc:sldMkLst>
          <pc:docMk/>
          <pc:sldMk cId="3685443822" sldId="290"/>
        </pc:sldMkLst>
        <pc:spChg chg="mod">
          <ac:chgData name="thangam sivnantham" userId="9242b7324f16a732" providerId="LiveId" clId="{BB8E7B90-3606-49CD-9BF3-59F998E35FD4}" dt="2025-02-03T00:40:10.626" v="401" actId="6549"/>
          <ac:spMkLst>
            <pc:docMk/>
            <pc:sldMk cId="3685443822" sldId="290"/>
            <ac:spMk id="2" creationId="{396FFCC8-3D85-668D-70B5-81D400063E4E}"/>
          </ac:spMkLst>
        </pc:spChg>
        <pc:spChg chg="del">
          <ac:chgData name="thangam sivnantham" userId="9242b7324f16a732" providerId="LiveId" clId="{BB8E7B90-3606-49CD-9BF3-59F998E35FD4}" dt="2025-02-03T00:35:05.734" v="356"/>
          <ac:spMkLst>
            <pc:docMk/>
            <pc:sldMk cId="3685443822" sldId="290"/>
            <ac:spMk id="3" creationId="{34809D41-CB17-A805-9F9A-AA2B6E59792F}"/>
          </ac:spMkLst>
        </pc:spChg>
        <pc:spChg chg="add mod">
          <ac:chgData name="thangam sivnantham" userId="9242b7324f16a732" providerId="LiveId" clId="{BB8E7B90-3606-49CD-9BF3-59F998E35FD4}" dt="2025-02-03T00:40:53.662" v="412" actId="255"/>
          <ac:spMkLst>
            <pc:docMk/>
            <pc:sldMk cId="3685443822" sldId="290"/>
            <ac:spMk id="4" creationId="{DA62509F-7600-2866-9517-ADA6FA46AB99}"/>
          </ac:spMkLst>
        </pc:spChg>
      </pc:sldChg>
      <pc:sldChg chg="addSp delSp modSp new mod">
        <pc:chgData name="thangam sivnantham" userId="9242b7324f16a732" providerId="LiveId" clId="{BB8E7B90-3606-49CD-9BF3-59F998E35FD4}" dt="2025-02-03T00:41:56.921" v="427" actId="1076"/>
        <pc:sldMkLst>
          <pc:docMk/>
          <pc:sldMk cId="3940276776" sldId="291"/>
        </pc:sldMkLst>
        <pc:spChg chg="mod">
          <ac:chgData name="thangam sivnantham" userId="9242b7324f16a732" providerId="LiveId" clId="{BB8E7B90-3606-49CD-9BF3-59F998E35FD4}" dt="2025-02-03T00:41:52.714" v="426" actId="1076"/>
          <ac:spMkLst>
            <pc:docMk/>
            <pc:sldMk cId="3940276776" sldId="291"/>
            <ac:spMk id="2" creationId="{C3522AB1-CE40-7D6F-97A8-FEAAD78A7BE1}"/>
          </ac:spMkLst>
        </pc:spChg>
        <pc:spChg chg="del">
          <ac:chgData name="thangam sivnantham" userId="9242b7324f16a732" providerId="LiveId" clId="{BB8E7B90-3606-49CD-9BF3-59F998E35FD4}" dt="2025-02-03T00:36:39.125" v="364"/>
          <ac:spMkLst>
            <pc:docMk/>
            <pc:sldMk cId="3940276776" sldId="291"/>
            <ac:spMk id="3" creationId="{1495438D-AEE1-9426-ACAD-2D35966A833C}"/>
          </ac:spMkLst>
        </pc:spChg>
        <pc:spChg chg="add mod">
          <ac:chgData name="thangam sivnantham" userId="9242b7324f16a732" providerId="LiveId" clId="{BB8E7B90-3606-49CD-9BF3-59F998E35FD4}" dt="2025-02-03T00:41:56.921" v="427" actId="1076"/>
          <ac:spMkLst>
            <pc:docMk/>
            <pc:sldMk cId="3940276776" sldId="291"/>
            <ac:spMk id="4" creationId="{8F6FA368-4ACB-9E73-66AD-84DBD98E6D54}"/>
          </ac:spMkLst>
        </pc:spChg>
      </pc:sldChg>
      <pc:sldChg chg="addSp delSp modSp new mod">
        <pc:chgData name="thangam sivnantham" userId="9242b7324f16a732" providerId="LiveId" clId="{BB8E7B90-3606-49CD-9BF3-59F998E35FD4}" dt="2025-02-03T00:42:37.708" v="437" actId="1076"/>
        <pc:sldMkLst>
          <pc:docMk/>
          <pc:sldMk cId="3102844551" sldId="292"/>
        </pc:sldMkLst>
        <pc:spChg chg="mod">
          <ac:chgData name="thangam sivnantham" userId="9242b7324f16a732" providerId="LiveId" clId="{BB8E7B90-3606-49CD-9BF3-59F998E35FD4}" dt="2025-02-03T00:42:17.464" v="432" actId="14100"/>
          <ac:spMkLst>
            <pc:docMk/>
            <pc:sldMk cId="3102844551" sldId="292"/>
            <ac:spMk id="2" creationId="{ECFFD053-619D-6F5C-F05B-EB934FBB5D91}"/>
          </ac:spMkLst>
        </pc:spChg>
        <pc:spChg chg="del">
          <ac:chgData name="thangam sivnantham" userId="9242b7324f16a732" providerId="LiveId" clId="{BB8E7B90-3606-49CD-9BF3-59F998E35FD4}" dt="2025-02-03T00:36:57.847" v="366"/>
          <ac:spMkLst>
            <pc:docMk/>
            <pc:sldMk cId="3102844551" sldId="292"/>
            <ac:spMk id="3" creationId="{26BBCC63-F965-9DF2-4DD3-16EDE7788FBE}"/>
          </ac:spMkLst>
        </pc:spChg>
        <pc:spChg chg="add mod">
          <ac:chgData name="thangam sivnantham" userId="9242b7324f16a732" providerId="LiveId" clId="{BB8E7B90-3606-49CD-9BF3-59F998E35FD4}" dt="2025-02-03T00:42:37.708" v="437" actId="1076"/>
          <ac:spMkLst>
            <pc:docMk/>
            <pc:sldMk cId="3102844551" sldId="292"/>
            <ac:spMk id="4" creationId="{A7E296A9-28A4-9A9A-F104-6CE7D7BC77E9}"/>
          </ac:spMkLst>
        </pc:spChg>
      </pc:sldChg>
      <pc:sldChg chg="modSp new mod">
        <pc:chgData name="thangam sivnantham" userId="9242b7324f16a732" providerId="LiveId" clId="{BB8E7B90-3606-49CD-9BF3-59F998E35FD4}" dt="2025-02-03T00:42:46.968" v="438" actId="6549"/>
        <pc:sldMkLst>
          <pc:docMk/>
          <pc:sldMk cId="2781968487" sldId="293"/>
        </pc:sldMkLst>
        <pc:spChg chg="mod">
          <ac:chgData name="thangam sivnantham" userId="9242b7324f16a732" providerId="LiveId" clId="{BB8E7B90-3606-49CD-9BF3-59F998E35FD4}" dt="2025-02-03T00:42:46.968" v="438" actId="6549"/>
          <ac:spMkLst>
            <pc:docMk/>
            <pc:sldMk cId="2781968487" sldId="293"/>
            <ac:spMk id="2" creationId="{A7E7B3C7-9771-8EE6-4E81-75487C57043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D3953-F0BB-5A60-B64E-107C105C53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D058E-8363-2380-AAA4-4E0594F895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395B9E-1C4C-531E-D1C8-7A5B5DBF5CF4}"/>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EA808340-AE61-462A-389E-9833FC53F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DF105-4C43-9D9F-2E37-4EF8D9D060D2}"/>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2080680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4B769-ADD7-3EEA-F54E-65CA12CDE8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3B3067-8D05-50DE-A703-0C73E135D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C78B3-433E-FB4A-560C-40FE49CDA6E1}"/>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69AF87EE-F217-BD68-8E71-E09965A32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A5C1EC-35FC-26FE-B288-CC2C08232808}"/>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3387457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7BC-5AF4-94E8-9524-68960A1C01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56E48F-8DFB-3686-2519-6C8D9E416A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8D15EA-DD79-C219-43F5-413897506958}"/>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AAA62597-E446-A5D5-DC46-541A0BFD9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1C73C6-19E2-8F48-7B77-133110C55C94}"/>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2828846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6B48E-31B4-A079-49EB-D15FAF00EB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964F0B-46DB-5E43-D076-44992B7FFF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211A03-DFE2-4CFF-1921-DDCA2884B1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6681A4-9BDF-27D5-9D3C-741F358511BF}"/>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6" name="Footer Placeholder 5">
            <a:extLst>
              <a:ext uri="{FF2B5EF4-FFF2-40B4-BE49-F238E27FC236}">
                <a16:creationId xmlns:a16="http://schemas.microsoft.com/office/drawing/2014/main" id="{E38F97E4-3A51-5DD1-1F1D-089164D05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22D655-8B1B-4D45-2F9F-AAAAD9F420AE}"/>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1253363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0F0E-96A8-867D-05EC-2D0820655C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1F07B2-5BF5-DEA5-6C48-EA9E679EE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9891ED-1E9E-EB49-23BF-E24808D3E9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7F7F65-E641-63F2-9E29-AB7DDA74EF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010124-DFD8-38D0-7C3B-12AE995209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8FBF0E-1A86-F65F-305B-62FA137369A7}"/>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8" name="Footer Placeholder 7">
            <a:extLst>
              <a:ext uri="{FF2B5EF4-FFF2-40B4-BE49-F238E27FC236}">
                <a16:creationId xmlns:a16="http://schemas.microsoft.com/office/drawing/2014/main" id="{5AFE4742-A442-2C36-1C7C-CB1D583BE4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5A7C05-741B-C934-F11F-F5332661462A}"/>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59968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E57DF-E26D-0B50-9010-A8016C70E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B7C220-EF35-9174-0226-0BD590EC2BC9}"/>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4" name="Footer Placeholder 3">
            <a:extLst>
              <a:ext uri="{FF2B5EF4-FFF2-40B4-BE49-F238E27FC236}">
                <a16:creationId xmlns:a16="http://schemas.microsoft.com/office/drawing/2014/main" id="{994B313F-F002-B072-6AB9-79649F9C99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D49AD7-51F5-2E95-BA06-65F3382A27AF}"/>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3500305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2FCAC-038B-3A2E-AC34-36C109ACA1D5}"/>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3" name="Footer Placeholder 2">
            <a:extLst>
              <a:ext uri="{FF2B5EF4-FFF2-40B4-BE49-F238E27FC236}">
                <a16:creationId xmlns:a16="http://schemas.microsoft.com/office/drawing/2014/main" id="{AC7C12A7-4BBF-E68C-3AD5-540A26D73F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172E79-FDB4-F4F7-2D2C-B79F6C2926D9}"/>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390125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97BD-FC6D-493F-C37F-E11D0E6AB7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11A7C1-EE19-240C-CBD0-80EA269D08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C2A3FB-F32B-F1DD-8CA0-26395977B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E0455-D363-9998-1714-9B4B5C4AE4D6}"/>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6" name="Footer Placeholder 5">
            <a:extLst>
              <a:ext uri="{FF2B5EF4-FFF2-40B4-BE49-F238E27FC236}">
                <a16:creationId xmlns:a16="http://schemas.microsoft.com/office/drawing/2014/main" id="{4DAA52A4-0857-67B5-8F80-67BC9DA1D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873E5-BF6A-0539-5D4E-76535FA3A3AF}"/>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2902470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8ACD-942F-5CC7-1DC2-D29FA6D945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CC84BA-F035-B87B-2C55-19B95451C2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FD960E-29C2-08D3-E4FE-F2194F3242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F015D-14E7-548D-5A9C-2642677F58A9}"/>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6" name="Footer Placeholder 5">
            <a:extLst>
              <a:ext uri="{FF2B5EF4-FFF2-40B4-BE49-F238E27FC236}">
                <a16:creationId xmlns:a16="http://schemas.microsoft.com/office/drawing/2014/main" id="{FA32CC7B-6CE8-9154-4941-6C1170668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050F22-EC58-A702-A0BB-D05B817A23A5}"/>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150412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9FE3C-215D-606E-9D34-B13C3ACA62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16B5AD-412C-898B-9D91-1B33794D3C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27202C-552A-068A-C9CB-86C942C14987}"/>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09BDCA10-B0B4-26E5-A7D2-F2DD838D32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15352-92EE-2E25-9A78-79FAE33FCCA0}"/>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315684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D47019-F938-4E83-B60E-E8C3CC277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9E63E-A770-388A-6A8B-EA3B7585E6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121A1-A3A6-26DF-4D4E-BB4F0AF5174A}"/>
              </a:ext>
            </a:extLst>
          </p:cNvPr>
          <p:cNvSpPr>
            <a:spLocks noGrp="1"/>
          </p:cNvSpPr>
          <p:nvPr>
            <p:ph type="dt" sz="half" idx="10"/>
          </p:nvPr>
        </p:nvSpPr>
        <p:spPr/>
        <p:txBody>
          <a:body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B9496F34-5A18-05B8-A1AC-1A196EFDD2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00FE9-495C-2CDF-51F3-91BB431EDE0C}"/>
              </a:ext>
            </a:extLst>
          </p:cNvPr>
          <p:cNvSpPr>
            <a:spLocks noGrp="1"/>
          </p:cNvSpPr>
          <p:nvPr>
            <p:ph type="sldNum" sz="quarter" idx="12"/>
          </p:nvPr>
        </p:nvSpPr>
        <p:spPr/>
        <p:txBody>
          <a:bodyPr/>
          <a:lstStyle/>
          <a:p>
            <a:fld id="{4D48DCBD-1629-4489-9E75-92B2409CEB5B}" type="slidenum">
              <a:rPr lang="en-US" smtClean="0"/>
              <a:t>‹#›</a:t>
            </a:fld>
            <a:endParaRPr lang="en-US"/>
          </a:p>
        </p:txBody>
      </p:sp>
    </p:spTree>
    <p:extLst>
      <p:ext uri="{BB962C8B-B14F-4D97-AF65-F5344CB8AC3E}">
        <p14:creationId xmlns:p14="http://schemas.microsoft.com/office/powerpoint/2010/main" val="755420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4F51C6-4383-FD3D-C56E-57DB19C47A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51760D-CA52-0B5E-45C7-DF1C04B418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E3789-E400-B2FC-63D2-646DD8B7E8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B771D1-BE5C-4DE0-8BC7-BF530121D116}" type="datetimeFigureOut">
              <a:rPr lang="en-US" smtClean="0"/>
              <a:t>2/3/2025</a:t>
            </a:fld>
            <a:endParaRPr lang="en-US"/>
          </a:p>
        </p:txBody>
      </p:sp>
      <p:sp>
        <p:nvSpPr>
          <p:cNvPr id="5" name="Footer Placeholder 4">
            <a:extLst>
              <a:ext uri="{FF2B5EF4-FFF2-40B4-BE49-F238E27FC236}">
                <a16:creationId xmlns:a16="http://schemas.microsoft.com/office/drawing/2014/main" id="{ACF93679-C49F-FF9C-D1B6-A1FBE4A33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F292C0-DCB7-F88C-AC56-55BCDA9A1D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48DCBD-1629-4489-9E75-92B2409CEB5B}" type="slidenum">
              <a:rPr lang="en-US" smtClean="0"/>
              <a:t>‹#›</a:t>
            </a:fld>
            <a:endParaRPr lang="en-US"/>
          </a:p>
        </p:txBody>
      </p:sp>
    </p:spTree>
    <p:extLst>
      <p:ext uri="{BB962C8B-B14F-4D97-AF65-F5344CB8AC3E}">
        <p14:creationId xmlns:p14="http://schemas.microsoft.com/office/powerpoint/2010/main" val="2628483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w3schools.com/tags/tag_col.asp" TargetMode="External"/><Relationship Id="rId3" Type="http://schemas.openxmlformats.org/officeDocument/2006/relationships/hyperlink" Target="https://www.w3schools.com/tags/tag_th.asp" TargetMode="External"/><Relationship Id="rId7" Type="http://schemas.openxmlformats.org/officeDocument/2006/relationships/hyperlink" Target="https://www.w3schools.com/tags/tag_colgroup.asp" TargetMode="External"/><Relationship Id="rId2" Type="http://schemas.openxmlformats.org/officeDocument/2006/relationships/hyperlink" Target="https://www.w3schools.com/tags/tag_table.asp" TargetMode="External"/><Relationship Id="rId1" Type="http://schemas.openxmlformats.org/officeDocument/2006/relationships/slideLayout" Target="../slideLayouts/slideLayout2.xml"/><Relationship Id="rId6" Type="http://schemas.openxmlformats.org/officeDocument/2006/relationships/hyperlink" Target="https://www.w3schools.com/tags/tag_caption.asp" TargetMode="External"/><Relationship Id="rId11" Type="http://schemas.openxmlformats.org/officeDocument/2006/relationships/hyperlink" Target="https://www.w3schools.com/tags/tag_tfoot.asp" TargetMode="External"/><Relationship Id="rId5" Type="http://schemas.openxmlformats.org/officeDocument/2006/relationships/hyperlink" Target="https://www.w3schools.com/tags/tag_td.asp" TargetMode="External"/><Relationship Id="rId10" Type="http://schemas.openxmlformats.org/officeDocument/2006/relationships/hyperlink" Target="https://www.w3schools.com/tags/tag_tbody.asp" TargetMode="External"/><Relationship Id="rId4" Type="http://schemas.openxmlformats.org/officeDocument/2006/relationships/hyperlink" Target="https://www.w3schools.com/tags/tag_tr.asp" TargetMode="External"/><Relationship Id="rId9" Type="http://schemas.openxmlformats.org/officeDocument/2006/relationships/hyperlink" Target="https://www.w3schools.com/tags/tag_thead.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1895-86AD-1D08-3087-73F5ED1FCA66}"/>
              </a:ext>
            </a:extLst>
          </p:cNvPr>
          <p:cNvSpPr>
            <a:spLocks noGrp="1"/>
          </p:cNvSpPr>
          <p:nvPr>
            <p:ph type="ctrTitle"/>
          </p:nvPr>
        </p:nvSpPr>
        <p:spPr/>
        <p:txBody>
          <a:bodyPr/>
          <a:lstStyle/>
          <a:p>
            <a:r>
              <a:rPr lang="en-US" b="1" dirty="0"/>
              <a:t>HTML SVG Graphics</a:t>
            </a:r>
            <a:br>
              <a:rPr lang="en-US" b="1" dirty="0"/>
            </a:br>
            <a:endParaRPr lang="en-US" dirty="0"/>
          </a:p>
        </p:txBody>
      </p:sp>
      <p:sp>
        <p:nvSpPr>
          <p:cNvPr id="3" name="Subtitle 2">
            <a:extLst>
              <a:ext uri="{FF2B5EF4-FFF2-40B4-BE49-F238E27FC236}">
                <a16:creationId xmlns:a16="http://schemas.microsoft.com/office/drawing/2014/main" id="{D5BC4742-F8F8-8507-275A-9D51E623D17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6828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FA8DE-2852-851A-686D-EB15DD9B772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SVG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9701EA-388C-A2E5-F0A7-B857CC04733E}"/>
              </a:ext>
            </a:extLst>
          </p:cNvPr>
          <p:cNvSpPr>
            <a:spLocks noGrp="1"/>
          </p:cNvSpPr>
          <p:nvPr>
            <p:ph idx="1"/>
          </p:nvPr>
        </p:nvSpPr>
        <p:spPr>
          <a:xfrm>
            <a:off x="838200" y="1454046"/>
            <a:ext cx="10515600" cy="4722917"/>
          </a:xfrm>
        </p:spPr>
        <p:txBody>
          <a:bodyPr/>
          <a:lstStyle/>
          <a:p>
            <a:pPr algn="just">
              <a:lnSpc>
                <a:spcPct val="150000"/>
              </a:lnSpc>
            </a:pPr>
            <a:r>
              <a:rPr lang="en-US" b="1" dirty="0">
                <a:latin typeface="Times New Roman" panose="02020603050405020304" pitchFamily="18" charset="0"/>
                <a:cs typeface="Times New Roman" panose="02020603050405020304" pitchFamily="18" charset="0"/>
              </a:rPr>
              <a:t>SVG (Scalable Vector Graphics)</a:t>
            </a:r>
          </a:p>
          <a:p>
            <a:pPr algn="just">
              <a:lnSpc>
                <a:spcPct val="150000"/>
              </a:lnSpc>
            </a:pPr>
            <a:r>
              <a:rPr lang="en-US" dirty="0">
                <a:latin typeface="Times New Roman" panose="02020603050405020304" pitchFamily="18" charset="0"/>
                <a:cs typeface="Times New Roman" panose="02020603050405020304" pitchFamily="18" charset="0"/>
              </a:rPr>
              <a:t>SVG defines vector-based graphics in XML, which can be directly embedded in HTML pages.</a:t>
            </a:r>
          </a:p>
          <a:p>
            <a:pPr algn="just">
              <a:lnSpc>
                <a:spcPct val="150000"/>
              </a:lnSpc>
            </a:pPr>
            <a:r>
              <a:rPr lang="en-US" dirty="0">
                <a:latin typeface="Times New Roman" panose="02020603050405020304" pitchFamily="18" charset="0"/>
                <a:cs typeface="Times New Roman" panose="02020603050405020304" pitchFamily="18" charset="0"/>
              </a:rPr>
              <a:t>SVG graphics are scalable and do not lose any quality if they are zoomed or resized.</a:t>
            </a:r>
          </a:p>
          <a:p>
            <a:pPr algn="just">
              <a:lnSpc>
                <a:spcPct val="150000"/>
              </a:lnSpc>
            </a:pPr>
            <a:r>
              <a:rPr lang="en-US" dirty="0">
                <a:latin typeface="Times New Roman" panose="02020603050405020304" pitchFamily="18" charset="0"/>
                <a:cs typeface="Times New Roman" panose="02020603050405020304" pitchFamily="18" charset="0"/>
              </a:rPr>
              <a:t>SVG is supported by all major browsers.</a:t>
            </a:r>
          </a:p>
        </p:txBody>
      </p:sp>
    </p:spTree>
    <p:extLst>
      <p:ext uri="{BB962C8B-B14F-4D97-AF65-F5344CB8AC3E}">
        <p14:creationId xmlns:p14="http://schemas.microsoft.com/office/powerpoint/2010/main" val="360894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F54E-8A77-7300-16C8-C98A551678D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SVG?</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F2805B3-468B-01FA-DBEA-7BB05BF2D60E}"/>
              </a:ext>
            </a:extLst>
          </p:cNvPr>
          <p:cNvSpPr>
            <a:spLocks noGrp="1" noChangeArrowheads="1"/>
          </p:cNvSpPr>
          <p:nvPr>
            <p:ph idx="1"/>
          </p:nvPr>
        </p:nvSpPr>
        <p:spPr bwMode="auto">
          <a:xfrm>
            <a:off x="903980" y="1327710"/>
            <a:ext cx="10384040"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stands for Scalable Vector Graphics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is used to define vector-based graphics for the Web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defines graphics in XML format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element and attribute in SVG files can be animated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is a W3C recommendation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integrates with other standards, such as CSS, DOM, XSL </a:t>
            </a:r>
          </a:p>
          <a:p>
            <a:pPr marL="0" marR="0" lvl="0" indent="0" algn="just" defTabSz="914400" rtl="0" eaLnBrk="0" fontAlgn="base" latinLnBrk="0" hangingPunct="0">
              <a:lnSpc>
                <a:spcPct val="15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JavaScrip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1716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E67D-72E0-BE20-59D9-E99555744BDD}"/>
              </a:ext>
            </a:extLst>
          </p:cNvPr>
          <p:cNvSpPr>
            <a:spLocks noGrp="1"/>
          </p:cNvSpPr>
          <p:nvPr>
            <p:ph type="title"/>
          </p:nvPr>
        </p:nvSpPr>
        <p:spPr>
          <a:xfrm>
            <a:off x="838200" y="527605"/>
            <a:ext cx="10515600" cy="1325563"/>
          </a:xfrm>
        </p:spPr>
        <p:txBody>
          <a:bodyPr>
            <a:normAutofit/>
          </a:bodyPr>
          <a:lstStyle/>
          <a:p>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&lt;</a:t>
            </a:r>
            <a:r>
              <a:rPr kumimoji="0" lang="en-US" altLang="en-US" sz="2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svg</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 Element</a:t>
            </a:r>
            <a:endParaRPr lang="en-US"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32A00F7-22D5-986B-69FA-60BEF1BC3163}"/>
              </a:ext>
            </a:extLst>
          </p:cNvPr>
          <p:cNvSpPr>
            <a:spLocks noGrp="1" noChangeArrowheads="1"/>
          </p:cNvSpPr>
          <p:nvPr>
            <p:ph idx="1"/>
          </p:nvPr>
        </p:nvSpPr>
        <p:spPr bwMode="auto">
          <a:xfrm>
            <a:off x="838200" y="1853168"/>
            <a:ext cx="10007868" cy="16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HTML &lt;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svg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 element is a container for SVG graphics.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SVG has several methods for drawing paths, rectangles, circles, polygons, text,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much more.</a:t>
            </a:r>
          </a:p>
        </p:txBody>
      </p:sp>
    </p:spTree>
    <p:extLst>
      <p:ext uri="{BB962C8B-B14F-4D97-AF65-F5344CB8AC3E}">
        <p14:creationId xmlns:p14="http://schemas.microsoft.com/office/powerpoint/2010/main" val="1740585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5C16-1C50-A617-29A0-C14FC65CE432}"/>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SVG Circle</a:t>
            </a:r>
            <a:r>
              <a:rPr lang="en-US" sz="28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412D574B-3F4E-4D3D-EF2E-DA8AF8BCD100}"/>
              </a:ext>
            </a:extLst>
          </p:cNvPr>
          <p:cNvSpPr>
            <a:spLocks noGrp="1"/>
          </p:cNvSpPr>
          <p:nvPr>
            <p:ph idx="1"/>
          </p:nvPr>
        </p:nvSpPr>
        <p:spPr/>
        <p:txBody>
          <a:bodyPr>
            <a:normAutofit/>
          </a:bodyPr>
          <a:lstStyle/>
          <a:p>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!DOCTYPE</a:t>
            </a:r>
            <a:r>
              <a:rPr lang="en-US" sz="2400" dirty="0">
                <a:solidFill>
                  <a:srgbClr val="FF0000"/>
                </a:solidFill>
                <a:effectLst/>
                <a:latin typeface="Times New Roman" panose="02020603050405020304" pitchFamily="18" charset="0"/>
                <a:cs typeface="Times New Roman" panose="02020603050405020304" pitchFamily="18" charset="0"/>
              </a:rPr>
              <a:t> html</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html</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body</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err="1">
                <a:solidFill>
                  <a:srgbClr val="A52A2A"/>
                </a:solidFill>
                <a:effectLst/>
                <a:latin typeface="Times New Roman" panose="02020603050405020304" pitchFamily="18" charset="0"/>
                <a:cs typeface="Times New Roman" panose="02020603050405020304" pitchFamily="18" charset="0"/>
              </a:rPr>
              <a:t>svg</a:t>
            </a:r>
            <a:r>
              <a:rPr lang="en-US" sz="2400" dirty="0">
                <a:solidFill>
                  <a:srgbClr val="FF0000"/>
                </a:solidFill>
                <a:effectLst/>
                <a:latin typeface="Times New Roman" panose="02020603050405020304" pitchFamily="18" charset="0"/>
                <a:cs typeface="Times New Roman" panose="02020603050405020304" pitchFamily="18" charset="0"/>
              </a:rPr>
              <a:t> width</a:t>
            </a:r>
            <a:r>
              <a:rPr lang="en-US" sz="2400" dirty="0">
                <a:solidFill>
                  <a:srgbClr val="0000CD"/>
                </a:solidFill>
                <a:effectLst/>
                <a:latin typeface="Times New Roman" panose="02020603050405020304" pitchFamily="18" charset="0"/>
                <a:cs typeface="Times New Roman" panose="02020603050405020304" pitchFamily="18" charset="0"/>
              </a:rPr>
              <a:t>="100"</a:t>
            </a:r>
            <a:r>
              <a:rPr lang="en-US" sz="2400" dirty="0">
                <a:solidFill>
                  <a:srgbClr val="FF0000"/>
                </a:solidFill>
                <a:effectLst/>
                <a:latin typeface="Times New Roman" panose="02020603050405020304" pitchFamily="18" charset="0"/>
                <a:cs typeface="Times New Roman" panose="02020603050405020304" pitchFamily="18" charset="0"/>
              </a:rPr>
              <a:t> height</a:t>
            </a:r>
            <a:r>
              <a:rPr lang="en-US" sz="2400" dirty="0">
                <a:solidFill>
                  <a:srgbClr val="0000CD"/>
                </a:solidFill>
                <a:effectLst/>
                <a:latin typeface="Times New Roman" panose="02020603050405020304" pitchFamily="18" charset="0"/>
                <a:cs typeface="Times New Roman" panose="02020603050405020304" pitchFamily="18" charset="0"/>
              </a:rPr>
              <a:t>="100"&gt;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circle</a:t>
            </a:r>
            <a:r>
              <a:rPr lang="en-US" sz="2400" dirty="0">
                <a:solidFill>
                  <a:srgbClr val="FF0000"/>
                </a:solidFill>
                <a:effectLst/>
                <a:latin typeface="Times New Roman" panose="02020603050405020304" pitchFamily="18" charset="0"/>
                <a:cs typeface="Times New Roman" panose="02020603050405020304" pitchFamily="18" charset="0"/>
              </a:rPr>
              <a:t> cx</a:t>
            </a:r>
            <a:r>
              <a:rPr lang="en-US" sz="2400" dirty="0">
                <a:solidFill>
                  <a:srgbClr val="0000CD"/>
                </a:solidFill>
                <a:effectLst/>
                <a:latin typeface="Times New Roman" panose="02020603050405020304" pitchFamily="18" charset="0"/>
                <a:cs typeface="Times New Roman" panose="02020603050405020304" pitchFamily="18" charset="0"/>
              </a:rPr>
              <a:t>="50"</a:t>
            </a:r>
            <a:r>
              <a:rPr lang="en-US" sz="2400" dirty="0">
                <a:solidFill>
                  <a:srgbClr val="FF0000"/>
                </a:solidFill>
                <a:effectLst/>
                <a:latin typeface="Times New Roman" panose="02020603050405020304" pitchFamily="18" charset="0"/>
                <a:cs typeface="Times New Roman" panose="02020603050405020304" pitchFamily="18" charset="0"/>
              </a:rPr>
              <a:t> cy</a:t>
            </a:r>
            <a:r>
              <a:rPr lang="en-US" sz="2400" dirty="0">
                <a:solidFill>
                  <a:srgbClr val="0000CD"/>
                </a:solidFill>
                <a:effectLst/>
                <a:latin typeface="Times New Roman" panose="02020603050405020304" pitchFamily="18" charset="0"/>
                <a:cs typeface="Times New Roman" panose="02020603050405020304" pitchFamily="18" charset="0"/>
              </a:rPr>
              <a:t>="50"</a:t>
            </a:r>
            <a:r>
              <a:rPr lang="en-US" sz="2400" dirty="0">
                <a:solidFill>
                  <a:srgbClr val="FF0000"/>
                </a:solidFill>
                <a:effectLst/>
                <a:latin typeface="Times New Roman" panose="02020603050405020304" pitchFamily="18" charset="0"/>
                <a:cs typeface="Times New Roman" panose="02020603050405020304" pitchFamily="18" charset="0"/>
              </a:rPr>
              <a:t> r</a:t>
            </a:r>
            <a:r>
              <a:rPr lang="en-US" sz="2400" dirty="0">
                <a:solidFill>
                  <a:srgbClr val="0000CD"/>
                </a:solidFill>
                <a:effectLst/>
                <a:latin typeface="Times New Roman" panose="02020603050405020304" pitchFamily="18" charset="0"/>
                <a:cs typeface="Times New Roman" panose="02020603050405020304" pitchFamily="18" charset="0"/>
              </a:rPr>
              <a:t>="40"</a:t>
            </a:r>
            <a:r>
              <a:rPr lang="en-US" sz="2400" dirty="0">
                <a:solidFill>
                  <a:srgbClr val="FF0000"/>
                </a:solidFill>
                <a:effectLst/>
                <a:latin typeface="Times New Roman" panose="02020603050405020304" pitchFamily="18" charset="0"/>
                <a:cs typeface="Times New Roman" panose="02020603050405020304" pitchFamily="18" charset="0"/>
              </a:rPr>
              <a:t> stroke</a:t>
            </a:r>
            <a:r>
              <a:rPr lang="en-US" sz="2400" dirty="0">
                <a:solidFill>
                  <a:srgbClr val="0000CD"/>
                </a:solidFill>
                <a:effectLst/>
                <a:latin typeface="Times New Roman" panose="02020603050405020304" pitchFamily="18" charset="0"/>
                <a:cs typeface="Times New Roman" panose="02020603050405020304" pitchFamily="18" charset="0"/>
              </a:rPr>
              <a:t>="green"</a:t>
            </a:r>
            <a:r>
              <a:rPr lang="en-US" sz="2400" dirty="0">
                <a:solidFill>
                  <a:srgbClr val="FF0000"/>
                </a:solidFill>
                <a:effectLst/>
                <a:latin typeface="Times New Roman" panose="02020603050405020304" pitchFamily="18" charset="0"/>
                <a:cs typeface="Times New Roman" panose="02020603050405020304" pitchFamily="18" charset="0"/>
              </a:rPr>
              <a:t> stroke-width</a:t>
            </a:r>
            <a:r>
              <a:rPr lang="en-US" sz="2400" dirty="0">
                <a:solidFill>
                  <a:srgbClr val="0000CD"/>
                </a:solidFill>
                <a:effectLst/>
                <a:latin typeface="Times New Roman" panose="02020603050405020304" pitchFamily="18" charset="0"/>
                <a:cs typeface="Times New Roman" panose="02020603050405020304" pitchFamily="18" charset="0"/>
              </a:rPr>
              <a:t>="4"</a:t>
            </a:r>
            <a:r>
              <a:rPr lang="en-US" sz="2400" dirty="0">
                <a:solidFill>
                  <a:srgbClr val="FF0000"/>
                </a:solidFill>
                <a:effectLst/>
                <a:latin typeface="Times New Roman" panose="02020603050405020304" pitchFamily="18" charset="0"/>
                <a:cs typeface="Times New Roman" panose="02020603050405020304" pitchFamily="18" charset="0"/>
              </a:rPr>
              <a:t> fill</a:t>
            </a:r>
            <a:r>
              <a:rPr lang="en-US" sz="2400" dirty="0">
                <a:solidFill>
                  <a:srgbClr val="0000CD"/>
                </a:solidFill>
                <a:effectLst/>
                <a:latin typeface="Times New Roman" panose="02020603050405020304" pitchFamily="18" charset="0"/>
                <a:cs typeface="Times New Roman" panose="02020603050405020304" pitchFamily="18" charset="0"/>
              </a:rPr>
              <a:t>="yellow"</a:t>
            </a:r>
            <a:r>
              <a:rPr lang="en-US" sz="2400" dirty="0">
                <a:solidFill>
                  <a:srgbClr val="FF0000"/>
                </a:solidFill>
                <a:effectLst/>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a:t>
            </a:r>
            <a:r>
              <a:rPr lang="en-US" sz="2400" dirty="0" err="1">
                <a:solidFill>
                  <a:srgbClr val="A52A2A"/>
                </a:solidFill>
                <a:effectLst/>
                <a:latin typeface="Times New Roman" panose="02020603050405020304" pitchFamily="18" charset="0"/>
                <a:cs typeface="Times New Roman" panose="02020603050405020304" pitchFamily="18" charset="0"/>
              </a:rPr>
              <a:t>svg</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/body</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/html</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600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3061-31BA-5B6E-918B-A4A591F656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ED71D9-D5B7-24BA-96D9-137017F2EB50}"/>
              </a:ext>
            </a:extLst>
          </p:cNvPr>
          <p:cNvSpPr>
            <a:spLocks noGrp="1"/>
          </p:cNvSpPr>
          <p:nvPr>
            <p:ph idx="1"/>
          </p:nvPr>
        </p:nvSpPr>
        <p:spPr/>
        <p:txBody>
          <a:bodyPr/>
          <a:lstStyle/>
          <a:p>
            <a:pPr>
              <a:lnSpc>
                <a:spcPct val="150000"/>
              </a:lnSpc>
            </a:pP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="400"</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="120"&gt;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rect</a:t>
            </a:r>
            <a:r>
              <a:rPr lang="en-US" dirty="0">
                <a:solidFill>
                  <a:srgbClr val="FF0000"/>
                </a:solidFill>
                <a:effectLst/>
                <a:latin typeface="Times New Roman" panose="02020603050405020304" pitchFamily="18" charset="0"/>
                <a:cs typeface="Times New Roman" panose="02020603050405020304" pitchFamily="18" charset="0"/>
              </a:rPr>
              <a:t> x</a:t>
            </a:r>
            <a:r>
              <a:rPr lang="en-US" dirty="0">
                <a:solidFill>
                  <a:srgbClr val="0000CD"/>
                </a:solidFill>
                <a:effectLst/>
                <a:latin typeface="Times New Roman" panose="02020603050405020304" pitchFamily="18" charset="0"/>
                <a:cs typeface="Times New Roman" panose="02020603050405020304" pitchFamily="18" charset="0"/>
              </a:rPr>
              <a:t>="10"</a:t>
            </a:r>
            <a:r>
              <a:rPr lang="en-US" dirty="0">
                <a:solidFill>
                  <a:srgbClr val="FF0000"/>
                </a:solidFill>
                <a:effectLst/>
                <a:latin typeface="Times New Roman" panose="02020603050405020304" pitchFamily="18" charset="0"/>
                <a:cs typeface="Times New Roman" panose="02020603050405020304" pitchFamily="18" charset="0"/>
              </a:rPr>
              <a:t> y</a:t>
            </a:r>
            <a:r>
              <a:rPr lang="en-US" dirty="0">
                <a:solidFill>
                  <a:srgbClr val="0000CD"/>
                </a:solidFill>
                <a:effectLst/>
                <a:latin typeface="Times New Roman" panose="02020603050405020304" pitchFamily="18" charset="0"/>
                <a:cs typeface="Times New Roman" panose="02020603050405020304" pitchFamily="18" charset="0"/>
              </a:rPr>
              <a:t>="10"</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="200"</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="100"</a:t>
            </a:r>
            <a:r>
              <a:rPr lang="en-US" dirty="0">
                <a:solidFill>
                  <a:srgbClr val="FF0000"/>
                </a:solidFill>
                <a:effectLst/>
                <a:latin typeface="Times New Roman" panose="02020603050405020304" pitchFamily="18" charset="0"/>
                <a:cs typeface="Times New Roman" panose="02020603050405020304" pitchFamily="18" charset="0"/>
              </a:rPr>
              <a:t> stroke</a:t>
            </a:r>
            <a:r>
              <a:rPr lang="en-US" dirty="0">
                <a:solidFill>
                  <a:srgbClr val="0000CD"/>
                </a:solidFill>
                <a:effectLst/>
                <a:latin typeface="Times New Roman" panose="02020603050405020304" pitchFamily="18" charset="0"/>
                <a:cs typeface="Times New Roman" panose="02020603050405020304" pitchFamily="18" charset="0"/>
              </a:rPr>
              <a:t>="red"</a:t>
            </a:r>
            <a:r>
              <a:rPr lang="en-US" dirty="0">
                <a:solidFill>
                  <a:srgbClr val="FF0000"/>
                </a:solidFill>
                <a:effectLst/>
                <a:latin typeface="Times New Roman" panose="02020603050405020304" pitchFamily="18" charset="0"/>
                <a:cs typeface="Times New Roman" panose="02020603050405020304" pitchFamily="18" charset="0"/>
              </a:rPr>
              <a:t> stroke-width</a:t>
            </a:r>
            <a:r>
              <a:rPr lang="en-US" dirty="0">
                <a:solidFill>
                  <a:srgbClr val="0000CD"/>
                </a:solidFill>
                <a:effectLst/>
                <a:latin typeface="Times New Roman" panose="02020603050405020304" pitchFamily="18" charset="0"/>
                <a:cs typeface="Times New Roman" panose="02020603050405020304" pitchFamily="18" charset="0"/>
              </a:rPr>
              <a:t>="6"</a:t>
            </a:r>
            <a:r>
              <a:rPr lang="en-US" dirty="0">
                <a:solidFill>
                  <a:srgbClr val="FF0000"/>
                </a:solidFill>
                <a:effectLst/>
                <a:latin typeface="Times New Roman" panose="02020603050405020304" pitchFamily="18" charset="0"/>
                <a:cs typeface="Times New Roman" panose="02020603050405020304" pitchFamily="18" charset="0"/>
              </a:rPr>
              <a:t> fill</a:t>
            </a:r>
            <a:r>
              <a:rPr lang="en-US" dirty="0">
                <a:solidFill>
                  <a:srgbClr val="0000CD"/>
                </a:solidFill>
                <a:effectLst/>
                <a:latin typeface="Times New Roman" panose="02020603050405020304" pitchFamily="18" charset="0"/>
                <a:cs typeface="Times New Roman" panose="02020603050405020304" pitchFamily="18" charset="0"/>
              </a:rPr>
              <a:t>="blue"</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0000CD"/>
                </a:solidFill>
                <a:effectLst/>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470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E7B1-AA30-39E7-C22B-D512D69618A6}"/>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SVG Rectangle with Opacity and Rounded Corners</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47830-CE4E-692E-1EFA-5F1D923CE23A}"/>
              </a:ext>
            </a:extLst>
          </p:cNvPr>
          <p:cNvSpPr>
            <a:spLocks noGrp="1"/>
          </p:cNvSpPr>
          <p:nvPr>
            <p:ph idx="1"/>
          </p:nvPr>
        </p:nvSpPr>
        <p:spPr/>
        <p:txBody>
          <a:bodyPr/>
          <a:lstStyle/>
          <a:p>
            <a:pPr>
              <a:lnSpc>
                <a:spcPct val="150000"/>
              </a:lnSpc>
            </a:pP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="400"</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="180"&gt;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rect</a:t>
            </a:r>
            <a:r>
              <a:rPr lang="en-US" dirty="0">
                <a:solidFill>
                  <a:srgbClr val="FF0000"/>
                </a:solidFill>
                <a:effectLst/>
                <a:latin typeface="Times New Roman" panose="02020603050405020304" pitchFamily="18" charset="0"/>
                <a:cs typeface="Times New Roman" panose="02020603050405020304" pitchFamily="18" charset="0"/>
              </a:rPr>
              <a:t> x</a:t>
            </a:r>
            <a:r>
              <a:rPr lang="en-US" dirty="0">
                <a:solidFill>
                  <a:srgbClr val="0000CD"/>
                </a:solidFill>
                <a:effectLst/>
                <a:latin typeface="Times New Roman" panose="02020603050405020304" pitchFamily="18" charset="0"/>
                <a:cs typeface="Times New Roman" panose="02020603050405020304" pitchFamily="18" charset="0"/>
              </a:rPr>
              <a:t>="50"</a:t>
            </a:r>
            <a:r>
              <a:rPr lang="en-US" dirty="0">
                <a:solidFill>
                  <a:srgbClr val="FF0000"/>
                </a:solidFill>
                <a:effectLst/>
                <a:latin typeface="Times New Roman" panose="02020603050405020304" pitchFamily="18" charset="0"/>
                <a:cs typeface="Times New Roman" panose="02020603050405020304" pitchFamily="18" charset="0"/>
              </a:rPr>
              <a:t> y</a:t>
            </a:r>
            <a:r>
              <a:rPr lang="en-US" dirty="0">
                <a:solidFill>
                  <a:srgbClr val="0000CD"/>
                </a:solidFill>
                <a:effectLst/>
                <a:latin typeface="Times New Roman" panose="02020603050405020304" pitchFamily="18" charset="0"/>
                <a:cs typeface="Times New Roman" panose="02020603050405020304" pitchFamily="18" charset="0"/>
              </a:rPr>
              <a:t>="20"</a:t>
            </a:r>
            <a:r>
              <a:rPr lang="en-US" dirty="0">
                <a:solidFill>
                  <a:srgbClr val="FF0000"/>
                </a:solidFill>
                <a:effectLst/>
                <a:latin typeface="Times New Roman" panose="02020603050405020304" pitchFamily="18" charset="0"/>
                <a:cs typeface="Times New Roman" panose="02020603050405020304" pitchFamily="18" charset="0"/>
              </a:rPr>
              <a:t> </a:t>
            </a:r>
            <a:r>
              <a:rPr lang="en-US" dirty="0" err="1">
                <a:solidFill>
                  <a:srgbClr val="FF0000"/>
                </a:solidFill>
                <a:effectLst/>
                <a:latin typeface="Times New Roman" panose="02020603050405020304" pitchFamily="18" charset="0"/>
                <a:cs typeface="Times New Roman" panose="02020603050405020304" pitchFamily="18" charset="0"/>
              </a:rPr>
              <a:t>rx</a:t>
            </a:r>
            <a:r>
              <a:rPr lang="en-US" dirty="0">
                <a:solidFill>
                  <a:srgbClr val="0000CD"/>
                </a:solidFill>
                <a:effectLst/>
                <a:latin typeface="Times New Roman" panose="02020603050405020304" pitchFamily="18" charset="0"/>
                <a:cs typeface="Times New Roman" panose="02020603050405020304" pitchFamily="18" charset="0"/>
              </a:rPr>
              <a:t>="20"</a:t>
            </a:r>
            <a:r>
              <a:rPr lang="en-US" dirty="0">
                <a:solidFill>
                  <a:srgbClr val="FF0000"/>
                </a:solidFill>
                <a:effectLst/>
                <a:latin typeface="Times New Roman" panose="02020603050405020304" pitchFamily="18" charset="0"/>
                <a:cs typeface="Times New Roman" panose="02020603050405020304" pitchFamily="18" charset="0"/>
              </a:rPr>
              <a:t> </a:t>
            </a:r>
            <a:r>
              <a:rPr lang="en-US" dirty="0" err="1">
                <a:solidFill>
                  <a:srgbClr val="FF0000"/>
                </a:solidFill>
                <a:effectLst/>
                <a:latin typeface="Times New Roman" panose="02020603050405020304" pitchFamily="18" charset="0"/>
                <a:cs typeface="Times New Roman" panose="02020603050405020304" pitchFamily="18" charset="0"/>
              </a:rPr>
              <a:t>ry</a:t>
            </a:r>
            <a:r>
              <a:rPr lang="en-US" dirty="0">
                <a:solidFill>
                  <a:srgbClr val="0000CD"/>
                </a:solidFill>
                <a:effectLst/>
                <a:latin typeface="Times New Roman" panose="02020603050405020304" pitchFamily="18" charset="0"/>
                <a:cs typeface="Times New Roman" panose="02020603050405020304" pitchFamily="18" charset="0"/>
              </a:rPr>
              <a:t>="20"</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="150"</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="150"</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="fill:red;stroke:black;stroke-width:5;opacity:0.5"</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0000CD"/>
                </a:solidFill>
                <a:effectLst/>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94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2D251-4F74-B92B-D9CD-6FB820B6CEBD}"/>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SVG Star</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BE0263-4883-C1E8-E5F2-481C155EEDF7}"/>
              </a:ext>
            </a:extLst>
          </p:cNvPr>
          <p:cNvSpPr>
            <a:spLocks noGrp="1"/>
          </p:cNvSpPr>
          <p:nvPr>
            <p:ph idx="1"/>
          </p:nvPr>
        </p:nvSpPr>
        <p:spPr/>
        <p:txBody>
          <a:bodyPr/>
          <a:lstStyle/>
          <a:p>
            <a:pPr>
              <a:lnSpc>
                <a:spcPct val="150000"/>
              </a:lnSpc>
            </a:pP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="300"</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="200"&gt;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polygon</a:t>
            </a:r>
            <a:r>
              <a:rPr lang="en-US" dirty="0">
                <a:solidFill>
                  <a:srgbClr val="FF0000"/>
                </a:solidFill>
                <a:effectLst/>
                <a:latin typeface="Times New Roman" panose="02020603050405020304" pitchFamily="18" charset="0"/>
                <a:cs typeface="Times New Roman" panose="02020603050405020304" pitchFamily="18" charset="0"/>
              </a:rPr>
              <a:t> points</a:t>
            </a:r>
            <a:r>
              <a:rPr lang="en-US" dirty="0">
                <a:solidFill>
                  <a:srgbClr val="0000CD"/>
                </a:solidFill>
                <a:effectLst/>
                <a:latin typeface="Times New Roman" panose="02020603050405020304" pitchFamily="18" charset="0"/>
                <a:cs typeface="Times New Roman" panose="02020603050405020304" pitchFamily="18" charset="0"/>
              </a:rPr>
              <a:t>="100,10 40,198 190,78 10,78 160,198"</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="fill:lime;stroke:purple;stroke-width:5;fill-rule:evenodd;"</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0000CD"/>
                </a:solidFill>
                <a:effectLst/>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36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714F-DE8A-1936-7ECF-61479DB4822D}"/>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SVG Gradient Ellipse and Text</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C403FD-561D-F0B8-BF27-60E796983924}"/>
              </a:ext>
            </a:extLst>
          </p:cNvPr>
          <p:cNvSpPr>
            <a:spLocks noGrp="1"/>
          </p:cNvSpPr>
          <p:nvPr>
            <p:ph idx="1"/>
          </p:nvPr>
        </p:nvSpPr>
        <p:spPr>
          <a:xfrm>
            <a:off x="838200" y="1229192"/>
            <a:ext cx="10515600" cy="5156617"/>
          </a:xfrm>
        </p:spPr>
        <p:txBody>
          <a:bodyPr>
            <a:normAutofit fontScale="70000" lnSpcReduction="20000"/>
          </a:bodyPr>
          <a:lstStyle/>
          <a:p>
            <a:pPr>
              <a:lnSpc>
                <a:spcPct val="160000"/>
              </a:lnSpc>
            </a:pP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FF0000"/>
                </a:solidFill>
                <a:effectLst/>
                <a:latin typeface="Times New Roman" panose="02020603050405020304" pitchFamily="18" charset="0"/>
                <a:cs typeface="Times New Roman" panose="02020603050405020304" pitchFamily="18" charset="0"/>
              </a:rPr>
              <a:t> height</a:t>
            </a:r>
            <a:r>
              <a:rPr lang="en-US" dirty="0">
                <a:solidFill>
                  <a:srgbClr val="0000CD"/>
                </a:solidFill>
                <a:effectLst/>
                <a:latin typeface="Times New Roman" panose="02020603050405020304" pitchFamily="18" charset="0"/>
                <a:cs typeface="Times New Roman" panose="02020603050405020304" pitchFamily="18" charset="0"/>
              </a:rPr>
              <a:t>="130"</a:t>
            </a:r>
            <a:r>
              <a:rPr lang="en-US" dirty="0">
                <a:solidFill>
                  <a:srgbClr val="FF0000"/>
                </a:solidFill>
                <a:effectLst/>
                <a:latin typeface="Times New Roman" panose="02020603050405020304" pitchFamily="18" charset="0"/>
                <a:cs typeface="Times New Roman" panose="02020603050405020304" pitchFamily="18" charset="0"/>
              </a:rPr>
              <a:t> width</a:t>
            </a:r>
            <a:r>
              <a:rPr lang="en-US" dirty="0">
                <a:solidFill>
                  <a:srgbClr val="0000CD"/>
                </a:solidFill>
                <a:effectLst/>
                <a:latin typeface="Times New Roman" panose="02020603050405020304" pitchFamily="18" charset="0"/>
                <a:cs typeface="Times New Roman" panose="02020603050405020304" pitchFamily="18" charset="0"/>
              </a:rPr>
              <a:t>="500"&gt;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defs</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linearGradient</a:t>
            </a:r>
            <a:r>
              <a:rPr lang="en-US" dirty="0">
                <a:solidFill>
                  <a:srgbClr val="FF0000"/>
                </a:solidFill>
                <a:effectLst/>
                <a:latin typeface="Times New Roman" panose="02020603050405020304" pitchFamily="18" charset="0"/>
                <a:cs typeface="Times New Roman" panose="02020603050405020304" pitchFamily="18" charset="0"/>
              </a:rPr>
              <a:t> id</a:t>
            </a:r>
            <a:r>
              <a:rPr lang="en-US" dirty="0">
                <a:solidFill>
                  <a:srgbClr val="0000CD"/>
                </a:solidFill>
                <a:effectLst/>
                <a:latin typeface="Times New Roman" panose="02020603050405020304" pitchFamily="18" charset="0"/>
                <a:cs typeface="Times New Roman" panose="02020603050405020304" pitchFamily="18" charset="0"/>
              </a:rPr>
              <a:t>="grad1"&gt;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stop</a:t>
            </a:r>
            <a:r>
              <a:rPr lang="en-US" dirty="0">
                <a:solidFill>
                  <a:srgbClr val="FF0000"/>
                </a:solidFill>
                <a:effectLst/>
                <a:latin typeface="Times New Roman" panose="02020603050405020304" pitchFamily="18" charset="0"/>
                <a:cs typeface="Times New Roman" panose="02020603050405020304" pitchFamily="18" charset="0"/>
              </a:rPr>
              <a:t> offset</a:t>
            </a:r>
            <a:r>
              <a:rPr lang="en-US" dirty="0">
                <a:solidFill>
                  <a:srgbClr val="0000CD"/>
                </a:solidFill>
                <a:effectLst/>
                <a:latin typeface="Times New Roman" panose="02020603050405020304" pitchFamily="18" charset="0"/>
                <a:cs typeface="Times New Roman" panose="02020603050405020304" pitchFamily="18" charset="0"/>
              </a:rPr>
              <a:t>="0%"</a:t>
            </a:r>
            <a:r>
              <a:rPr lang="en-US" dirty="0">
                <a:solidFill>
                  <a:srgbClr val="FF0000"/>
                </a:solidFill>
                <a:effectLst/>
                <a:latin typeface="Times New Roman" panose="02020603050405020304" pitchFamily="18" charset="0"/>
                <a:cs typeface="Times New Roman" panose="02020603050405020304" pitchFamily="18" charset="0"/>
              </a:rPr>
              <a:t> stop-color</a:t>
            </a:r>
            <a:r>
              <a:rPr lang="en-US" dirty="0">
                <a:solidFill>
                  <a:srgbClr val="0000CD"/>
                </a:solidFill>
                <a:effectLst/>
                <a:latin typeface="Times New Roman" panose="02020603050405020304" pitchFamily="18" charset="0"/>
                <a:cs typeface="Times New Roman" panose="02020603050405020304" pitchFamily="18" charset="0"/>
              </a:rPr>
              <a:t>="yellow"</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stop</a:t>
            </a:r>
            <a:r>
              <a:rPr lang="en-US" dirty="0">
                <a:solidFill>
                  <a:srgbClr val="FF0000"/>
                </a:solidFill>
                <a:effectLst/>
                <a:latin typeface="Times New Roman" panose="02020603050405020304" pitchFamily="18" charset="0"/>
                <a:cs typeface="Times New Roman" panose="02020603050405020304" pitchFamily="18" charset="0"/>
              </a:rPr>
              <a:t> offset</a:t>
            </a:r>
            <a:r>
              <a:rPr lang="en-US" dirty="0">
                <a:solidFill>
                  <a:srgbClr val="0000CD"/>
                </a:solidFill>
                <a:effectLst/>
                <a:latin typeface="Times New Roman" panose="02020603050405020304" pitchFamily="18" charset="0"/>
                <a:cs typeface="Times New Roman" panose="02020603050405020304" pitchFamily="18" charset="0"/>
              </a:rPr>
              <a:t>="100%"</a:t>
            </a:r>
            <a:r>
              <a:rPr lang="en-US" dirty="0">
                <a:solidFill>
                  <a:srgbClr val="FF0000"/>
                </a:solidFill>
                <a:effectLst/>
                <a:latin typeface="Times New Roman" panose="02020603050405020304" pitchFamily="18" charset="0"/>
                <a:cs typeface="Times New Roman" panose="02020603050405020304" pitchFamily="18" charset="0"/>
              </a:rPr>
              <a:t> stop-color</a:t>
            </a:r>
            <a:r>
              <a:rPr lang="en-US" dirty="0">
                <a:solidFill>
                  <a:srgbClr val="0000CD"/>
                </a:solidFill>
                <a:effectLst/>
                <a:latin typeface="Times New Roman" panose="02020603050405020304" pitchFamily="18" charset="0"/>
                <a:cs typeface="Times New Roman" panose="02020603050405020304" pitchFamily="18" charset="0"/>
              </a:rPr>
              <a:t>="red"</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linearGradient</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defs</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ellipse</a:t>
            </a:r>
            <a:r>
              <a:rPr lang="en-US" dirty="0">
                <a:solidFill>
                  <a:srgbClr val="FF0000"/>
                </a:solidFill>
                <a:effectLst/>
                <a:latin typeface="Times New Roman" panose="02020603050405020304" pitchFamily="18" charset="0"/>
                <a:cs typeface="Times New Roman" panose="02020603050405020304" pitchFamily="18" charset="0"/>
              </a:rPr>
              <a:t> cx</a:t>
            </a:r>
            <a:r>
              <a:rPr lang="en-US" dirty="0">
                <a:solidFill>
                  <a:srgbClr val="0000CD"/>
                </a:solidFill>
                <a:effectLst/>
                <a:latin typeface="Times New Roman" panose="02020603050405020304" pitchFamily="18" charset="0"/>
                <a:cs typeface="Times New Roman" panose="02020603050405020304" pitchFamily="18" charset="0"/>
              </a:rPr>
              <a:t>="100"</a:t>
            </a:r>
            <a:r>
              <a:rPr lang="en-US" dirty="0">
                <a:solidFill>
                  <a:srgbClr val="FF0000"/>
                </a:solidFill>
                <a:effectLst/>
                <a:latin typeface="Times New Roman" panose="02020603050405020304" pitchFamily="18" charset="0"/>
                <a:cs typeface="Times New Roman" panose="02020603050405020304" pitchFamily="18" charset="0"/>
              </a:rPr>
              <a:t> cy</a:t>
            </a:r>
            <a:r>
              <a:rPr lang="en-US" dirty="0">
                <a:solidFill>
                  <a:srgbClr val="0000CD"/>
                </a:solidFill>
                <a:effectLst/>
                <a:latin typeface="Times New Roman" panose="02020603050405020304" pitchFamily="18" charset="0"/>
                <a:cs typeface="Times New Roman" panose="02020603050405020304" pitchFamily="18" charset="0"/>
              </a:rPr>
              <a:t>="70"</a:t>
            </a:r>
            <a:r>
              <a:rPr lang="en-US" dirty="0">
                <a:solidFill>
                  <a:srgbClr val="FF0000"/>
                </a:solidFill>
                <a:effectLst/>
                <a:latin typeface="Times New Roman" panose="02020603050405020304" pitchFamily="18" charset="0"/>
                <a:cs typeface="Times New Roman" panose="02020603050405020304" pitchFamily="18" charset="0"/>
              </a:rPr>
              <a:t> </a:t>
            </a:r>
            <a:r>
              <a:rPr lang="en-US" dirty="0" err="1">
                <a:solidFill>
                  <a:srgbClr val="FF0000"/>
                </a:solidFill>
                <a:effectLst/>
                <a:latin typeface="Times New Roman" panose="02020603050405020304" pitchFamily="18" charset="0"/>
                <a:cs typeface="Times New Roman" panose="02020603050405020304" pitchFamily="18" charset="0"/>
              </a:rPr>
              <a:t>rx</a:t>
            </a:r>
            <a:r>
              <a:rPr lang="en-US" dirty="0">
                <a:solidFill>
                  <a:srgbClr val="0000CD"/>
                </a:solidFill>
                <a:effectLst/>
                <a:latin typeface="Times New Roman" panose="02020603050405020304" pitchFamily="18" charset="0"/>
                <a:cs typeface="Times New Roman" panose="02020603050405020304" pitchFamily="18" charset="0"/>
              </a:rPr>
              <a:t>="85"</a:t>
            </a:r>
            <a:r>
              <a:rPr lang="en-US" dirty="0">
                <a:solidFill>
                  <a:srgbClr val="FF0000"/>
                </a:solidFill>
                <a:effectLst/>
                <a:latin typeface="Times New Roman" panose="02020603050405020304" pitchFamily="18" charset="0"/>
                <a:cs typeface="Times New Roman" panose="02020603050405020304" pitchFamily="18" charset="0"/>
              </a:rPr>
              <a:t> </a:t>
            </a:r>
            <a:r>
              <a:rPr lang="en-US" dirty="0" err="1">
                <a:solidFill>
                  <a:srgbClr val="FF0000"/>
                </a:solidFill>
                <a:effectLst/>
                <a:latin typeface="Times New Roman" panose="02020603050405020304" pitchFamily="18" charset="0"/>
                <a:cs typeface="Times New Roman" panose="02020603050405020304" pitchFamily="18" charset="0"/>
              </a:rPr>
              <a:t>ry</a:t>
            </a:r>
            <a:r>
              <a:rPr lang="en-US" dirty="0">
                <a:solidFill>
                  <a:srgbClr val="0000CD"/>
                </a:solidFill>
                <a:effectLst/>
                <a:latin typeface="Times New Roman" panose="02020603050405020304" pitchFamily="18" charset="0"/>
                <a:cs typeface="Times New Roman" panose="02020603050405020304" pitchFamily="18" charset="0"/>
              </a:rPr>
              <a:t>="55"</a:t>
            </a:r>
            <a:r>
              <a:rPr lang="en-US" dirty="0">
                <a:solidFill>
                  <a:srgbClr val="FF0000"/>
                </a:solidFill>
                <a:effectLst/>
                <a:latin typeface="Times New Roman" panose="02020603050405020304" pitchFamily="18" charset="0"/>
                <a:cs typeface="Times New Roman" panose="02020603050405020304" pitchFamily="18" charset="0"/>
              </a:rPr>
              <a:t> fill</a:t>
            </a:r>
            <a:r>
              <a:rPr lang="en-US" dirty="0">
                <a:solidFill>
                  <a:srgbClr val="0000CD"/>
                </a:solidFill>
                <a:effectLst/>
                <a:latin typeface="Times New Roman" panose="02020603050405020304" pitchFamily="18" charset="0"/>
                <a:cs typeface="Times New Roman" panose="02020603050405020304" pitchFamily="18" charset="0"/>
              </a:rPr>
              <a:t>="</a:t>
            </a:r>
            <a:r>
              <a:rPr lang="en-US" dirty="0" err="1">
                <a:solidFill>
                  <a:srgbClr val="0000CD"/>
                </a:solidFill>
                <a:effectLst/>
                <a:latin typeface="Times New Roman" panose="02020603050405020304" pitchFamily="18" charset="0"/>
                <a:cs typeface="Times New Roman" panose="02020603050405020304" pitchFamily="18" charset="0"/>
              </a:rPr>
              <a:t>url</a:t>
            </a:r>
            <a:r>
              <a:rPr lang="en-US" dirty="0">
                <a:solidFill>
                  <a:srgbClr val="0000CD"/>
                </a:solidFill>
                <a:effectLst/>
                <a:latin typeface="Times New Roman" panose="02020603050405020304" pitchFamily="18" charset="0"/>
                <a:cs typeface="Times New Roman" panose="02020603050405020304" pitchFamily="18" charset="0"/>
              </a:rPr>
              <a:t>(#grad1)"</a:t>
            </a:r>
            <a:r>
              <a:rPr lang="en-US" dirty="0">
                <a:solidFill>
                  <a:srgbClr val="FF0000"/>
                </a:solidFill>
                <a:effectLst/>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text</a:t>
            </a:r>
            <a:r>
              <a:rPr lang="en-US" dirty="0">
                <a:solidFill>
                  <a:srgbClr val="FF0000"/>
                </a:solidFill>
                <a:effectLst/>
                <a:latin typeface="Times New Roman" panose="02020603050405020304" pitchFamily="18" charset="0"/>
                <a:cs typeface="Times New Roman" panose="02020603050405020304" pitchFamily="18" charset="0"/>
              </a:rPr>
              <a:t> fill</a:t>
            </a:r>
            <a:r>
              <a:rPr lang="en-US" dirty="0">
                <a:solidFill>
                  <a:srgbClr val="0000CD"/>
                </a:solidFill>
                <a:effectLst/>
                <a:latin typeface="Times New Roman" panose="02020603050405020304" pitchFamily="18" charset="0"/>
                <a:cs typeface="Times New Roman" panose="02020603050405020304" pitchFamily="18" charset="0"/>
              </a:rPr>
              <a:t>="#</a:t>
            </a:r>
            <a:r>
              <a:rPr lang="en-US" dirty="0" err="1">
                <a:solidFill>
                  <a:srgbClr val="0000CD"/>
                </a:solidFill>
                <a:effectLst/>
                <a:latin typeface="Times New Roman" panose="02020603050405020304" pitchFamily="18" charset="0"/>
                <a:cs typeface="Times New Roman" panose="02020603050405020304" pitchFamily="18" charset="0"/>
              </a:rPr>
              <a:t>ffffff</a:t>
            </a:r>
            <a:r>
              <a:rPr lang="en-US" dirty="0">
                <a:solidFill>
                  <a:srgbClr val="0000CD"/>
                </a:solidFill>
                <a:effectLst/>
                <a:latin typeface="Times New Roman" panose="02020603050405020304" pitchFamily="18" charset="0"/>
                <a:cs typeface="Times New Roman" panose="02020603050405020304" pitchFamily="18" charset="0"/>
              </a:rPr>
              <a:t>"</a:t>
            </a:r>
            <a:r>
              <a:rPr lang="en-US" dirty="0">
                <a:solidFill>
                  <a:srgbClr val="FF0000"/>
                </a:solidFill>
                <a:effectLst/>
                <a:latin typeface="Times New Roman" panose="02020603050405020304" pitchFamily="18" charset="0"/>
                <a:cs typeface="Times New Roman" panose="02020603050405020304" pitchFamily="18" charset="0"/>
              </a:rPr>
              <a:t> font-size</a:t>
            </a:r>
            <a:r>
              <a:rPr lang="en-US" dirty="0">
                <a:solidFill>
                  <a:srgbClr val="0000CD"/>
                </a:solidFill>
                <a:effectLst/>
                <a:latin typeface="Times New Roman" panose="02020603050405020304" pitchFamily="18" charset="0"/>
                <a:cs typeface="Times New Roman" panose="02020603050405020304" pitchFamily="18" charset="0"/>
              </a:rPr>
              <a:t>="45"</a:t>
            </a:r>
            <a:r>
              <a:rPr lang="en-US" dirty="0">
                <a:solidFill>
                  <a:srgbClr val="FF0000"/>
                </a:solidFill>
                <a:effectLst/>
                <a:latin typeface="Times New Roman" panose="02020603050405020304" pitchFamily="18" charset="0"/>
                <a:cs typeface="Times New Roman" panose="02020603050405020304" pitchFamily="18" charset="0"/>
              </a:rPr>
              <a:t> font-family</a:t>
            </a:r>
            <a:r>
              <a:rPr lang="en-US" dirty="0">
                <a:solidFill>
                  <a:srgbClr val="0000CD"/>
                </a:solidFill>
                <a:effectLst/>
                <a:latin typeface="Times New Roman" panose="02020603050405020304" pitchFamily="18" charset="0"/>
                <a:cs typeface="Times New Roman" panose="02020603050405020304" pitchFamily="18" charset="0"/>
              </a:rPr>
              <a:t>="Verdana"</a:t>
            </a:r>
            <a:r>
              <a:rPr lang="en-US" dirty="0">
                <a:solidFill>
                  <a:srgbClr val="FF0000"/>
                </a:solidFill>
                <a:effectLst/>
                <a:latin typeface="Times New Roman" panose="02020603050405020304" pitchFamily="18" charset="0"/>
                <a:cs typeface="Times New Roman" panose="02020603050405020304" pitchFamily="18" charset="0"/>
              </a:rPr>
              <a:t> x</a:t>
            </a:r>
            <a:r>
              <a:rPr lang="en-US" dirty="0">
                <a:solidFill>
                  <a:srgbClr val="0000CD"/>
                </a:solidFill>
                <a:effectLst/>
                <a:latin typeface="Times New Roman" panose="02020603050405020304" pitchFamily="18" charset="0"/>
                <a:cs typeface="Times New Roman" panose="02020603050405020304" pitchFamily="18" charset="0"/>
              </a:rPr>
              <a:t>="50"</a:t>
            </a:r>
            <a:r>
              <a:rPr lang="en-US" dirty="0">
                <a:solidFill>
                  <a:srgbClr val="FF0000"/>
                </a:solidFill>
                <a:effectLst/>
                <a:latin typeface="Times New Roman" panose="02020603050405020304" pitchFamily="18" charset="0"/>
                <a:cs typeface="Times New Roman" panose="02020603050405020304" pitchFamily="18" charset="0"/>
              </a:rPr>
              <a:t> y</a:t>
            </a:r>
            <a:r>
              <a:rPr lang="en-US" dirty="0">
                <a:solidFill>
                  <a:srgbClr val="0000CD"/>
                </a:solidFill>
                <a:effectLst/>
                <a:latin typeface="Times New Roman" panose="02020603050405020304" pitchFamily="18" charset="0"/>
                <a:cs typeface="Times New Roman" panose="02020603050405020304" pitchFamily="18" charset="0"/>
              </a:rPr>
              <a:t>="86"&gt;</a:t>
            </a:r>
            <a:r>
              <a:rPr lang="en-US" dirty="0">
                <a:latin typeface="Times New Roman" panose="02020603050405020304" pitchFamily="18" charset="0"/>
                <a:cs typeface="Times New Roman" panose="02020603050405020304" pitchFamily="18" charset="0"/>
              </a:rPr>
              <a:t>SVG</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/text</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Sorry, your browser does not support inline SVG.</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svg</a:t>
            </a:r>
            <a:r>
              <a:rPr lang="en-US" dirty="0">
                <a:solidFill>
                  <a:srgbClr val="0000CD"/>
                </a:solidFill>
                <a:effectLst/>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6062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3C93-B64C-5945-17E0-121C1565EA2C}"/>
              </a:ext>
            </a:extLst>
          </p:cNvPr>
          <p:cNvSpPr>
            <a:spLocks noGrp="1"/>
          </p:cNvSpPr>
          <p:nvPr>
            <p:ph type="title"/>
          </p:nvPr>
        </p:nvSpPr>
        <p:spPr>
          <a:xfrm>
            <a:off x="838200" y="365126"/>
            <a:ext cx="10515600" cy="804108"/>
          </a:xfrm>
        </p:spPr>
        <p:txBody>
          <a:bodyPr>
            <a:normAutofit/>
          </a:bodyPr>
          <a:lstStyle/>
          <a:p>
            <a:r>
              <a:rPr lang="en-US" sz="3200" b="1" dirty="0">
                <a:latin typeface="Times New Roman" panose="02020603050405020304" pitchFamily="18" charset="0"/>
                <a:cs typeface="Times New Roman" panose="02020603050405020304" pitchFamily="18" charset="0"/>
              </a:rPr>
              <a:t>Differences Between SVG and Canvas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9394C5-023E-3A0C-FDFB-05E12758CA6E}"/>
              </a:ext>
            </a:extLst>
          </p:cNvPr>
          <p:cNvSpPr>
            <a:spLocks noGrp="1"/>
          </p:cNvSpPr>
          <p:nvPr>
            <p:ph idx="1"/>
          </p:nvPr>
        </p:nvSpPr>
        <p:spPr>
          <a:xfrm>
            <a:off x="838200" y="1169234"/>
            <a:ext cx="10515600" cy="5007729"/>
          </a:xfrm>
        </p:spPr>
        <p:txBody>
          <a:bodyPr>
            <a:normAutofit lnSpcReduction="10000"/>
          </a:bodyPr>
          <a:lstStyle/>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SVG is a language for describing 2D graphics in XML, while Canvas draws 2D graphics, on the fly (with JavaScript).</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SVG is XML based, which means that every element is available within the SVG DOM. You can attach JavaScript event handlers to SVG graphics.</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In SVG, each drawn shape is remembered as an object. If attributes of an SVG object are changed, the browser can automatically re-render the shape.</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Canvas is rendered pixel by pixel. In canvas, once the graphic is drawn, it is forgotten by the browser. If its position should be changed, the entire scene needs to be redrawn, including any objects that might have been covered by the graphic.</a:t>
            </a:r>
          </a:p>
          <a:p>
            <a:pPr algn="just">
              <a:lnSpc>
                <a:spcPct val="150000"/>
              </a:lnSpc>
              <a:spcBef>
                <a:spcPts val="0"/>
              </a:spcBef>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548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5F1C-7A5E-EC12-4494-7D2BA88AB195}"/>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Comparison of SVG and Canvas</a:t>
            </a:r>
            <a:endParaRPr lang="en-US" sz="32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A57F88C7-55A2-B7C6-B25B-4B8A34A8221F}"/>
              </a:ext>
            </a:extLst>
          </p:cNvPr>
          <p:cNvGraphicFramePr>
            <a:graphicFrameLocks noGrp="1"/>
          </p:cNvGraphicFramePr>
          <p:nvPr>
            <p:ph idx="1"/>
            <p:extLst>
              <p:ext uri="{D42A27DB-BD31-4B8C-83A1-F6EECF244321}">
                <p14:modId xmlns:p14="http://schemas.microsoft.com/office/powerpoint/2010/main" val="3709618951"/>
              </p:ext>
            </p:extLst>
          </p:nvPr>
        </p:nvGraphicFramePr>
        <p:xfrm>
          <a:off x="1003092" y="1992611"/>
          <a:ext cx="10515600" cy="2862502"/>
        </p:xfrm>
        <a:graphic>
          <a:graphicData uri="http://schemas.openxmlformats.org/drawingml/2006/table">
            <a:tbl>
              <a:tblPr/>
              <a:tblGrid>
                <a:gridCol w="5257800">
                  <a:extLst>
                    <a:ext uri="{9D8B030D-6E8A-4147-A177-3AD203B41FA5}">
                      <a16:colId xmlns:a16="http://schemas.microsoft.com/office/drawing/2014/main" val="3611889322"/>
                    </a:ext>
                  </a:extLst>
                </a:gridCol>
                <a:gridCol w="5257800">
                  <a:extLst>
                    <a:ext uri="{9D8B030D-6E8A-4147-A177-3AD203B41FA5}">
                      <a16:colId xmlns:a16="http://schemas.microsoft.com/office/drawing/2014/main" val="4091392400"/>
                    </a:ext>
                  </a:extLst>
                </a:gridCol>
              </a:tblGrid>
              <a:tr h="539862">
                <a:tc>
                  <a:txBody>
                    <a:bodyPr/>
                    <a:lstStyle/>
                    <a:p>
                      <a:pPr algn="ctr">
                        <a:lnSpc>
                          <a:spcPct val="150000"/>
                        </a:lnSpc>
                      </a:pPr>
                      <a:r>
                        <a:rPr lang="en-US" sz="2000" dirty="0">
                          <a:effectLst/>
                          <a:latin typeface="Times New Roman" panose="02020603050405020304" pitchFamily="18" charset="0"/>
                          <a:cs typeface="Times New Roman" panose="02020603050405020304" pitchFamily="18" charset="0"/>
                        </a:rPr>
                        <a:t>SVG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pPr>
                      <a:r>
                        <a:rPr lang="en-US" sz="2000" dirty="0">
                          <a:effectLst/>
                          <a:latin typeface="Times New Roman" panose="02020603050405020304" pitchFamily="18" charset="0"/>
                          <a:cs typeface="Times New Roman" panose="02020603050405020304" pitchFamily="18" charset="0"/>
                        </a:rPr>
                        <a:t>Canvas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217767"/>
                  </a:ext>
                </a:extLst>
              </a:tr>
              <a:tr h="2159447">
                <a:tc>
                  <a:txBody>
                    <a:bodyPr/>
                    <a:lstStyle/>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independent</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 for event handlers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Good text rendering capabilities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Slow rendering if complex</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suited for game 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Resolution dependent</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support for event handlers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Poor text rendering capabilities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can save the resulting image as .</a:t>
                      </a:r>
                      <a:r>
                        <a:rPr lang="en-US" sz="2000" dirty="0" err="1">
                          <a:latin typeface="Times New Roman" panose="02020603050405020304" pitchFamily="18" charset="0"/>
                          <a:cs typeface="Times New Roman" panose="02020603050405020304" pitchFamily="18" charset="0"/>
                        </a:rPr>
                        <a:t>png</a:t>
                      </a:r>
                      <a:r>
                        <a:rPr lang="en-US" sz="2000" dirty="0">
                          <a:latin typeface="Times New Roman" panose="02020603050405020304" pitchFamily="18" charset="0"/>
                          <a:cs typeface="Times New Roman" panose="02020603050405020304" pitchFamily="18" charset="0"/>
                        </a:rPr>
                        <a:t> or .jpg</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Well suited for graphic-intensive games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8412096"/>
                  </a:ext>
                </a:extLst>
              </a:tr>
            </a:tbl>
          </a:graphicData>
        </a:graphic>
      </p:graphicFrame>
    </p:spTree>
    <p:extLst>
      <p:ext uri="{BB962C8B-B14F-4D97-AF65-F5344CB8AC3E}">
        <p14:creationId xmlns:p14="http://schemas.microsoft.com/office/powerpoint/2010/main" val="118891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5D85-D6C5-1D22-6BF3-88814A1286F5}"/>
              </a:ext>
            </a:extLst>
          </p:cNvPr>
          <p:cNvSpPr>
            <a:spLocks noGrp="1"/>
          </p:cNvSpPr>
          <p:nvPr>
            <p:ph type="title"/>
          </p:nvPr>
        </p:nvSpPr>
        <p:spPr/>
        <p:txBody>
          <a:bodyPr/>
          <a:lstStyle/>
          <a:p>
            <a:r>
              <a:rPr lang="en-US" b="1" dirty="0"/>
              <a:t>HTML Tables</a:t>
            </a:r>
            <a:br>
              <a:rPr lang="en-US" b="1" dirty="0"/>
            </a:br>
            <a:endParaRPr lang="en-US" dirty="0"/>
          </a:p>
        </p:txBody>
      </p:sp>
      <p:sp>
        <p:nvSpPr>
          <p:cNvPr id="3" name="Content Placeholder 2">
            <a:extLst>
              <a:ext uri="{FF2B5EF4-FFF2-40B4-BE49-F238E27FC236}">
                <a16:creationId xmlns:a16="http://schemas.microsoft.com/office/drawing/2014/main" id="{06FB2CBF-0E60-EFC8-B7E2-EBAC81485D35}"/>
              </a:ext>
            </a:extLst>
          </p:cNvPr>
          <p:cNvSpPr>
            <a:spLocks noGrp="1"/>
          </p:cNvSpPr>
          <p:nvPr>
            <p:ph idx="1"/>
          </p:nvPr>
        </p:nvSpPr>
        <p:spPr>
          <a:xfrm>
            <a:off x="838200" y="1394085"/>
            <a:ext cx="10515600" cy="4782878"/>
          </a:xfrm>
        </p:spPr>
        <p:txBody>
          <a:bodyPr>
            <a:normAutofit/>
          </a:bodyPr>
          <a:lstStyle/>
          <a:p>
            <a:r>
              <a:rPr lang="en-US" sz="2400" dirty="0">
                <a:latin typeface="Times New Roman" panose="02020603050405020304" pitchFamily="18" charset="0"/>
                <a:cs typeface="Times New Roman" panose="02020603050405020304" pitchFamily="18" charset="0"/>
              </a:rPr>
              <a:t>HTML tables allow web developers to arrange data into rows and columns.</a:t>
            </a:r>
          </a:p>
          <a:p>
            <a:endParaRPr lang="en-US"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E42EEF1-91B4-4548-5044-76AD425B9291}"/>
              </a:ext>
            </a:extLst>
          </p:cNvPr>
          <p:cNvGraphicFramePr>
            <a:graphicFrameLocks noGrp="1"/>
          </p:cNvGraphicFramePr>
          <p:nvPr>
            <p:extLst>
              <p:ext uri="{D42A27DB-BD31-4B8C-83A1-F6EECF244321}">
                <p14:modId xmlns:p14="http://schemas.microsoft.com/office/powerpoint/2010/main" val="268675841"/>
              </p:ext>
            </p:extLst>
          </p:nvPr>
        </p:nvGraphicFramePr>
        <p:xfrm>
          <a:off x="943132" y="2331720"/>
          <a:ext cx="10515600" cy="2194560"/>
        </p:xfrm>
        <a:graphic>
          <a:graphicData uri="http://schemas.openxmlformats.org/drawingml/2006/table">
            <a:tbl>
              <a:tblPr/>
              <a:tblGrid>
                <a:gridCol w="3505200">
                  <a:extLst>
                    <a:ext uri="{9D8B030D-6E8A-4147-A177-3AD203B41FA5}">
                      <a16:colId xmlns:a16="http://schemas.microsoft.com/office/drawing/2014/main" val="1544703143"/>
                    </a:ext>
                  </a:extLst>
                </a:gridCol>
                <a:gridCol w="3505200">
                  <a:extLst>
                    <a:ext uri="{9D8B030D-6E8A-4147-A177-3AD203B41FA5}">
                      <a16:colId xmlns:a16="http://schemas.microsoft.com/office/drawing/2014/main" val="1542439564"/>
                    </a:ext>
                  </a:extLst>
                </a:gridCol>
                <a:gridCol w="3505200">
                  <a:extLst>
                    <a:ext uri="{9D8B030D-6E8A-4147-A177-3AD203B41FA5}">
                      <a16:colId xmlns:a16="http://schemas.microsoft.com/office/drawing/2014/main" val="1632499722"/>
                    </a:ext>
                  </a:extLst>
                </a:gridCol>
              </a:tblGrid>
              <a:tr h="0">
                <a:tc>
                  <a:txBody>
                    <a:bodyPr/>
                    <a:lstStyle/>
                    <a:p>
                      <a:pPr algn="ctr"/>
                      <a:r>
                        <a:rPr lang="en-US" dirty="0"/>
                        <a:t>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Contact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Country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414424"/>
                  </a:ext>
                </a:extLst>
              </a:tr>
              <a:tr h="0">
                <a:tc>
                  <a:txBody>
                    <a:bodyPr/>
                    <a:lstStyle/>
                    <a:p>
                      <a:r>
                        <a:rPr lang="en-US"/>
                        <a:t>Alfreds Futterkiste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Maria 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Germany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524573"/>
                  </a:ext>
                </a:extLst>
              </a:tr>
              <a:tr h="0">
                <a:tc>
                  <a:txBody>
                    <a:bodyPr/>
                    <a:lstStyle/>
                    <a:p>
                      <a:r>
                        <a:rPr lang="en-US"/>
                        <a:t>Centro comercial Moctezuma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Francisco Chang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Mexico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522979"/>
                  </a:ext>
                </a:extLst>
              </a:tr>
              <a:tr h="0">
                <a:tc>
                  <a:txBody>
                    <a:bodyPr/>
                    <a:lstStyle/>
                    <a:p>
                      <a:r>
                        <a:rPr lang="en-US"/>
                        <a:t>Ernst Handel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Roland Mendel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Austria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4760075"/>
                  </a:ext>
                </a:extLst>
              </a:tr>
              <a:tr h="0">
                <a:tc>
                  <a:txBody>
                    <a:bodyPr/>
                    <a:lstStyle/>
                    <a:p>
                      <a:r>
                        <a:rPr lang="en-US"/>
                        <a:t>Island Trading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Helen Bennett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1638632"/>
                  </a:ext>
                </a:extLst>
              </a:tr>
              <a:tr h="0">
                <a:tc>
                  <a:txBody>
                    <a:bodyPr/>
                    <a:lstStyle/>
                    <a:p>
                      <a:r>
                        <a:rPr lang="en-US"/>
                        <a:t>Laughing Bacchus Winecellars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Yoshi Tannamuri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Canada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7841772"/>
                  </a:ext>
                </a:extLst>
              </a:tr>
            </a:tbl>
          </a:graphicData>
        </a:graphic>
      </p:graphicFrame>
    </p:spTree>
    <p:extLst>
      <p:ext uri="{BB962C8B-B14F-4D97-AF65-F5344CB8AC3E}">
        <p14:creationId xmlns:p14="http://schemas.microsoft.com/office/powerpoint/2010/main" val="90976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BCDBA-FD4B-5615-55AF-07C3D7698320}"/>
              </a:ext>
            </a:extLst>
          </p:cNvPr>
          <p:cNvSpPr>
            <a:spLocks noGrp="1"/>
          </p:cNvSpPr>
          <p:nvPr>
            <p:ph type="title"/>
          </p:nvPr>
        </p:nvSpPr>
        <p:spPr>
          <a:xfrm>
            <a:off x="838200" y="365126"/>
            <a:ext cx="10515600" cy="684186"/>
          </a:xfrm>
        </p:spPr>
        <p:txBody>
          <a:bodyPr>
            <a:normAutofit/>
          </a:bodyPr>
          <a:lstStyle/>
          <a:p>
            <a:r>
              <a:rPr lang="en-US" sz="3200" b="1" dirty="0">
                <a:latin typeface="Times New Roman" panose="02020603050405020304" pitchFamily="18" charset="0"/>
                <a:cs typeface="Times New Roman" panose="02020603050405020304" pitchFamily="18" charset="0"/>
              </a:rPr>
              <a:t>Define an HTML Table</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D69949-B141-071F-2344-CD39F66DD3C2}"/>
              </a:ext>
            </a:extLst>
          </p:cNvPr>
          <p:cNvSpPr>
            <a:spLocks noGrp="1"/>
          </p:cNvSpPr>
          <p:nvPr>
            <p:ph idx="1"/>
          </p:nvPr>
        </p:nvSpPr>
        <p:spPr>
          <a:xfrm>
            <a:off x="838200" y="1439056"/>
            <a:ext cx="10515600" cy="4737907"/>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A table in HTML consists of table cells inside rows and columns.</a:t>
            </a:r>
          </a:p>
          <a:p>
            <a:pPr marL="0" indent="0">
              <a:buNone/>
            </a:pP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Company</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Contact</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Country</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err="1">
                <a:latin typeface="Times New Roman" panose="02020603050405020304" pitchFamily="18" charset="0"/>
                <a:cs typeface="Times New Roman" panose="02020603050405020304" pitchFamily="18" charset="0"/>
              </a:rPr>
              <a:t>Alfreds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Futterkiste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Maria Anders</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Germany</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Centro </a:t>
            </a:r>
            <a:r>
              <a:rPr lang="en-US" dirty="0" err="1">
                <a:latin typeface="Times New Roman" panose="02020603050405020304" pitchFamily="18" charset="0"/>
                <a:cs typeface="Times New Roman" panose="02020603050405020304" pitchFamily="18" charset="0"/>
              </a:rPr>
              <a:t>comercial</a:t>
            </a:r>
            <a:r>
              <a:rPr lang="en-US" dirty="0">
                <a:latin typeface="Times New Roman" panose="02020603050405020304" pitchFamily="18" charset="0"/>
                <a:cs typeface="Times New Roman" panose="02020603050405020304" pitchFamily="18" charset="0"/>
              </a:rPr>
              <a:t> Moctezuma</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Francisco Chang</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Mexico</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237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62519-B7F8-C511-C953-0261FD941D52}"/>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Table Cells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70DD4D8-B171-B183-76D3-E7D1701293B6}"/>
              </a:ext>
            </a:extLst>
          </p:cNvPr>
          <p:cNvSpPr>
            <a:spLocks noGrp="1" noChangeArrowheads="1"/>
          </p:cNvSpPr>
          <p:nvPr>
            <p:ph idx="1"/>
          </p:nvPr>
        </p:nvSpPr>
        <p:spPr bwMode="auto">
          <a:xfrm>
            <a:off x="1175083" y="1213634"/>
            <a:ext cx="868844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table cell is defined by a &lt;td&gt; and a &lt;/td&gt; tag.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CDAFB488-0D99-D5DB-1020-0F27CA10E033}"/>
              </a:ext>
            </a:extLst>
          </p:cNvPr>
          <p:cNvSpPr>
            <a:spLocks noChangeArrowheads="1"/>
          </p:cNvSpPr>
          <p:nvPr/>
        </p:nvSpPr>
        <p:spPr bwMode="auto">
          <a:xfrm>
            <a:off x="1175084" y="1826955"/>
            <a:ext cx="886813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td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stands for table data.</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Everything between &lt;td&gt; and &lt;/td&gt; are the content of the table cell.</a:t>
            </a:r>
          </a:p>
        </p:txBody>
      </p:sp>
      <p:sp>
        <p:nvSpPr>
          <p:cNvPr id="8" name="TextBox 7">
            <a:extLst>
              <a:ext uri="{FF2B5EF4-FFF2-40B4-BE49-F238E27FC236}">
                <a16:creationId xmlns:a16="http://schemas.microsoft.com/office/drawing/2014/main" id="{A1AE5C74-8846-711B-ED2B-7AF9B3840854}"/>
              </a:ext>
            </a:extLst>
          </p:cNvPr>
          <p:cNvSpPr txBox="1"/>
          <p:nvPr/>
        </p:nvSpPr>
        <p:spPr>
          <a:xfrm>
            <a:off x="1630278" y="2834892"/>
            <a:ext cx="6677526" cy="2677656"/>
          </a:xfrm>
          <a:prstGeom prst="rect">
            <a:avLst/>
          </a:prstGeom>
          <a:noFill/>
        </p:spPr>
        <p:txBody>
          <a:bodyPr wrap="square">
            <a:spAutoFit/>
          </a:bodyPr>
          <a:lstStyle/>
          <a:p>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table</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tr</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Emil</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Tobias</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Linus</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/td</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/tr</a:t>
            </a:r>
            <a:r>
              <a:rPr lang="en-US" sz="2400" dirty="0">
                <a:solidFill>
                  <a:srgbClr val="0000CD"/>
                </a:solidFill>
                <a:effectLst/>
                <a:latin typeface="Times New Roman" panose="02020603050405020304" pitchFamily="18" charset="0"/>
                <a:cs typeface="Times New Roman" panose="02020603050405020304" pitchFamily="18" charset="0"/>
              </a:rPr>
              <a:t>&gt;</a:t>
            </a:r>
            <a:br>
              <a:rPr lang="en-US" sz="2400" dirty="0">
                <a:latin typeface="Times New Roman" panose="02020603050405020304" pitchFamily="18" charset="0"/>
                <a:cs typeface="Times New Roman" panose="02020603050405020304" pitchFamily="18" charset="0"/>
              </a:rPr>
            </a:br>
            <a:r>
              <a:rPr lang="en-US" sz="2400" dirty="0">
                <a:solidFill>
                  <a:srgbClr val="0000CD"/>
                </a:solidFill>
                <a:effectLst/>
                <a:latin typeface="Times New Roman" panose="02020603050405020304" pitchFamily="18" charset="0"/>
                <a:cs typeface="Times New Roman" panose="02020603050405020304" pitchFamily="18" charset="0"/>
              </a:rPr>
              <a:t>&lt;</a:t>
            </a:r>
            <a:r>
              <a:rPr lang="en-US" sz="2400" dirty="0">
                <a:solidFill>
                  <a:srgbClr val="A52A2A"/>
                </a:solidFill>
                <a:effectLst/>
                <a:latin typeface="Times New Roman" panose="02020603050405020304" pitchFamily="18" charset="0"/>
                <a:cs typeface="Times New Roman" panose="02020603050405020304" pitchFamily="18" charset="0"/>
              </a:rPr>
              <a:t>/table</a:t>
            </a:r>
            <a:r>
              <a:rPr lang="en-US" sz="2400" dirty="0">
                <a:solidFill>
                  <a:srgbClr val="0000CD"/>
                </a:solidFill>
                <a:effectLs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66749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2BCA2-AAD2-5894-092C-38BA8F942E5E}"/>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Table Rows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FFE0BBF-181C-90E8-F9B0-CD80E13DCDCF}"/>
              </a:ext>
            </a:extLst>
          </p:cNvPr>
          <p:cNvSpPr>
            <a:spLocks noGrp="1" noChangeArrowheads="1"/>
          </p:cNvSpPr>
          <p:nvPr>
            <p:ph idx="1"/>
          </p:nvPr>
        </p:nvSpPr>
        <p:spPr bwMode="auto">
          <a:xfrm>
            <a:off x="1006642" y="1393289"/>
            <a:ext cx="953144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table row starts with a &lt;tr&gt; and ends with a &lt;/tr&gt; tag.</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stands for table row.</a:t>
            </a:r>
          </a:p>
          <a:p>
            <a:pPr marL="0" indent="0" eaLnBrk="0" fontAlgn="base" hangingPunct="0">
              <a:lnSpc>
                <a:spcPct val="100000"/>
              </a:lnSpc>
              <a:spcBef>
                <a:spcPct val="0"/>
              </a:spcBef>
              <a:spcAft>
                <a:spcPct val="0"/>
              </a:spcAft>
              <a:buNone/>
            </a:pP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table</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Emil</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Tobias</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Linus</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16</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14</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10</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/table</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9886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B207-F49D-FEFB-8874-BB4BE7CB38B6}"/>
              </a:ext>
            </a:extLst>
          </p:cNvPr>
          <p:cNvSpPr>
            <a:spLocks noGrp="1"/>
          </p:cNvSpPr>
          <p:nvPr>
            <p:ph type="title"/>
          </p:nvPr>
        </p:nvSpPr>
        <p:spPr>
          <a:xfrm>
            <a:off x="838200" y="365125"/>
            <a:ext cx="10515600" cy="894049"/>
          </a:xfrm>
        </p:spPr>
        <p:txBody>
          <a:bodyPr>
            <a:normAutofit/>
          </a:bodyPr>
          <a:lstStyle/>
          <a:p>
            <a:r>
              <a:rPr lang="en-US" sz="3200" b="1" dirty="0">
                <a:latin typeface="Times New Roman" panose="02020603050405020304" pitchFamily="18" charset="0"/>
                <a:cs typeface="Times New Roman" panose="02020603050405020304" pitchFamily="18" charset="0"/>
              </a:rPr>
              <a:t>Table Headers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B8B0D05-F02C-F3D3-1558-097FB44A5307}"/>
              </a:ext>
            </a:extLst>
          </p:cNvPr>
          <p:cNvSpPr>
            <a:spLocks noGrp="1" noChangeArrowheads="1"/>
          </p:cNvSpPr>
          <p:nvPr>
            <p:ph idx="1"/>
          </p:nvPr>
        </p:nvSpPr>
        <p:spPr bwMode="auto">
          <a:xfrm>
            <a:off x="838200" y="1185139"/>
            <a:ext cx="1062983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Sometimes you want your cells to be table header cells. In those cases use the &lt;</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 tag instead of the &lt;td&gt; tag:</a:t>
            </a:r>
          </a:p>
          <a:p>
            <a:pPr eaLnBrk="0" fontAlgn="base" hangingPunct="0">
              <a:lnSpc>
                <a:spcPct val="100000"/>
              </a:lnSpc>
              <a:spcBef>
                <a:spcPct val="0"/>
              </a:spcBef>
              <a:spcAft>
                <a:spcPct val="0"/>
              </a:spcAf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stands for table header.</a:t>
            </a:r>
          </a:p>
          <a:p>
            <a:pPr marL="0" indent="0" eaLnBrk="0" fontAlgn="base" hangingPunct="0">
              <a:lnSpc>
                <a:spcPct val="100000"/>
              </a:lnSpc>
              <a:spcBef>
                <a:spcPct val="0"/>
              </a:spcBef>
              <a:spcAft>
                <a:spcPct val="0"/>
              </a:spcAft>
              <a:buNone/>
            </a:pP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Person 1</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Person 2</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Person 3</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Emil</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Tobias</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Linus</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16</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14</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10</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1661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81CE0-28CB-910E-653C-AB0F8D545084}"/>
              </a:ext>
            </a:extLst>
          </p:cNvPr>
          <p:cNvSpPr>
            <a:spLocks noGrp="1"/>
          </p:cNvSpPr>
          <p:nvPr>
            <p:ph type="title"/>
          </p:nvPr>
        </p:nvSpPr>
        <p:spPr>
          <a:xfrm>
            <a:off x="838200" y="365125"/>
            <a:ext cx="10515600" cy="729157"/>
          </a:xfrm>
        </p:spPr>
        <p:txBody>
          <a:bodyPr>
            <a:normAutofit/>
          </a:bodyPr>
          <a:lstStyle/>
          <a:p>
            <a:r>
              <a:rPr lang="en-US" sz="3200" b="1" dirty="0">
                <a:latin typeface="Times New Roman" panose="02020603050405020304" pitchFamily="18" charset="0"/>
                <a:cs typeface="Times New Roman" panose="02020603050405020304" pitchFamily="18" charset="0"/>
              </a:rPr>
              <a:t>HTML Table Tags</a:t>
            </a:r>
            <a:endParaRPr lang="en-US" sz="32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988C70CF-D8A4-A0BA-8E02-06CE01701458}"/>
              </a:ext>
            </a:extLst>
          </p:cNvPr>
          <p:cNvGraphicFramePr>
            <a:graphicFrameLocks noGrp="1"/>
          </p:cNvGraphicFramePr>
          <p:nvPr>
            <p:ph idx="1"/>
            <p:extLst>
              <p:ext uri="{D42A27DB-BD31-4B8C-83A1-F6EECF244321}">
                <p14:modId xmlns:p14="http://schemas.microsoft.com/office/powerpoint/2010/main" val="4271543521"/>
              </p:ext>
            </p:extLst>
          </p:nvPr>
        </p:nvGraphicFramePr>
        <p:xfrm>
          <a:off x="838200" y="1390910"/>
          <a:ext cx="10008078" cy="4919686"/>
        </p:xfrm>
        <a:graphic>
          <a:graphicData uri="http://schemas.openxmlformats.org/drawingml/2006/table">
            <a:tbl>
              <a:tblPr/>
              <a:tblGrid>
                <a:gridCol w="3599960">
                  <a:extLst>
                    <a:ext uri="{9D8B030D-6E8A-4147-A177-3AD203B41FA5}">
                      <a16:colId xmlns:a16="http://schemas.microsoft.com/office/drawing/2014/main" val="866471092"/>
                    </a:ext>
                  </a:extLst>
                </a:gridCol>
                <a:gridCol w="6408118">
                  <a:extLst>
                    <a:ext uri="{9D8B030D-6E8A-4147-A177-3AD203B41FA5}">
                      <a16:colId xmlns:a16="http://schemas.microsoft.com/office/drawing/2014/main" val="2709883587"/>
                    </a:ext>
                  </a:extLst>
                </a:gridCol>
              </a:tblGrid>
              <a:tr h="348107">
                <a:tc>
                  <a:txBody>
                    <a:bodyPr/>
                    <a:lstStyle/>
                    <a:p>
                      <a:r>
                        <a:rPr lang="en-US" sz="2000" dirty="0">
                          <a:latin typeface="Times New Roman" panose="02020603050405020304" pitchFamily="18" charset="0"/>
                          <a:cs typeface="Times New Roman" panose="02020603050405020304" pitchFamily="18" charset="0"/>
                        </a:rPr>
                        <a:t>Tag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Description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034924"/>
                  </a:ext>
                </a:extLst>
              </a:tr>
              <a:tr h="348107">
                <a:tc>
                  <a:txBody>
                    <a:bodyPr/>
                    <a:lstStyle/>
                    <a:p>
                      <a:r>
                        <a:rPr lang="en-US" sz="2000" dirty="0">
                          <a:latin typeface="Times New Roman" panose="02020603050405020304" pitchFamily="18" charset="0"/>
                          <a:cs typeface="Times New Roman" panose="02020603050405020304" pitchFamily="18" charset="0"/>
                          <a:hlinkClick r:id="rId2"/>
                        </a:rPr>
                        <a:t>&lt;table&gt;</a:t>
                      </a:r>
                      <a:endParaRPr lang="en-US" sz="20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Defines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0650632"/>
                  </a:ext>
                </a:extLst>
              </a:tr>
              <a:tr h="348107">
                <a:tc>
                  <a:txBody>
                    <a:bodyPr/>
                    <a:lstStyle/>
                    <a:p>
                      <a:r>
                        <a:rPr lang="en-US" sz="2000">
                          <a:latin typeface="Times New Roman" panose="02020603050405020304" pitchFamily="18" charset="0"/>
                          <a:cs typeface="Times New Roman" panose="02020603050405020304" pitchFamily="18" charset="0"/>
                          <a:hlinkClick r:id="rId3"/>
                        </a:rPr>
                        <a:t>&lt;th&gt;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Defines a header cell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7992380"/>
                  </a:ext>
                </a:extLst>
              </a:tr>
              <a:tr h="348107">
                <a:tc>
                  <a:txBody>
                    <a:bodyPr/>
                    <a:lstStyle/>
                    <a:p>
                      <a:r>
                        <a:rPr lang="en-US" sz="2000">
                          <a:latin typeface="Times New Roman" panose="02020603050405020304" pitchFamily="18" charset="0"/>
                          <a:cs typeface="Times New Roman" panose="02020603050405020304" pitchFamily="18" charset="0"/>
                          <a:hlinkClick r:id="rId4"/>
                        </a:rPr>
                        <a:t>&lt;tr&gt;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Defines a row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2232854"/>
                  </a:ext>
                </a:extLst>
              </a:tr>
              <a:tr h="348107">
                <a:tc>
                  <a:txBody>
                    <a:bodyPr/>
                    <a:lstStyle/>
                    <a:p>
                      <a:r>
                        <a:rPr lang="en-US" sz="2000">
                          <a:latin typeface="Times New Roman" panose="02020603050405020304" pitchFamily="18" charset="0"/>
                          <a:cs typeface="Times New Roman" panose="02020603050405020304" pitchFamily="18" charset="0"/>
                          <a:hlinkClick r:id="rId5"/>
                        </a:rPr>
                        <a:t>&lt;td&gt;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Defines a cell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9994545"/>
                  </a:ext>
                </a:extLst>
              </a:tr>
              <a:tr h="348107">
                <a:tc>
                  <a:txBody>
                    <a:bodyPr/>
                    <a:lstStyle/>
                    <a:p>
                      <a:r>
                        <a:rPr lang="en-US" sz="2000" dirty="0">
                          <a:latin typeface="Times New Roman" panose="02020603050405020304" pitchFamily="18" charset="0"/>
                          <a:cs typeface="Times New Roman" panose="02020603050405020304" pitchFamily="18" charset="0"/>
                          <a:hlinkClick r:id="rId6"/>
                        </a:rPr>
                        <a:t>&lt;caption&gt;</a:t>
                      </a:r>
                      <a:endParaRPr lang="en-US" sz="2000" dirty="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Defines a table caption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523192"/>
                  </a:ext>
                </a:extLst>
              </a:tr>
              <a:tr h="609187">
                <a:tc>
                  <a:txBody>
                    <a:bodyPr/>
                    <a:lstStyle/>
                    <a:p>
                      <a:r>
                        <a:rPr lang="en-US" sz="2000">
                          <a:latin typeface="Times New Roman" panose="02020603050405020304" pitchFamily="18" charset="0"/>
                          <a:cs typeface="Times New Roman" panose="02020603050405020304" pitchFamily="18" charset="0"/>
                          <a:hlinkClick r:id="rId7"/>
                        </a:rPr>
                        <a:t>&lt;colgroup&gt;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Specifies a group of one or more columns in a table for formatting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3458757"/>
                  </a:ext>
                </a:extLst>
              </a:tr>
              <a:tr h="609187">
                <a:tc>
                  <a:txBody>
                    <a:bodyPr/>
                    <a:lstStyle/>
                    <a:p>
                      <a:r>
                        <a:rPr lang="en-US" sz="2000">
                          <a:latin typeface="Times New Roman" panose="02020603050405020304" pitchFamily="18" charset="0"/>
                          <a:cs typeface="Times New Roman" panose="02020603050405020304" pitchFamily="18" charset="0"/>
                          <a:hlinkClick r:id="rId8"/>
                        </a:rPr>
                        <a:t>&lt;col&gt;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Specifies column properties for each column within a &lt;colgroup&gt; element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324542"/>
                  </a:ext>
                </a:extLst>
              </a:tr>
              <a:tr h="348107">
                <a:tc>
                  <a:txBody>
                    <a:bodyPr/>
                    <a:lstStyle/>
                    <a:p>
                      <a:r>
                        <a:rPr lang="en-US" sz="2000">
                          <a:latin typeface="Times New Roman" panose="02020603050405020304" pitchFamily="18" charset="0"/>
                          <a:cs typeface="Times New Roman" panose="02020603050405020304" pitchFamily="18" charset="0"/>
                          <a:hlinkClick r:id="rId9"/>
                        </a:rPr>
                        <a:t>&lt;thead&gt;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Groups the header content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7275107"/>
                  </a:ext>
                </a:extLst>
              </a:tr>
              <a:tr h="348107">
                <a:tc>
                  <a:txBody>
                    <a:bodyPr/>
                    <a:lstStyle/>
                    <a:p>
                      <a:r>
                        <a:rPr lang="en-US" sz="2000">
                          <a:latin typeface="Times New Roman" panose="02020603050405020304" pitchFamily="18" charset="0"/>
                          <a:cs typeface="Times New Roman" panose="02020603050405020304" pitchFamily="18" charset="0"/>
                          <a:hlinkClick r:id="rId10"/>
                        </a:rPr>
                        <a:t>&lt;tbody&gt;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latin typeface="Times New Roman" panose="02020603050405020304" pitchFamily="18" charset="0"/>
                          <a:cs typeface="Times New Roman" panose="02020603050405020304" pitchFamily="18" charset="0"/>
                        </a:rPr>
                        <a:t>Groups the body content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2673377"/>
                  </a:ext>
                </a:extLst>
              </a:tr>
              <a:tr h="348107">
                <a:tc>
                  <a:txBody>
                    <a:bodyPr/>
                    <a:lstStyle/>
                    <a:p>
                      <a:r>
                        <a:rPr lang="en-US" sz="2000">
                          <a:latin typeface="Times New Roman" panose="02020603050405020304" pitchFamily="18" charset="0"/>
                          <a:cs typeface="Times New Roman" panose="02020603050405020304" pitchFamily="18" charset="0"/>
                          <a:hlinkClick r:id="rId11"/>
                        </a:rPr>
                        <a:t>&lt;tfoot&gt;</a:t>
                      </a:r>
                      <a:endParaRPr lang="en-US" sz="2000">
                        <a:latin typeface="Times New Roman" panose="02020603050405020304" pitchFamily="18" charset="0"/>
                        <a:cs typeface="Times New Roman" panose="02020603050405020304" pitchFamily="18"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Groups the footer content in a 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9839805"/>
                  </a:ext>
                </a:extLst>
              </a:tr>
            </a:tbl>
          </a:graphicData>
        </a:graphic>
      </p:graphicFrame>
    </p:spTree>
    <p:extLst>
      <p:ext uri="{BB962C8B-B14F-4D97-AF65-F5344CB8AC3E}">
        <p14:creationId xmlns:p14="http://schemas.microsoft.com/office/powerpoint/2010/main" val="2056768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2E391-1739-B2EE-F8D1-7550089C89F5}"/>
              </a:ext>
            </a:extLst>
          </p:cNvPr>
          <p:cNvSpPr>
            <a:spLocks noGrp="1"/>
          </p:cNvSpPr>
          <p:nvPr>
            <p:ph type="title"/>
          </p:nvPr>
        </p:nvSpPr>
        <p:spPr>
          <a:xfrm>
            <a:off x="838200" y="365126"/>
            <a:ext cx="10515600" cy="998980"/>
          </a:xfrm>
        </p:spPr>
        <p:txBody>
          <a:bodyPr>
            <a:normAutofit/>
          </a:bodyPr>
          <a:lstStyle/>
          <a:p>
            <a:r>
              <a:rPr lang="en-US" sz="3200" b="1" dirty="0">
                <a:latin typeface="Times New Roman" panose="02020603050405020304" pitchFamily="18" charset="0"/>
                <a:cs typeface="Times New Roman" panose="02020603050405020304" pitchFamily="18" charset="0"/>
              </a:rPr>
              <a:t>HTML Table Borders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A54A0F1-AECE-72C5-3B40-F8410782A177}"/>
              </a:ext>
            </a:extLst>
          </p:cNvPr>
          <p:cNvSpPr>
            <a:spLocks noGrp="1" noChangeArrowheads="1"/>
          </p:cNvSpPr>
          <p:nvPr>
            <p:ph idx="1"/>
          </p:nvPr>
        </p:nvSpPr>
        <p:spPr bwMode="auto">
          <a:xfrm>
            <a:off x="1096908" y="1199080"/>
            <a:ext cx="98916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To Add a Border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 a border, use the CSS border property on table,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td elements:</a:t>
            </a:r>
          </a:p>
        </p:txBody>
      </p:sp>
      <p:graphicFrame>
        <p:nvGraphicFramePr>
          <p:cNvPr id="5" name="Table 4">
            <a:extLst>
              <a:ext uri="{FF2B5EF4-FFF2-40B4-BE49-F238E27FC236}">
                <a16:creationId xmlns:a16="http://schemas.microsoft.com/office/drawing/2014/main" id="{80446402-8378-BB01-2441-8DDEA113BB1A}"/>
              </a:ext>
            </a:extLst>
          </p:cNvPr>
          <p:cNvGraphicFramePr>
            <a:graphicFrameLocks noGrp="1"/>
          </p:cNvGraphicFramePr>
          <p:nvPr>
            <p:extLst>
              <p:ext uri="{D42A27DB-BD31-4B8C-83A1-F6EECF244321}">
                <p14:modId xmlns:p14="http://schemas.microsoft.com/office/powerpoint/2010/main" val="364002082"/>
              </p:ext>
            </p:extLst>
          </p:nvPr>
        </p:nvGraphicFramePr>
        <p:xfrm>
          <a:off x="3352012" y="2374970"/>
          <a:ext cx="3154680" cy="1097280"/>
        </p:xfrm>
        <a:graphic>
          <a:graphicData uri="http://schemas.openxmlformats.org/drawingml/2006/table">
            <a:tbl>
              <a:tblPr/>
              <a:tblGrid>
                <a:gridCol w="1051560">
                  <a:extLst>
                    <a:ext uri="{9D8B030D-6E8A-4147-A177-3AD203B41FA5}">
                      <a16:colId xmlns:a16="http://schemas.microsoft.com/office/drawing/2014/main" val="2554418647"/>
                    </a:ext>
                  </a:extLst>
                </a:gridCol>
                <a:gridCol w="1051560">
                  <a:extLst>
                    <a:ext uri="{9D8B030D-6E8A-4147-A177-3AD203B41FA5}">
                      <a16:colId xmlns:a16="http://schemas.microsoft.com/office/drawing/2014/main" val="3616800592"/>
                    </a:ext>
                  </a:extLst>
                </a:gridCol>
                <a:gridCol w="1051560">
                  <a:extLst>
                    <a:ext uri="{9D8B030D-6E8A-4147-A177-3AD203B41FA5}">
                      <a16:colId xmlns:a16="http://schemas.microsoft.com/office/drawing/2014/main" val="4119596152"/>
                    </a:ext>
                  </a:extLst>
                </a:gridCol>
              </a:tblGrid>
              <a:tr h="0">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5611775"/>
                  </a:ext>
                </a:extLst>
              </a:tr>
              <a:tr h="0">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796151"/>
                  </a:ext>
                </a:extLst>
              </a:tr>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4238425"/>
                  </a:ext>
                </a:extLst>
              </a:tr>
            </a:tbl>
          </a:graphicData>
        </a:graphic>
      </p:graphicFrame>
      <p:sp>
        <p:nvSpPr>
          <p:cNvPr id="6" name="Rectangle 2">
            <a:extLst>
              <a:ext uri="{FF2B5EF4-FFF2-40B4-BE49-F238E27FC236}">
                <a16:creationId xmlns:a16="http://schemas.microsoft.com/office/drawing/2014/main" id="{32D5B140-823E-6C72-616C-F1BB02993B27}"/>
              </a:ext>
            </a:extLst>
          </p:cNvPr>
          <p:cNvSpPr>
            <a:spLocks noChangeArrowheads="1"/>
          </p:cNvSpPr>
          <p:nvPr/>
        </p:nvSpPr>
        <p:spPr bwMode="auto">
          <a:xfrm>
            <a:off x="1223033" y="3728338"/>
            <a:ext cx="93649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 a border, use the CSS border property on table,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td elements:</a:t>
            </a:r>
          </a:p>
        </p:txBody>
      </p:sp>
      <p:sp>
        <p:nvSpPr>
          <p:cNvPr id="8" name="TextBox 7">
            <a:extLst>
              <a:ext uri="{FF2B5EF4-FFF2-40B4-BE49-F238E27FC236}">
                <a16:creationId xmlns:a16="http://schemas.microsoft.com/office/drawing/2014/main" id="{EFD64C5C-DA15-921D-70C0-D4028278349B}"/>
              </a:ext>
            </a:extLst>
          </p:cNvPr>
          <p:cNvSpPr txBox="1"/>
          <p:nvPr/>
        </p:nvSpPr>
        <p:spPr>
          <a:xfrm>
            <a:off x="1412446" y="4446091"/>
            <a:ext cx="8349916" cy="1015663"/>
          </a:xfrm>
          <a:prstGeom prst="rect">
            <a:avLst/>
          </a:prstGeom>
          <a:noFill/>
        </p:spPr>
        <p:txBody>
          <a:bodyPr wrap="square">
            <a:spAutoFit/>
          </a:bodyPr>
          <a:lstStyle/>
          <a:p>
            <a:r>
              <a:rPr lang="en-US" sz="2000" dirty="0">
                <a:solidFill>
                  <a:srgbClr val="A52A2A"/>
                </a:solidFill>
                <a:effectLst/>
                <a:latin typeface="Times New Roman" panose="02020603050405020304" pitchFamily="18" charset="0"/>
                <a:cs typeface="Times New Roman" panose="02020603050405020304" pitchFamily="18" charset="0"/>
              </a:rPr>
              <a:t>table, </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A52A2A"/>
                </a:solidFill>
                <a:effectLst/>
                <a:latin typeface="Times New Roman" panose="02020603050405020304" pitchFamily="18" charset="0"/>
                <a:cs typeface="Times New Roman" panose="02020603050405020304" pitchFamily="18" charset="0"/>
              </a:rPr>
              <a:t>, td </a:t>
            </a:r>
            <a:r>
              <a:rPr lang="en-US" sz="2000" dirty="0">
                <a:solidFill>
                  <a:srgbClr val="000000"/>
                </a:solidFill>
                <a:effectLst/>
                <a:latin typeface="Times New Roman" panose="02020603050405020304" pitchFamily="18" charset="0"/>
                <a:cs typeface="Times New Roman" panose="02020603050405020304" pitchFamily="18" charset="0"/>
              </a:rPr>
              <a:t>{</a:t>
            </a:r>
            <a:br>
              <a:rPr lang="en-US" sz="2000" dirty="0">
                <a:solidFill>
                  <a:srgbClr val="FF0000"/>
                </a:solidFill>
                <a:effectLst/>
                <a:latin typeface="Times New Roman" panose="02020603050405020304" pitchFamily="18" charset="0"/>
                <a:cs typeface="Times New Roman" panose="02020603050405020304" pitchFamily="18" charset="0"/>
              </a:rPr>
            </a:br>
            <a:r>
              <a:rPr lang="en-US" sz="2000" dirty="0">
                <a:solidFill>
                  <a:srgbClr val="FF0000"/>
                </a:solidFill>
                <a:effectLst/>
                <a:latin typeface="Times New Roman" panose="02020603050405020304" pitchFamily="18" charset="0"/>
                <a:cs typeface="Times New Roman" panose="02020603050405020304" pitchFamily="18" charset="0"/>
              </a:rPr>
              <a:t>  border</a:t>
            </a:r>
            <a:r>
              <a:rPr lang="en-US" sz="2000" dirty="0">
                <a:solidFill>
                  <a:srgbClr val="000000"/>
                </a:solidFill>
                <a:effectLst/>
                <a:latin typeface="Times New Roman" panose="02020603050405020304" pitchFamily="18" charset="0"/>
                <a:cs typeface="Times New Roman" panose="02020603050405020304" pitchFamily="18" charset="0"/>
              </a:rPr>
              <a:t>:</a:t>
            </a:r>
            <a:r>
              <a:rPr lang="en-US" sz="2000" dirty="0">
                <a:solidFill>
                  <a:srgbClr val="0000CD"/>
                </a:solidFill>
                <a:effectLst/>
                <a:latin typeface="Times New Roman" panose="02020603050405020304" pitchFamily="18" charset="0"/>
                <a:cs typeface="Times New Roman" panose="02020603050405020304" pitchFamily="18" charset="0"/>
              </a:rPr>
              <a:t> 1px solid black</a:t>
            </a:r>
            <a:r>
              <a:rPr lang="en-US" sz="2000" dirty="0">
                <a:solidFill>
                  <a:srgbClr val="000000"/>
                </a:solidFill>
                <a:effectLst/>
                <a:latin typeface="Times New Roman" panose="02020603050405020304" pitchFamily="18" charset="0"/>
                <a:cs typeface="Times New Roman" panose="02020603050405020304" pitchFamily="18" charset="0"/>
              </a:rPr>
              <a:t>;</a:t>
            </a:r>
            <a:br>
              <a:rPr lang="en-US" sz="2000" dirty="0">
                <a:solidFill>
                  <a:srgbClr val="FF0000"/>
                </a:solidFill>
                <a:effectLst/>
                <a:latin typeface="Times New Roman" panose="02020603050405020304" pitchFamily="18" charset="0"/>
                <a:cs typeface="Times New Roman" panose="02020603050405020304" pitchFamily="18" charset="0"/>
              </a:rPr>
            </a:br>
            <a:r>
              <a:rPr lang="en-US" sz="2000" dirty="0">
                <a:solidFill>
                  <a:srgbClr val="000000"/>
                </a:solidFill>
                <a:effectLst/>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F0C34C2-697D-52E1-1452-7F7BE03F2834}"/>
              </a:ext>
            </a:extLst>
          </p:cNvPr>
          <p:cNvGraphicFramePr>
            <a:graphicFrameLocks noGrp="1"/>
          </p:cNvGraphicFramePr>
          <p:nvPr>
            <p:extLst>
              <p:ext uri="{D42A27DB-BD31-4B8C-83A1-F6EECF244321}">
                <p14:modId xmlns:p14="http://schemas.microsoft.com/office/powerpoint/2010/main" val="1192995479"/>
              </p:ext>
            </p:extLst>
          </p:nvPr>
        </p:nvGraphicFramePr>
        <p:xfrm>
          <a:off x="3474433" y="2374970"/>
          <a:ext cx="3032259" cy="1097280"/>
        </p:xfrm>
        <a:graphic>
          <a:graphicData uri="http://schemas.openxmlformats.org/drawingml/2006/table">
            <a:tbl>
              <a:tblPr/>
              <a:tblGrid>
                <a:gridCol w="1010753">
                  <a:extLst>
                    <a:ext uri="{9D8B030D-6E8A-4147-A177-3AD203B41FA5}">
                      <a16:colId xmlns:a16="http://schemas.microsoft.com/office/drawing/2014/main" val="2554418647"/>
                    </a:ext>
                  </a:extLst>
                </a:gridCol>
                <a:gridCol w="1010753">
                  <a:extLst>
                    <a:ext uri="{9D8B030D-6E8A-4147-A177-3AD203B41FA5}">
                      <a16:colId xmlns:a16="http://schemas.microsoft.com/office/drawing/2014/main" val="3616800592"/>
                    </a:ext>
                  </a:extLst>
                </a:gridCol>
                <a:gridCol w="1010753">
                  <a:extLst>
                    <a:ext uri="{9D8B030D-6E8A-4147-A177-3AD203B41FA5}">
                      <a16:colId xmlns:a16="http://schemas.microsoft.com/office/drawing/2014/main" val="4119596152"/>
                    </a:ext>
                  </a:extLst>
                </a:gridCol>
              </a:tblGrid>
              <a:tr h="323079">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5611775"/>
                  </a:ext>
                </a:extLst>
              </a:tr>
              <a:tr h="323079">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796151"/>
                  </a:ext>
                </a:extLst>
              </a:tr>
              <a:tr h="323079">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4238425"/>
                  </a:ext>
                </a:extLst>
              </a:tr>
            </a:tbl>
          </a:graphicData>
        </a:graphic>
      </p:graphicFrame>
    </p:spTree>
    <p:extLst>
      <p:ext uri="{BB962C8B-B14F-4D97-AF65-F5344CB8AC3E}">
        <p14:creationId xmlns:p14="http://schemas.microsoft.com/office/powerpoint/2010/main" val="1514619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F3F3-2B73-3BAA-C894-8DE47CF64D1D}"/>
              </a:ext>
            </a:extLst>
          </p:cNvPr>
          <p:cNvSpPr>
            <a:spLocks noGrp="1"/>
          </p:cNvSpPr>
          <p:nvPr>
            <p:ph type="title"/>
          </p:nvPr>
        </p:nvSpPr>
        <p:spPr>
          <a:xfrm>
            <a:off x="838200" y="365125"/>
            <a:ext cx="10515600" cy="868363"/>
          </a:xfrm>
        </p:spPr>
        <p:txBody>
          <a:bodyPr>
            <a:normAutofit/>
          </a:bodyPr>
          <a:lstStyle/>
          <a:p>
            <a:r>
              <a:rPr lang="en-US" sz="3200" b="1" dirty="0">
                <a:latin typeface="Times New Roman" panose="02020603050405020304" pitchFamily="18" charset="0"/>
                <a:cs typeface="Times New Roman" panose="02020603050405020304" pitchFamily="18" charset="0"/>
              </a:rPr>
              <a:t>Collapsed Table Borders</a:t>
            </a:r>
            <a:endParaRPr lang="en-US" sz="32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2348D32-B96F-1B62-8851-DCD28E64FC7F}"/>
              </a:ext>
            </a:extLst>
          </p:cNvPr>
          <p:cNvGraphicFramePr>
            <a:graphicFrameLocks noGrp="1"/>
          </p:cNvGraphicFramePr>
          <p:nvPr>
            <p:ph idx="1"/>
            <p:extLst>
              <p:ext uri="{D42A27DB-BD31-4B8C-83A1-F6EECF244321}">
                <p14:modId xmlns:p14="http://schemas.microsoft.com/office/powerpoint/2010/main" val="2366124222"/>
              </p:ext>
            </p:extLst>
          </p:nvPr>
        </p:nvGraphicFramePr>
        <p:xfrm>
          <a:off x="4248837" y="2580840"/>
          <a:ext cx="3154680" cy="1216122"/>
        </p:xfrm>
        <a:graphic>
          <a:graphicData uri="http://schemas.openxmlformats.org/drawingml/2006/table">
            <a:tbl>
              <a:tblPr/>
              <a:tblGrid>
                <a:gridCol w="1051560">
                  <a:extLst>
                    <a:ext uri="{9D8B030D-6E8A-4147-A177-3AD203B41FA5}">
                      <a16:colId xmlns:a16="http://schemas.microsoft.com/office/drawing/2014/main" val="2496768695"/>
                    </a:ext>
                  </a:extLst>
                </a:gridCol>
                <a:gridCol w="1051560">
                  <a:extLst>
                    <a:ext uri="{9D8B030D-6E8A-4147-A177-3AD203B41FA5}">
                      <a16:colId xmlns:a16="http://schemas.microsoft.com/office/drawing/2014/main" val="525604554"/>
                    </a:ext>
                  </a:extLst>
                </a:gridCol>
                <a:gridCol w="1051560">
                  <a:extLst>
                    <a:ext uri="{9D8B030D-6E8A-4147-A177-3AD203B41FA5}">
                      <a16:colId xmlns:a16="http://schemas.microsoft.com/office/drawing/2014/main" val="3418102991"/>
                    </a:ext>
                  </a:extLst>
                </a:gridCol>
              </a:tblGrid>
              <a:tr h="484602">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8331287"/>
                  </a:ext>
                </a:extLst>
              </a:tr>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6967189"/>
                  </a:ext>
                </a:extLst>
              </a:tr>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7227955"/>
                  </a:ext>
                </a:extLst>
              </a:tr>
            </a:tbl>
          </a:graphicData>
        </a:graphic>
      </p:graphicFrame>
      <p:sp>
        <p:nvSpPr>
          <p:cNvPr id="5" name="Rectangle 1">
            <a:extLst>
              <a:ext uri="{FF2B5EF4-FFF2-40B4-BE49-F238E27FC236}">
                <a16:creationId xmlns:a16="http://schemas.microsoft.com/office/drawing/2014/main" id="{D4A360D8-D355-9341-4441-250791A379AD}"/>
              </a:ext>
            </a:extLst>
          </p:cNvPr>
          <p:cNvSpPr>
            <a:spLocks noChangeArrowheads="1"/>
          </p:cNvSpPr>
          <p:nvPr/>
        </p:nvSpPr>
        <p:spPr bwMode="auto">
          <a:xfrm>
            <a:off x="591079" y="1233488"/>
            <a:ext cx="943734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avoid having double borders like in the example above, set the CSS border-collapse property to collapse.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will make the borders collapse into a single border:</a:t>
            </a:r>
          </a:p>
        </p:txBody>
      </p:sp>
      <p:sp>
        <p:nvSpPr>
          <p:cNvPr id="7" name="TextBox 6">
            <a:extLst>
              <a:ext uri="{FF2B5EF4-FFF2-40B4-BE49-F238E27FC236}">
                <a16:creationId xmlns:a16="http://schemas.microsoft.com/office/drawing/2014/main" id="{ED9C4ABA-710E-A656-321B-0B73DEB348E2}"/>
              </a:ext>
            </a:extLst>
          </p:cNvPr>
          <p:cNvSpPr txBox="1"/>
          <p:nvPr/>
        </p:nvSpPr>
        <p:spPr>
          <a:xfrm>
            <a:off x="999312" y="4008685"/>
            <a:ext cx="6124072" cy="1200329"/>
          </a:xfrm>
          <a:prstGeom prst="rect">
            <a:avLst/>
          </a:prstGeom>
          <a:noFill/>
        </p:spPr>
        <p:txBody>
          <a:bodyPr wrap="square">
            <a:spAutoFit/>
          </a:bodyPr>
          <a:lstStyle/>
          <a:p>
            <a:r>
              <a:rPr lang="en-US" dirty="0">
                <a:solidFill>
                  <a:srgbClr val="A52A2A"/>
                </a:solidFill>
                <a:effectLst/>
                <a:latin typeface="Times New Roman" panose="02020603050405020304" pitchFamily="18" charset="0"/>
                <a:cs typeface="Times New Roman" panose="02020603050405020304" pitchFamily="18" charset="0"/>
              </a:rPr>
              <a:t>table, </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td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1px solid black</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border-collapse</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collapse</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09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CC4CC-5756-CFF7-63DA-B87B1F86E6A5}"/>
              </a:ext>
            </a:extLst>
          </p:cNvPr>
          <p:cNvSpPr>
            <a:spLocks noGrp="1"/>
          </p:cNvSpPr>
          <p:nvPr>
            <p:ph type="title"/>
          </p:nvPr>
        </p:nvSpPr>
        <p:spPr/>
        <p:txBody>
          <a:bodyPr/>
          <a:lstStyle/>
          <a:p>
            <a:r>
              <a:rPr lang="en-US" b="1" dirty="0"/>
              <a:t>Style Table Borders</a:t>
            </a:r>
            <a:endParaRPr lang="en-US" dirty="0"/>
          </a:p>
        </p:txBody>
      </p:sp>
      <p:graphicFrame>
        <p:nvGraphicFramePr>
          <p:cNvPr id="4" name="Content Placeholder 3">
            <a:extLst>
              <a:ext uri="{FF2B5EF4-FFF2-40B4-BE49-F238E27FC236}">
                <a16:creationId xmlns:a16="http://schemas.microsoft.com/office/drawing/2014/main" id="{3D6BBCDA-4C44-045F-FD20-9381A321483D}"/>
              </a:ext>
            </a:extLst>
          </p:cNvPr>
          <p:cNvGraphicFramePr>
            <a:graphicFrameLocks noGrp="1"/>
          </p:cNvGraphicFramePr>
          <p:nvPr>
            <p:ph idx="1"/>
            <p:extLst>
              <p:ext uri="{D42A27DB-BD31-4B8C-83A1-F6EECF244321}">
                <p14:modId xmlns:p14="http://schemas.microsoft.com/office/powerpoint/2010/main" val="1724668301"/>
              </p:ext>
            </p:extLst>
          </p:nvPr>
        </p:nvGraphicFramePr>
        <p:xfrm>
          <a:off x="4518660" y="2831834"/>
          <a:ext cx="3154680" cy="1097280"/>
        </p:xfrm>
        <a:graphic>
          <a:graphicData uri="http://schemas.openxmlformats.org/drawingml/2006/table">
            <a:tbl>
              <a:tblPr>
                <a:tableStyleId>{35758FB7-9AC5-4552-8A53-C91805E547FA}</a:tableStyleId>
              </a:tblPr>
              <a:tblGrid>
                <a:gridCol w="1051560">
                  <a:extLst>
                    <a:ext uri="{9D8B030D-6E8A-4147-A177-3AD203B41FA5}">
                      <a16:colId xmlns:a16="http://schemas.microsoft.com/office/drawing/2014/main" val="2613717930"/>
                    </a:ext>
                  </a:extLst>
                </a:gridCol>
                <a:gridCol w="1051560">
                  <a:extLst>
                    <a:ext uri="{9D8B030D-6E8A-4147-A177-3AD203B41FA5}">
                      <a16:colId xmlns:a16="http://schemas.microsoft.com/office/drawing/2014/main" val="2210571465"/>
                    </a:ext>
                  </a:extLst>
                </a:gridCol>
                <a:gridCol w="1051560">
                  <a:extLst>
                    <a:ext uri="{9D8B030D-6E8A-4147-A177-3AD203B41FA5}">
                      <a16:colId xmlns:a16="http://schemas.microsoft.com/office/drawing/2014/main" val="147179423"/>
                    </a:ext>
                  </a:extLst>
                </a:gridCol>
              </a:tblGrid>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7002944"/>
                  </a:ext>
                </a:extLst>
              </a:tr>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8912291"/>
                  </a:ext>
                </a:extLst>
              </a:tr>
              <a:tr h="0">
                <a:tc>
                  <a:txBody>
                    <a:bodyPr/>
                    <a:lstStyle/>
                    <a:p>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5725975"/>
                  </a:ext>
                </a:extLst>
              </a:tr>
            </a:tbl>
          </a:graphicData>
        </a:graphic>
      </p:graphicFrame>
      <p:sp>
        <p:nvSpPr>
          <p:cNvPr id="5" name="Rectangle 1">
            <a:extLst>
              <a:ext uri="{FF2B5EF4-FFF2-40B4-BE49-F238E27FC236}">
                <a16:creationId xmlns:a16="http://schemas.microsoft.com/office/drawing/2014/main" id="{8ACFC180-5211-31E9-72ED-1BB86322FFC4}"/>
              </a:ext>
            </a:extLst>
          </p:cNvPr>
          <p:cNvSpPr>
            <a:spLocks noChangeArrowheads="1"/>
          </p:cNvSpPr>
          <p:nvPr/>
        </p:nvSpPr>
        <p:spPr bwMode="auto">
          <a:xfrm>
            <a:off x="343703" y="1336745"/>
            <a:ext cx="110770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you set a background color of each cell, and give the border a white color (the same as the document</a:t>
            </a:r>
          </a:p>
          <a:p>
            <a:pPr marR="0" lvl="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background), you get the impression of an invisible border:</a:t>
            </a:r>
          </a:p>
        </p:txBody>
      </p:sp>
      <p:sp>
        <p:nvSpPr>
          <p:cNvPr id="7" name="TextBox 6">
            <a:extLst>
              <a:ext uri="{FF2B5EF4-FFF2-40B4-BE49-F238E27FC236}">
                <a16:creationId xmlns:a16="http://schemas.microsoft.com/office/drawing/2014/main" id="{E93B9B07-3D58-7C70-65F0-0A3B9352B68F}"/>
              </a:ext>
            </a:extLst>
          </p:cNvPr>
          <p:cNvSpPr txBox="1"/>
          <p:nvPr/>
        </p:nvSpPr>
        <p:spPr>
          <a:xfrm>
            <a:off x="598536" y="3929114"/>
            <a:ext cx="8349914" cy="2031325"/>
          </a:xfrm>
          <a:prstGeom prst="rect">
            <a:avLst/>
          </a:prstGeom>
          <a:noFill/>
        </p:spPr>
        <p:txBody>
          <a:bodyPr wrap="square">
            <a:spAutoFit/>
          </a:bodyPr>
          <a:lstStyle/>
          <a:p>
            <a:r>
              <a:rPr lang="en-US" dirty="0">
                <a:solidFill>
                  <a:srgbClr val="A52A2A"/>
                </a:solidFill>
                <a:effectLst/>
                <a:latin typeface="Times New Roman" panose="02020603050405020304" pitchFamily="18" charset="0"/>
                <a:cs typeface="Times New Roman" panose="02020603050405020304" pitchFamily="18" charset="0"/>
              </a:rPr>
              <a:t>table, </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td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1px solid white</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border-collapse</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collapse</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A52A2A"/>
                </a:solidFill>
                <a:effectLst/>
                <a:latin typeface="Times New Roman" panose="02020603050405020304" pitchFamily="18" charset="0"/>
                <a:cs typeface="Times New Roman" panose="02020603050405020304" pitchFamily="18" charset="0"/>
              </a:rPr>
            </a:b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td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background-color</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#96D4D4</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122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3DA7938-9ECA-25E0-8903-3AF8A862550D}"/>
              </a:ext>
            </a:extLst>
          </p:cNvPr>
          <p:cNvGraphicFramePr>
            <a:graphicFrameLocks noGrp="1"/>
          </p:cNvGraphicFramePr>
          <p:nvPr>
            <p:ph idx="1"/>
          </p:nvPr>
        </p:nvGraphicFramePr>
        <p:xfrm>
          <a:off x="4518660" y="3452654"/>
          <a:ext cx="3154680" cy="1097280"/>
        </p:xfrm>
        <a:graphic>
          <a:graphicData uri="http://schemas.openxmlformats.org/drawingml/2006/table">
            <a:tbl>
              <a:tblPr/>
              <a:tblGrid>
                <a:gridCol w="1051560">
                  <a:extLst>
                    <a:ext uri="{9D8B030D-6E8A-4147-A177-3AD203B41FA5}">
                      <a16:colId xmlns:a16="http://schemas.microsoft.com/office/drawing/2014/main" val="1102072409"/>
                    </a:ext>
                  </a:extLst>
                </a:gridCol>
                <a:gridCol w="1051560">
                  <a:extLst>
                    <a:ext uri="{9D8B030D-6E8A-4147-A177-3AD203B41FA5}">
                      <a16:colId xmlns:a16="http://schemas.microsoft.com/office/drawing/2014/main" val="907598236"/>
                    </a:ext>
                  </a:extLst>
                </a:gridCol>
                <a:gridCol w="1051560">
                  <a:extLst>
                    <a:ext uri="{9D8B030D-6E8A-4147-A177-3AD203B41FA5}">
                      <a16:colId xmlns:a16="http://schemas.microsoft.com/office/drawing/2014/main" val="3106694800"/>
                    </a:ext>
                  </a:extLst>
                </a:gridCol>
              </a:tblGrid>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3390102774"/>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2097436552"/>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dirty="0"/>
                        <a:t> </a:t>
                      </a:r>
                    </a:p>
                  </a:txBody>
                  <a:tcPr anchor="ctr">
                    <a:lnL>
                      <a:noFill/>
                    </a:lnL>
                    <a:lnR>
                      <a:noFill/>
                    </a:lnR>
                    <a:lnT>
                      <a:noFill/>
                    </a:lnT>
                    <a:lnB>
                      <a:noFill/>
                    </a:lnB>
                    <a:noFill/>
                  </a:tcPr>
                </a:tc>
                <a:extLst>
                  <a:ext uri="{0D108BD9-81ED-4DB2-BD59-A6C34878D82A}">
                    <a16:rowId xmlns:a16="http://schemas.microsoft.com/office/drawing/2014/main" val="4191089978"/>
                  </a:ext>
                </a:extLst>
              </a:tr>
            </a:tbl>
          </a:graphicData>
        </a:graphic>
      </p:graphicFrame>
      <p:sp>
        <p:nvSpPr>
          <p:cNvPr id="5" name="Rectangle 1">
            <a:extLst>
              <a:ext uri="{FF2B5EF4-FFF2-40B4-BE49-F238E27FC236}">
                <a16:creationId xmlns:a16="http://schemas.microsoft.com/office/drawing/2014/main" id="{DC60EB3A-A78D-0BDA-ACFE-2FBB47F08F98}"/>
              </a:ext>
            </a:extLst>
          </p:cNvPr>
          <p:cNvSpPr>
            <a:spLocks noChangeArrowheads="1"/>
          </p:cNvSpPr>
          <p:nvPr/>
        </p:nvSpPr>
        <p:spPr bwMode="auto">
          <a:xfrm>
            <a:off x="869430" y="1223611"/>
            <a:ext cx="953818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Round Table Borders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the border-radius property, the borders get rounded corners: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 </a:t>
            </a:r>
            <a:r>
              <a:rPr kumimoji="0" lang="en-US" altLang="en-US" sz="28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8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td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border</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1px solid black</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border-radius</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10px</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247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E6D7C46-24D7-EE8D-AE79-24F4E4D5EDD3}"/>
              </a:ext>
            </a:extLst>
          </p:cNvPr>
          <p:cNvGraphicFramePr>
            <a:graphicFrameLocks noGrp="1"/>
          </p:cNvGraphicFramePr>
          <p:nvPr>
            <p:ph idx="1"/>
          </p:nvPr>
        </p:nvGraphicFramePr>
        <p:xfrm>
          <a:off x="4518660" y="3452654"/>
          <a:ext cx="3154680" cy="1097280"/>
        </p:xfrm>
        <a:graphic>
          <a:graphicData uri="http://schemas.openxmlformats.org/drawingml/2006/table">
            <a:tbl>
              <a:tblPr/>
              <a:tblGrid>
                <a:gridCol w="1051560">
                  <a:extLst>
                    <a:ext uri="{9D8B030D-6E8A-4147-A177-3AD203B41FA5}">
                      <a16:colId xmlns:a16="http://schemas.microsoft.com/office/drawing/2014/main" val="896745080"/>
                    </a:ext>
                  </a:extLst>
                </a:gridCol>
                <a:gridCol w="1051560">
                  <a:extLst>
                    <a:ext uri="{9D8B030D-6E8A-4147-A177-3AD203B41FA5}">
                      <a16:colId xmlns:a16="http://schemas.microsoft.com/office/drawing/2014/main" val="3657068460"/>
                    </a:ext>
                  </a:extLst>
                </a:gridCol>
                <a:gridCol w="1051560">
                  <a:extLst>
                    <a:ext uri="{9D8B030D-6E8A-4147-A177-3AD203B41FA5}">
                      <a16:colId xmlns:a16="http://schemas.microsoft.com/office/drawing/2014/main" val="1362508919"/>
                    </a:ext>
                  </a:extLst>
                </a:gridCol>
              </a:tblGrid>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1860484099"/>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3785111269"/>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dirty="0"/>
                        <a:t> </a:t>
                      </a:r>
                    </a:p>
                  </a:txBody>
                  <a:tcPr anchor="ctr">
                    <a:lnL>
                      <a:noFill/>
                    </a:lnL>
                    <a:lnR>
                      <a:noFill/>
                    </a:lnR>
                    <a:lnT>
                      <a:noFill/>
                    </a:lnT>
                    <a:lnB>
                      <a:noFill/>
                    </a:lnB>
                    <a:noFill/>
                  </a:tcPr>
                </a:tc>
                <a:extLst>
                  <a:ext uri="{0D108BD9-81ED-4DB2-BD59-A6C34878D82A}">
                    <a16:rowId xmlns:a16="http://schemas.microsoft.com/office/drawing/2014/main" val="2337410811"/>
                  </a:ext>
                </a:extLst>
              </a:tr>
            </a:tbl>
          </a:graphicData>
        </a:graphic>
      </p:graphicFrame>
      <p:sp>
        <p:nvSpPr>
          <p:cNvPr id="5" name="Rectangle 1">
            <a:extLst>
              <a:ext uri="{FF2B5EF4-FFF2-40B4-BE49-F238E27FC236}">
                <a16:creationId xmlns:a16="http://schemas.microsoft.com/office/drawing/2014/main" id="{5F23129E-E72D-303E-9DCE-98A67D88DE8A}"/>
              </a:ext>
            </a:extLst>
          </p:cNvPr>
          <p:cNvSpPr>
            <a:spLocks noChangeArrowheads="1"/>
          </p:cNvSpPr>
          <p:nvPr/>
        </p:nvSpPr>
        <p:spPr bwMode="auto">
          <a:xfrm>
            <a:off x="524656" y="1207666"/>
            <a:ext cx="1087188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Skip the border around the table by leaving out table from the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css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8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td </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border</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1px solid black</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border-radius</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10px</a:t>
            </a: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230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31E8316-05E5-91A5-D9BB-D84E72F837E0}"/>
              </a:ext>
            </a:extLst>
          </p:cNvPr>
          <p:cNvGraphicFramePr>
            <a:graphicFrameLocks noGrp="1"/>
          </p:cNvGraphicFramePr>
          <p:nvPr>
            <p:ph idx="1"/>
          </p:nvPr>
        </p:nvGraphicFramePr>
        <p:xfrm>
          <a:off x="4518660" y="3452654"/>
          <a:ext cx="3154680" cy="1097280"/>
        </p:xfrm>
        <a:graphic>
          <a:graphicData uri="http://schemas.openxmlformats.org/drawingml/2006/table">
            <a:tbl>
              <a:tblPr/>
              <a:tblGrid>
                <a:gridCol w="1051560">
                  <a:extLst>
                    <a:ext uri="{9D8B030D-6E8A-4147-A177-3AD203B41FA5}">
                      <a16:colId xmlns:a16="http://schemas.microsoft.com/office/drawing/2014/main" val="532461395"/>
                    </a:ext>
                  </a:extLst>
                </a:gridCol>
                <a:gridCol w="1051560">
                  <a:extLst>
                    <a:ext uri="{9D8B030D-6E8A-4147-A177-3AD203B41FA5}">
                      <a16:colId xmlns:a16="http://schemas.microsoft.com/office/drawing/2014/main" val="3354088603"/>
                    </a:ext>
                  </a:extLst>
                </a:gridCol>
                <a:gridCol w="1051560">
                  <a:extLst>
                    <a:ext uri="{9D8B030D-6E8A-4147-A177-3AD203B41FA5}">
                      <a16:colId xmlns:a16="http://schemas.microsoft.com/office/drawing/2014/main" val="3015391434"/>
                    </a:ext>
                  </a:extLst>
                </a:gridCol>
              </a:tblGrid>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2181181521"/>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extLst>
                  <a:ext uri="{0D108BD9-81ED-4DB2-BD59-A6C34878D82A}">
                    <a16:rowId xmlns:a16="http://schemas.microsoft.com/office/drawing/2014/main" val="2054668634"/>
                  </a:ext>
                </a:extLst>
              </a:tr>
              <a:tr h="0">
                <a:tc>
                  <a:txBody>
                    <a:bodyPr/>
                    <a:lstStyle/>
                    <a:p>
                      <a:r>
                        <a:rPr lang="en-US"/>
                        <a:t> </a:t>
                      </a:r>
                    </a:p>
                  </a:txBody>
                  <a:tcPr anchor="ctr">
                    <a:lnL>
                      <a:noFill/>
                    </a:lnL>
                    <a:lnR>
                      <a:noFill/>
                    </a:lnR>
                    <a:lnT>
                      <a:noFill/>
                    </a:lnT>
                    <a:lnB>
                      <a:noFill/>
                    </a:lnB>
                    <a:noFill/>
                  </a:tcPr>
                </a:tc>
                <a:tc>
                  <a:txBody>
                    <a:bodyPr/>
                    <a:lstStyle/>
                    <a:p>
                      <a:r>
                        <a:rPr lang="en-US"/>
                        <a:t> </a:t>
                      </a:r>
                    </a:p>
                  </a:txBody>
                  <a:tcPr anchor="ctr">
                    <a:lnL>
                      <a:noFill/>
                    </a:lnL>
                    <a:lnR>
                      <a:noFill/>
                    </a:lnR>
                    <a:lnT>
                      <a:noFill/>
                    </a:lnT>
                    <a:lnB>
                      <a:noFill/>
                    </a:lnB>
                    <a:noFill/>
                  </a:tcPr>
                </a:tc>
                <a:tc>
                  <a:txBody>
                    <a:bodyPr/>
                    <a:lstStyle/>
                    <a:p>
                      <a:r>
                        <a:rPr lang="en-US" dirty="0"/>
                        <a:t> </a:t>
                      </a:r>
                    </a:p>
                  </a:txBody>
                  <a:tcPr anchor="ctr">
                    <a:lnL>
                      <a:noFill/>
                    </a:lnL>
                    <a:lnR>
                      <a:noFill/>
                    </a:lnR>
                    <a:lnT>
                      <a:noFill/>
                    </a:lnT>
                    <a:lnB>
                      <a:noFill/>
                    </a:lnB>
                    <a:noFill/>
                  </a:tcPr>
                </a:tc>
                <a:extLst>
                  <a:ext uri="{0D108BD9-81ED-4DB2-BD59-A6C34878D82A}">
                    <a16:rowId xmlns:a16="http://schemas.microsoft.com/office/drawing/2014/main" val="3193322962"/>
                  </a:ext>
                </a:extLst>
              </a:tr>
            </a:tbl>
          </a:graphicData>
        </a:graphic>
      </p:graphicFrame>
      <p:sp>
        <p:nvSpPr>
          <p:cNvPr id="5" name="Rectangle 1">
            <a:extLst>
              <a:ext uri="{FF2B5EF4-FFF2-40B4-BE49-F238E27FC236}">
                <a16:creationId xmlns:a16="http://schemas.microsoft.com/office/drawing/2014/main" id="{AB8F4A6F-7A80-F90C-8269-A184F7B089C9}"/>
              </a:ext>
            </a:extLst>
          </p:cNvPr>
          <p:cNvSpPr>
            <a:spLocks noChangeArrowheads="1"/>
          </p:cNvSpPr>
          <p:nvPr/>
        </p:nvSpPr>
        <p:spPr bwMode="auto">
          <a:xfrm>
            <a:off x="314793" y="1012955"/>
            <a:ext cx="100584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Dotted Table Borders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the border-style property, you can set the appearance of the border.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following values are allowed: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dotted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double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groove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ridge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hidden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7720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578351-D955-466B-53FA-FB6257BCC9F9}"/>
              </a:ext>
            </a:extLst>
          </p:cNvPr>
          <p:cNvSpPr>
            <a:spLocks noGrp="1"/>
          </p:cNvSpPr>
          <p:nvPr>
            <p:ph idx="1"/>
          </p:nvPr>
        </p:nvSpPr>
        <p:spPr/>
        <p:txBody>
          <a:bodyPr/>
          <a:lstStyle/>
          <a:p>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td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border-style</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dotted</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p>
          <a:p>
            <a:endParaRPr lang="en-US" dirty="0">
              <a:solidFill>
                <a:srgbClr val="000000"/>
              </a:solidFill>
              <a:latin typeface="Times New Roman" panose="02020603050405020304" pitchFamily="18" charset="0"/>
              <a:cs typeface="Times New Roman" panose="02020603050405020304" pitchFamily="18" charset="0"/>
            </a:endParaRPr>
          </a:p>
          <a:p>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td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border-color</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#96D4D4</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86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F11C-0ECD-D131-FF66-49743E4625E9}"/>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HTML Table Sizes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BF88A0-BB30-D128-8733-E164E3D5A953}"/>
              </a:ext>
            </a:extLst>
          </p:cNvPr>
          <p:cNvSpPr>
            <a:spLocks noGrp="1"/>
          </p:cNvSpPr>
          <p:nvPr>
            <p:ph idx="1"/>
          </p:nvPr>
        </p:nvSpPr>
        <p:spPr>
          <a:xfrm>
            <a:off x="838200" y="1394085"/>
            <a:ext cx="10515600" cy="5098790"/>
          </a:xfrm>
        </p:spPr>
        <p:txBody>
          <a:bodyPr>
            <a:noAutofit/>
          </a:bodyPr>
          <a:lstStyle/>
          <a:p>
            <a:r>
              <a:rPr lang="en-US" sz="1800" dirty="0">
                <a:latin typeface="Times New Roman" panose="02020603050405020304" pitchFamily="18" charset="0"/>
                <a:cs typeface="Times New Roman" panose="02020603050405020304" pitchFamily="18" charset="0"/>
              </a:rPr>
              <a:t>HTML tables can have different sizes for each column, row or the entire table.</a:t>
            </a:r>
          </a:p>
          <a:p>
            <a:r>
              <a:rPr lang="en-US" sz="1800" dirty="0">
                <a:latin typeface="Times New Roman" panose="02020603050405020304" pitchFamily="18" charset="0"/>
                <a:cs typeface="Times New Roman" panose="02020603050405020304" pitchFamily="18" charset="0"/>
              </a:rPr>
              <a:t>Set the width of the table to 100%:</a:t>
            </a:r>
          </a:p>
          <a:p>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FF0000"/>
                </a:solidFill>
                <a:effectLst/>
                <a:latin typeface="Times New Roman" panose="02020603050405020304" pitchFamily="18" charset="0"/>
                <a:cs typeface="Times New Roman" panose="02020603050405020304" pitchFamily="18" charset="0"/>
              </a:rPr>
              <a:t> style</a:t>
            </a:r>
            <a:r>
              <a:rPr lang="en-US" sz="1800" dirty="0">
                <a:solidFill>
                  <a:srgbClr val="0000CD"/>
                </a:solidFill>
                <a:effectLst/>
                <a:latin typeface="Times New Roman" panose="02020603050405020304" pitchFamily="18" charset="0"/>
                <a:cs typeface="Times New Roman" panose="02020603050405020304" pitchFamily="18" charset="0"/>
              </a:rPr>
              <a:t>="width:100%"&gt;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err="1">
                <a:latin typeface="Times New Roman" panose="02020603050405020304" pitchFamily="18" charset="0"/>
                <a:cs typeface="Times New Roman" panose="02020603050405020304" pitchFamily="18" charset="0"/>
              </a:rPr>
              <a:t>Firstname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err="1">
                <a:latin typeface="Times New Roman" panose="02020603050405020304" pitchFamily="18" charset="0"/>
                <a:cs typeface="Times New Roman" panose="02020603050405020304" pitchFamily="18" charset="0"/>
              </a:rPr>
              <a:t>Lastname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Age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Jill</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Smith</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50</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Eve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Jackson</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94</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113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492E-27D0-3A5E-A052-A123BEA12668}"/>
              </a:ext>
            </a:extLst>
          </p:cNvPr>
          <p:cNvSpPr>
            <a:spLocks noGrp="1"/>
          </p:cNvSpPr>
          <p:nvPr>
            <p:ph type="title"/>
          </p:nvPr>
        </p:nvSpPr>
        <p:spPr>
          <a:xfrm>
            <a:off x="838200" y="365126"/>
            <a:ext cx="10515600" cy="834088"/>
          </a:xfrm>
        </p:spPr>
        <p:txBody>
          <a:bodyPr>
            <a:normAutofit/>
          </a:bodyPr>
          <a:lstStyle/>
          <a:p>
            <a:r>
              <a:rPr lang="en-US" sz="3200" b="1" dirty="0">
                <a:latin typeface="Times New Roman" panose="02020603050405020304" pitchFamily="18" charset="0"/>
                <a:cs typeface="Times New Roman" panose="02020603050405020304" pitchFamily="18" charset="0"/>
              </a:rPr>
              <a:t>HTML Table Column Width</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E1D87A-70BA-D44D-E3AF-7F2A4D99DB59}"/>
              </a:ext>
            </a:extLst>
          </p:cNvPr>
          <p:cNvSpPr>
            <a:spLocks noGrp="1"/>
          </p:cNvSpPr>
          <p:nvPr>
            <p:ph idx="1"/>
          </p:nvPr>
        </p:nvSpPr>
        <p:spPr>
          <a:xfrm>
            <a:off x="838200" y="1199214"/>
            <a:ext cx="10515600" cy="4977749"/>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Set the width of the first column to 70%:</a:t>
            </a:r>
          </a:p>
          <a:p>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="width:100%"&gt;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="width:70%"&gt;</a:t>
            </a:r>
            <a:r>
              <a:rPr lang="en-US" dirty="0" err="1">
                <a:latin typeface="Times New Roman" panose="02020603050405020304" pitchFamily="18" charset="0"/>
                <a:cs typeface="Times New Roman" panose="02020603050405020304" pitchFamily="18" charset="0"/>
              </a:rPr>
              <a:t>Firstname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err="1">
                <a:latin typeface="Times New Roman" panose="02020603050405020304" pitchFamily="18" charset="0"/>
                <a:cs typeface="Times New Roman" panose="02020603050405020304" pitchFamily="18" charset="0"/>
              </a:rPr>
              <a:t>Lastname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Age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Jill</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Smith</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50</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Eve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Jackson</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94</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715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76C67-695A-E7F0-76CB-6B06F22D8943}"/>
              </a:ext>
            </a:extLst>
          </p:cNvPr>
          <p:cNvSpPr>
            <a:spLocks noGrp="1"/>
          </p:cNvSpPr>
          <p:nvPr>
            <p:ph type="title"/>
          </p:nvPr>
        </p:nvSpPr>
        <p:spPr>
          <a:xfrm>
            <a:off x="838200" y="365125"/>
            <a:ext cx="10515600" cy="729157"/>
          </a:xfrm>
        </p:spPr>
        <p:txBody>
          <a:bodyPr>
            <a:normAutofit/>
          </a:bodyPr>
          <a:lstStyle/>
          <a:p>
            <a:r>
              <a:rPr lang="en-US" sz="2800" b="1" dirty="0">
                <a:latin typeface="Times New Roman" panose="02020603050405020304" pitchFamily="18" charset="0"/>
                <a:cs typeface="Times New Roman" panose="02020603050405020304" pitchFamily="18" charset="0"/>
              </a:rPr>
              <a:t>HTML Table Row Height</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89C05C-F036-D3D6-6F91-4254771FDEC7}"/>
              </a:ext>
            </a:extLst>
          </p:cNvPr>
          <p:cNvSpPr>
            <a:spLocks noGrp="1"/>
          </p:cNvSpPr>
          <p:nvPr>
            <p:ph idx="1"/>
          </p:nvPr>
        </p:nvSpPr>
        <p:spPr>
          <a:xfrm>
            <a:off x="838200" y="1379095"/>
            <a:ext cx="10515600" cy="4797868"/>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Set the height of the second row to 200 pixels:</a:t>
            </a:r>
          </a:p>
          <a:p>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="width:100%"&gt;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err="1">
                <a:latin typeface="Times New Roman" panose="02020603050405020304" pitchFamily="18" charset="0"/>
                <a:cs typeface="Times New Roman" panose="02020603050405020304" pitchFamily="18" charset="0"/>
              </a:rPr>
              <a:t>Firstname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err="1">
                <a:latin typeface="Times New Roman" panose="02020603050405020304" pitchFamily="18" charset="0"/>
                <a:cs typeface="Times New Roman" panose="02020603050405020304" pitchFamily="18" charset="0"/>
              </a:rPr>
              <a:t>Lastname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Age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a:t>
            </a:r>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FF0000"/>
                </a:solidFill>
                <a:effectLst/>
                <a:latin typeface="Times New Roman" panose="02020603050405020304" pitchFamily="18" charset="0"/>
                <a:cs typeface="Times New Roman" panose="02020603050405020304" pitchFamily="18" charset="0"/>
              </a:rPr>
              <a:t> style</a:t>
            </a:r>
            <a:r>
              <a:rPr lang="en-US" dirty="0">
                <a:solidFill>
                  <a:srgbClr val="0000CD"/>
                </a:solidFill>
                <a:effectLst/>
                <a:latin typeface="Times New Roman" panose="02020603050405020304" pitchFamily="18" charset="0"/>
                <a:cs typeface="Times New Roman" panose="02020603050405020304" pitchFamily="18" charset="0"/>
              </a:rPr>
              <a:t>="height:200px"&gt;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Jill</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Smith</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50</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Eve</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Jackson</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94</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/td</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/tr</a:t>
            </a:r>
            <a:r>
              <a:rPr lang="en-US" dirty="0">
                <a:solidFill>
                  <a:srgbClr val="0000CD"/>
                </a:solidFill>
                <a:effectLst/>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effectLst/>
                <a:latin typeface="Times New Roman" panose="02020603050405020304" pitchFamily="18" charset="0"/>
                <a:cs typeface="Times New Roman" panose="02020603050405020304" pitchFamily="18" charset="0"/>
              </a:rPr>
              <a:t>&lt;</a:t>
            </a:r>
            <a:r>
              <a:rPr lang="en-US" dirty="0">
                <a:solidFill>
                  <a:srgbClr val="A52A2A"/>
                </a:solidFill>
                <a:effectLst/>
                <a:latin typeface="Times New Roman" panose="02020603050405020304" pitchFamily="18" charset="0"/>
                <a:cs typeface="Times New Roman" panose="02020603050405020304" pitchFamily="18" charset="0"/>
              </a:rPr>
              <a:t>/table</a:t>
            </a:r>
            <a:r>
              <a:rPr lang="en-US" dirty="0">
                <a:solidFill>
                  <a:srgbClr val="0000CD"/>
                </a:solidFill>
                <a:effectLst/>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422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F5DA-53E9-90EF-D3E1-B4D3E436947E}"/>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HTML Table Headers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96566FD-AD45-3ED3-98BA-6703C56BA8B8}"/>
              </a:ext>
            </a:extLst>
          </p:cNvPr>
          <p:cNvSpPr>
            <a:spLocks noGrp="1" noChangeArrowheads="1"/>
          </p:cNvSpPr>
          <p:nvPr>
            <p:ph idx="1"/>
          </p:nvPr>
        </p:nvSpPr>
        <p:spPr bwMode="auto">
          <a:xfrm>
            <a:off x="838199" y="1323638"/>
            <a:ext cx="9115269"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Table headers are defined with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elements. Each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element represents a table cell. </a:t>
            </a:r>
          </a:p>
          <a:p>
            <a:pPr marL="0" indent="0" eaLnBrk="0" fontAlgn="base" hangingPunct="0">
              <a:lnSpc>
                <a:spcPct val="100000"/>
              </a:lnSpc>
              <a:spcBef>
                <a:spcPct val="0"/>
              </a:spcBef>
              <a:spcAft>
                <a:spcPct val="0"/>
              </a:spcAft>
              <a:buNone/>
            </a:pP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err="1">
                <a:latin typeface="Times New Roman" panose="02020603050405020304" pitchFamily="18" charset="0"/>
                <a:cs typeface="Times New Roman" panose="02020603050405020304" pitchFamily="18" charset="0"/>
              </a:rPr>
              <a:t>Firstname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err="1">
                <a:latin typeface="Times New Roman" panose="02020603050405020304" pitchFamily="18" charset="0"/>
                <a:cs typeface="Times New Roman" panose="02020603050405020304" pitchFamily="18" charset="0"/>
              </a:rPr>
              <a:t>Lastname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Age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a:t>
            </a:r>
            <a:r>
              <a:rPr lang="en-US" sz="1800" dirty="0" err="1">
                <a:solidFill>
                  <a:srgbClr val="A52A2A"/>
                </a:solidFill>
                <a:effectLst/>
                <a:latin typeface="Times New Roman" panose="02020603050405020304" pitchFamily="18" charset="0"/>
                <a:cs typeface="Times New Roman" panose="02020603050405020304" pitchFamily="18" charset="0"/>
              </a:rPr>
              <a:t>th</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Jill</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Smith</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50</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Eve</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Jackson</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94</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/td</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/tr</a:t>
            </a:r>
            <a:r>
              <a:rPr lang="en-US" sz="1800" dirty="0">
                <a:solidFill>
                  <a:srgbClr val="0000CD"/>
                </a:solidFill>
                <a:effectLst/>
                <a:latin typeface="Times New Roman" panose="02020603050405020304" pitchFamily="18" charset="0"/>
                <a:cs typeface="Times New Roman" panose="02020603050405020304" pitchFamily="18" charset="0"/>
              </a:rPr>
              <a:t>&gt;</a:t>
            </a:r>
            <a:br>
              <a:rPr lang="en-US" sz="1800" dirty="0">
                <a:latin typeface="Times New Roman" panose="02020603050405020304" pitchFamily="18" charset="0"/>
                <a:cs typeface="Times New Roman" panose="02020603050405020304" pitchFamily="18" charset="0"/>
              </a:rPr>
            </a:br>
            <a:r>
              <a:rPr lang="en-US" sz="1800" dirty="0">
                <a:solidFill>
                  <a:srgbClr val="0000CD"/>
                </a:solidFill>
                <a:effectLst/>
                <a:latin typeface="Times New Roman" panose="02020603050405020304" pitchFamily="18" charset="0"/>
                <a:cs typeface="Times New Roman" panose="02020603050405020304" pitchFamily="18" charset="0"/>
              </a:rPr>
              <a:t>&lt;</a:t>
            </a:r>
            <a:r>
              <a:rPr lang="en-US" sz="1800" dirty="0">
                <a:solidFill>
                  <a:srgbClr val="A52A2A"/>
                </a:solidFill>
                <a:effectLst/>
                <a:latin typeface="Times New Roman" panose="02020603050405020304" pitchFamily="18" charset="0"/>
                <a:cs typeface="Times New Roman" panose="02020603050405020304" pitchFamily="18" charset="0"/>
              </a:rPr>
              <a:t>/table</a:t>
            </a:r>
            <a:r>
              <a:rPr lang="en-US" sz="1800" dirty="0">
                <a:solidFill>
                  <a:srgbClr val="0000CD"/>
                </a:solidFill>
                <a:effectLst/>
                <a:latin typeface="Times New Roman" panose="02020603050405020304" pitchFamily="18" charset="0"/>
                <a:cs typeface="Times New Roman" panose="02020603050405020304" pitchFamily="18" charset="0"/>
              </a:rPr>
              <a:t>&gt;</a:t>
            </a:r>
            <a:r>
              <a:rPr lang="en-US" sz="18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497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1A3E-3636-6354-3E17-99E87A92B4FC}"/>
              </a:ext>
            </a:extLst>
          </p:cNvPr>
          <p:cNvSpPr>
            <a:spLocks noGrp="1"/>
          </p:cNvSpPr>
          <p:nvPr>
            <p:ph type="title"/>
          </p:nvPr>
        </p:nvSpPr>
        <p:spPr>
          <a:xfrm>
            <a:off x="838200" y="365125"/>
            <a:ext cx="10515600" cy="666125"/>
          </a:xfrm>
        </p:spPr>
        <p:txBody>
          <a:bodyPr>
            <a:normAutofit/>
          </a:bodyPr>
          <a:lstStyle/>
          <a:p>
            <a:r>
              <a:rPr lang="en-US" sz="3200" b="1" dirty="0">
                <a:latin typeface="Times New Roman" panose="02020603050405020304" pitchFamily="18" charset="0"/>
                <a:cs typeface="Times New Roman" panose="02020603050405020304" pitchFamily="18" charset="0"/>
              </a:rPr>
              <a:t>Vertical Table Headers</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3724C7A-896A-5EF2-6399-2D43362168BD}"/>
              </a:ext>
            </a:extLst>
          </p:cNvPr>
          <p:cNvSpPr>
            <a:spLocks noGrp="1" noChangeArrowheads="1"/>
          </p:cNvSpPr>
          <p:nvPr>
            <p:ph idx="1"/>
          </p:nvPr>
        </p:nvSpPr>
        <p:spPr bwMode="auto">
          <a:xfrm>
            <a:off x="838200" y="1031250"/>
            <a:ext cx="9552359"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use the first column as table headers, define the first cell in each row as a &lt;</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 element: </a:t>
            </a:r>
          </a:p>
          <a:p>
            <a:pPr marL="0" indent="0" eaLnBrk="0" fontAlgn="base" hangingPunct="0">
              <a:lnSpc>
                <a:spcPct val="100000"/>
              </a:lnSpc>
              <a:spcBef>
                <a:spcPct val="0"/>
              </a:spcBef>
              <a:spcAft>
                <a:spcPct val="0"/>
              </a:spcAft>
              <a:buNone/>
            </a:pP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table</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err="1">
                <a:latin typeface="Times New Roman" panose="02020603050405020304" pitchFamily="18" charset="0"/>
                <a:cs typeface="Times New Roman" panose="02020603050405020304" pitchFamily="18" charset="0"/>
              </a:rPr>
              <a:t>Firstname</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Jill</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Eve</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err="1">
                <a:latin typeface="Times New Roman" panose="02020603050405020304" pitchFamily="18" charset="0"/>
                <a:cs typeface="Times New Roman" panose="02020603050405020304" pitchFamily="18" charset="0"/>
              </a:rPr>
              <a:t>Lastname</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Smith</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Jackson</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Age</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a:t>
            </a:r>
            <a:r>
              <a:rPr lang="en-US" sz="2000" dirty="0" err="1">
                <a:solidFill>
                  <a:srgbClr val="A52A2A"/>
                </a:solidFill>
                <a:effectLst/>
                <a:latin typeface="Times New Roman" panose="02020603050405020304" pitchFamily="18" charset="0"/>
                <a:cs typeface="Times New Roman" panose="02020603050405020304" pitchFamily="18" charset="0"/>
              </a:rPr>
              <a:t>th</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94</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50</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/td</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/tr</a:t>
            </a:r>
            <a:r>
              <a:rPr lang="en-US" sz="2000" dirty="0">
                <a:solidFill>
                  <a:srgbClr val="0000CD"/>
                </a:solidFill>
                <a:effectLst/>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solidFill>
                  <a:srgbClr val="0000CD"/>
                </a:solidFill>
                <a:effectLst/>
                <a:latin typeface="Times New Roman" panose="02020603050405020304" pitchFamily="18" charset="0"/>
                <a:cs typeface="Times New Roman" panose="02020603050405020304" pitchFamily="18" charset="0"/>
              </a:rPr>
              <a:t>&lt;</a:t>
            </a:r>
            <a:r>
              <a:rPr lang="en-US" sz="2000" dirty="0">
                <a:solidFill>
                  <a:srgbClr val="A52A2A"/>
                </a:solidFill>
                <a:effectLst/>
                <a:latin typeface="Times New Roman" panose="02020603050405020304" pitchFamily="18" charset="0"/>
                <a:cs typeface="Times New Roman" panose="02020603050405020304" pitchFamily="18" charset="0"/>
              </a:rPr>
              <a:t>/table</a:t>
            </a:r>
            <a:r>
              <a:rPr lang="en-US" sz="2000" dirty="0">
                <a:solidFill>
                  <a:srgbClr val="0000CD"/>
                </a:solidFill>
                <a:effectLst/>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850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7D6DB88-5861-A193-4D8C-2C2ACE01AE68}"/>
              </a:ext>
            </a:extLst>
          </p:cNvPr>
          <p:cNvGraphicFramePr>
            <a:graphicFrameLocks noGrp="1"/>
          </p:cNvGraphicFramePr>
          <p:nvPr>
            <p:ph idx="1"/>
            <p:extLst>
              <p:ext uri="{D42A27DB-BD31-4B8C-83A1-F6EECF244321}">
                <p14:modId xmlns:p14="http://schemas.microsoft.com/office/powerpoint/2010/main" val="3872312557"/>
              </p:ext>
            </p:extLst>
          </p:nvPr>
        </p:nvGraphicFramePr>
        <p:xfrm>
          <a:off x="3467100" y="2880360"/>
          <a:ext cx="5257800" cy="1097280"/>
        </p:xfrm>
        <a:graphic>
          <a:graphicData uri="http://schemas.openxmlformats.org/drawingml/2006/table">
            <a:tbl>
              <a:tblPr/>
              <a:tblGrid>
                <a:gridCol w="1752600">
                  <a:extLst>
                    <a:ext uri="{9D8B030D-6E8A-4147-A177-3AD203B41FA5}">
                      <a16:colId xmlns:a16="http://schemas.microsoft.com/office/drawing/2014/main" val="812278685"/>
                    </a:ext>
                  </a:extLst>
                </a:gridCol>
                <a:gridCol w="1752600">
                  <a:extLst>
                    <a:ext uri="{9D8B030D-6E8A-4147-A177-3AD203B41FA5}">
                      <a16:colId xmlns:a16="http://schemas.microsoft.com/office/drawing/2014/main" val="395109884"/>
                    </a:ext>
                  </a:extLst>
                </a:gridCol>
                <a:gridCol w="1752600">
                  <a:extLst>
                    <a:ext uri="{9D8B030D-6E8A-4147-A177-3AD203B41FA5}">
                      <a16:colId xmlns:a16="http://schemas.microsoft.com/office/drawing/2014/main" val="3340915066"/>
                    </a:ext>
                  </a:extLst>
                </a:gridCol>
              </a:tblGrid>
              <a:tr h="0">
                <a:tc>
                  <a:txBody>
                    <a:bodyPr/>
                    <a:lstStyle/>
                    <a:p>
                      <a:r>
                        <a:rPr lang="en-US" dirty="0">
                          <a:latin typeface="Times New Roman" panose="02020603050405020304" pitchFamily="18" charset="0"/>
                          <a:cs typeface="Times New Roman" panose="02020603050405020304" pitchFamily="18"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7420496"/>
                  </a:ext>
                </a:extLst>
              </a:tr>
              <a:tr h="0">
                <a:tc>
                  <a:txBody>
                    <a:bodyPr/>
                    <a:lstStyle/>
                    <a:p>
                      <a:r>
                        <a:rPr lang="en-US" dirty="0">
                          <a:latin typeface="Times New Roman" panose="02020603050405020304" pitchFamily="18" charset="0"/>
                          <a:cs typeface="Times New Roman" panose="02020603050405020304" pitchFamily="18" charset="0"/>
                        </a:rPr>
                        <a:t>Jill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Smith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Times New Roman" panose="02020603050405020304" pitchFamily="18" charset="0"/>
                          <a:cs typeface="Times New Roman" panose="02020603050405020304" pitchFamily="18"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4794241"/>
                  </a:ext>
                </a:extLst>
              </a:tr>
              <a:tr h="0">
                <a:tc>
                  <a:txBody>
                    <a:bodyPr/>
                    <a:lstStyle/>
                    <a:p>
                      <a:r>
                        <a:rPr lang="en-US">
                          <a:latin typeface="Times New Roman" panose="02020603050405020304" pitchFamily="18" charset="0"/>
                          <a:cs typeface="Times New Roman" panose="02020603050405020304" pitchFamily="18" charset="0"/>
                        </a:rPr>
                        <a:t>Eve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Jackson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691549"/>
                  </a:ext>
                </a:extLst>
              </a:tr>
            </a:tbl>
          </a:graphicData>
        </a:graphic>
      </p:graphicFrame>
      <p:sp>
        <p:nvSpPr>
          <p:cNvPr id="5" name="Rectangle 1">
            <a:extLst>
              <a:ext uri="{FF2B5EF4-FFF2-40B4-BE49-F238E27FC236}">
                <a16:creationId xmlns:a16="http://schemas.microsoft.com/office/drawing/2014/main" id="{688F3903-C0C8-E9B4-EF86-3B73789949D2}"/>
              </a:ext>
            </a:extLst>
          </p:cNvPr>
          <p:cNvSpPr>
            <a:spLocks noChangeArrowheads="1"/>
          </p:cNvSpPr>
          <p:nvPr/>
        </p:nvSpPr>
        <p:spPr bwMode="auto">
          <a:xfrm>
            <a:off x="838200" y="1107737"/>
            <a:ext cx="82936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 Table Headers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default, table headers are bold and centered: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left-align the table headers, use the CSS text-align property:</a:t>
            </a:r>
          </a:p>
        </p:txBody>
      </p:sp>
      <p:sp>
        <p:nvSpPr>
          <p:cNvPr id="7" name="TextBox 6">
            <a:extLst>
              <a:ext uri="{FF2B5EF4-FFF2-40B4-BE49-F238E27FC236}">
                <a16:creationId xmlns:a16="http://schemas.microsoft.com/office/drawing/2014/main" id="{8F20C991-8954-2B4E-837E-057A3EB7164D}"/>
              </a:ext>
            </a:extLst>
          </p:cNvPr>
          <p:cNvSpPr txBox="1"/>
          <p:nvPr/>
        </p:nvSpPr>
        <p:spPr>
          <a:xfrm>
            <a:off x="1227944" y="4549934"/>
            <a:ext cx="6124072" cy="923330"/>
          </a:xfrm>
          <a:prstGeom prst="rect">
            <a:avLst/>
          </a:prstGeom>
          <a:noFill/>
        </p:spPr>
        <p:txBody>
          <a:bodyPr wrap="square">
            <a:spAutoFit/>
          </a:bodyPr>
          <a:lstStyle/>
          <a:p>
            <a:r>
              <a:rPr lang="en-US" dirty="0" err="1">
                <a:solidFill>
                  <a:srgbClr val="A52A2A"/>
                </a:solidFill>
                <a:effectLst/>
                <a:latin typeface="Times New Roman" panose="02020603050405020304" pitchFamily="18" charset="0"/>
                <a:cs typeface="Times New Roman" panose="02020603050405020304" pitchFamily="18" charset="0"/>
              </a:rPr>
              <a:t>th</a:t>
            </a:r>
            <a:r>
              <a:rPr lang="en-US" dirty="0">
                <a:solidFill>
                  <a:srgbClr val="A52A2A"/>
                </a:solidFill>
                <a:effectLst/>
                <a:latin typeface="Times New Roman" panose="02020603050405020304" pitchFamily="18" charset="0"/>
                <a:cs typeface="Times New Roman" panose="02020603050405020304" pitchFamily="18" charset="0"/>
              </a:rPr>
              <a:t> </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FF0000"/>
                </a:solidFill>
                <a:effectLst/>
                <a:latin typeface="Times New Roman" panose="02020603050405020304" pitchFamily="18" charset="0"/>
                <a:cs typeface="Times New Roman" panose="02020603050405020304" pitchFamily="18" charset="0"/>
              </a:rPr>
              <a:t>  text-align</a:t>
            </a:r>
            <a:r>
              <a:rPr lang="en-US" dirty="0">
                <a:solidFill>
                  <a:srgbClr val="000000"/>
                </a:solidFill>
                <a:effectLst/>
                <a:latin typeface="Times New Roman" panose="02020603050405020304" pitchFamily="18" charset="0"/>
                <a:cs typeface="Times New Roman" panose="02020603050405020304" pitchFamily="18" charset="0"/>
              </a:rPr>
              <a:t>:</a:t>
            </a:r>
            <a:r>
              <a:rPr lang="en-US" dirty="0">
                <a:solidFill>
                  <a:srgbClr val="0000CD"/>
                </a:solidFill>
                <a:effectLst/>
                <a:latin typeface="Times New Roman" panose="02020603050405020304" pitchFamily="18" charset="0"/>
                <a:cs typeface="Times New Roman" panose="02020603050405020304" pitchFamily="18" charset="0"/>
              </a:rPr>
              <a:t> left</a:t>
            </a:r>
            <a:r>
              <a:rPr lang="en-US" dirty="0">
                <a:solidFill>
                  <a:srgbClr val="000000"/>
                </a:solidFill>
                <a:effectLst/>
                <a:latin typeface="Times New Roman" panose="02020603050405020304" pitchFamily="18" charset="0"/>
                <a:cs typeface="Times New Roman" panose="02020603050405020304" pitchFamily="18" charset="0"/>
              </a:rPr>
              <a:t>;</a:t>
            </a:r>
            <a:br>
              <a:rPr lang="en-US" dirty="0">
                <a:solidFill>
                  <a:srgbClr val="FF0000"/>
                </a:solidFill>
                <a:effectLst/>
                <a:latin typeface="Times New Roman" panose="02020603050405020304" pitchFamily="18" charset="0"/>
                <a:cs typeface="Times New Roman" panose="02020603050405020304" pitchFamily="18" charset="0"/>
              </a:rPr>
            </a:br>
            <a:r>
              <a:rPr lang="en-US" dirty="0">
                <a:solidFill>
                  <a:srgbClr val="000000"/>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719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E89EFBF-7790-46F1-2CE7-8EAE945DF57D}"/>
              </a:ext>
            </a:extLst>
          </p:cNvPr>
          <p:cNvGraphicFramePr>
            <a:graphicFrameLocks noGrp="1"/>
          </p:cNvGraphicFramePr>
          <p:nvPr>
            <p:ph idx="1"/>
            <p:extLst>
              <p:ext uri="{D42A27DB-BD31-4B8C-83A1-F6EECF244321}">
                <p14:modId xmlns:p14="http://schemas.microsoft.com/office/powerpoint/2010/main" val="699790942"/>
              </p:ext>
            </p:extLst>
          </p:nvPr>
        </p:nvGraphicFramePr>
        <p:xfrm>
          <a:off x="6096000" y="2466631"/>
          <a:ext cx="5257800" cy="1097280"/>
        </p:xfrm>
        <a:graphic>
          <a:graphicData uri="http://schemas.openxmlformats.org/drawingml/2006/table">
            <a:tbl>
              <a:tblPr/>
              <a:tblGrid>
                <a:gridCol w="1752600">
                  <a:extLst>
                    <a:ext uri="{9D8B030D-6E8A-4147-A177-3AD203B41FA5}">
                      <a16:colId xmlns:a16="http://schemas.microsoft.com/office/drawing/2014/main" val="1975755278"/>
                    </a:ext>
                  </a:extLst>
                </a:gridCol>
                <a:gridCol w="1752600">
                  <a:extLst>
                    <a:ext uri="{9D8B030D-6E8A-4147-A177-3AD203B41FA5}">
                      <a16:colId xmlns:a16="http://schemas.microsoft.com/office/drawing/2014/main" val="2356710364"/>
                    </a:ext>
                  </a:extLst>
                </a:gridCol>
                <a:gridCol w="1752600">
                  <a:extLst>
                    <a:ext uri="{9D8B030D-6E8A-4147-A177-3AD203B41FA5}">
                      <a16:colId xmlns:a16="http://schemas.microsoft.com/office/drawing/2014/main" val="414630046"/>
                    </a:ext>
                  </a:extLst>
                </a:gridCol>
              </a:tblGrid>
              <a:tr h="0">
                <a:tc gridSpan="2">
                  <a:txBody>
                    <a:bodyPr/>
                    <a:lstStyle/>
                    <a:p>
                      <a:pPr algn="ctr"/>
                      <a:r>
                        <a:rPr lang="en-US" dirty="0"/>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dirty="0"/>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587308"/>
                  </a:ext>
                </a:extLst>
              </a:tr>
              <a:tr h="0">
                <a:tc>
                  <a:txBody>
                    <a:bodyPr/>
                    <a:lstStyle/>
                    <a:p>
                      <a:r>
                        <a:rPr lang="en-US"/>
                        <a:t>Jill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Smith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511421"/>
                  </a:ext>
                </a:extLst>
              </a:tr>
              <a:tr h="0">
                <a:tc>
                  <a:txBody>
                    <a:bodyPr/>
                    <a:lstStyle/>
                    <a:p>
                      <a:r>
                        <a:rPr lang="en-US"/>
                        <a:t>Eve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Jackson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3562636"/>
                  </a:ext>
                </a:extLst>
              </a:tr>
            </a:tbl>
          </a:graphicData>
        </a:graphic>
      </p:graphicFrame>
      <p:sp>
        <p:nvSpPr>
          <p:cNvPr id="5" name="Rectangle 1">
            <a:extLst>
              <a:ext uri="{FF2B5EF4-FFF2-40B4-BE49-F238E27FC236}">
                <a16:creationId xmlns:a16="http://schemas.microsoft.com/office/drawing/2014/main" id="{627107F9-4367-7369-DC30-99B6E6FE2CBC}"/>
              </a:ext>
            </a:extLst>
          </p:cNvPr>
          <p:cNvSpPr>
            <a:spLocks noChangeArrowheads="1"/>
          </p:cNvSpPr>
          <p:nvPr/>
        </p:nvSpPr>
        <p:spPr bwMode="auto">
          <a:xfrm>
            <a:off x="389745" y="977551"/>
            <a:ext cx="799898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Header for Multiple Columns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can have a header that spans over two or more columns.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do this, use the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colspan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attribute on the &lt;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 element:</a:t>
            </a:r>
          </a:p>
        </p:txBody>
      </p:sp>
      <p:sp>
        <p:nvSpPr>
          <p:cNvPr id="6" name="Content Placeholder 2">
            <a:extLst>
              <a:ext uri="{FF2B5EF4-FFF2-40B4-BE49-F238E27FC236}">
                <a16:creationId xmlns:a16="http://schemas.microsoft.com/office/drawing/2014/main" id="{95E466B8-46CA-ABA2-6969-9EA878231B5E}"/>
              </a:ext>
            </a:extLst>
          </p:cNvPr>
          <p:cNvSpPr txBox="1">
            <a:spLocks/>
          </p:cNvSpPr>
          <p:nvPr/>
        </p:nvSpPr>
        <p:spPr>
          <a:xfrm>
            <a:off x="553387" y="2177880"/>
            <a:ext cx="1051560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table</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err="1">
                <a:solidFill>
                  <a:srgbClr val="A52A2A"/>
                </a:solidFill>
                <a:latin typeface="Times New Roman" panose="02020603050405020304" pitchFamily="18" charset="0"/>
                <a:cs typeface="Times New Roman" panose="02020603050405020304" pitchFamily="18" charset="0"/>
              </a:rPr>
              <a:t>th</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colspan</a:t>
            </a:r>
            <a:r>
              <a:rPr lang="en-US" dirty="0">
                <a:solidFill>
                  <a:srgbClr val="0000CD"/>
                </a:solidFill>
                <a:latin typeface="Times New Roman" panose="02020603050405020304" pitchFamily="18" charset="0"/>
                <a:cs typeface="Times New Roman" panose="02020603050405020304" pitchFamily="18" charset="0"/>
              </a:rPr>
              <a:t>="2"&gt;</a:t>
            </a:r>
            <a:r>
              <a:rPr lang="en-US" dirty="0">
                <a:latin typeface="Times New Roman" panose="02020603050405020304" pitchFamily="18" charset="0"/>
                <a:cs typeface="Times New Roman" panose="02020603050405020304" pitchFamily="18" charset="0"/>
              </a:rPr>
              <a:t>Name</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a:t>
            </a:r>
            <a:r>
              <a:rPr lang="en-US" dirty="0" err="1">
                <a:solidFill>
                  <a:srgbClr val="A52A2A"/>
                </a:solidFill>
                <a:latin typeface="Times New Roman" panose="02020603050405020304" pitchFamily="18" charset="0"/>
                <a:cs typeface="Times New Roman" panose="02020603050405020304" pitchFamily="18" charset="0"/>
              </a:rPr>
              <a:t>th</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err="1">
                <a:solidFill>
                  <a:srgbClr val="A52A2A"/>
                </a:solidFill>
                <a:latin typeface="Times New Roman" panose="02020603050405020304" pitchFamily="18" charset="0"/>
                <a:cs typeface="Times New Roman" panose="02020603050405020304" pitchFamily="18" charset="0"/>
              </a:rPr>
              <a:t>th</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Age</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a:t>
            </a:r>
            <a:r>
              <a:rPr lang="en-US" dirty="0" err="1">
                <a:solidFill>
                  <a:srgbClr val="A52A2A"/>
                </a:solidFill>
                <a:latin typeface="Times New Roman" panose="02020603050405020304" pitchFamily="18" charset="0"/>
                <a:cs typeface="Times New Roman" panose="02020603050405020304" pitchFamily="18" charset="0"/>
              </a:rPr>
              <a:t>th</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Jill</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Smith</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50</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Eve</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Jackson</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94</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/td</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/tr</a:t>
            </a:r>
            <a:r>
              <a:rPr lang="en-US" dirty="0">
                <a:solidFill>
                  <a:srgbClr val="0000CD"/>
                </a:solidFill>
                <a:latin typeface="Times New Roman" panose="02020603050405020304" pitchFamily="18" charset="0"/>
                <a:cs typeface="Times New Roman" panose="02020603050405020304" pitchFamily="18" charset="0"/>
              </a:rPr>
              <a:t>&gt;</a:t>
            </a:r>
            <a:br>
              <a:rPr lang="en-US" dirty="0">
                <a:latin typeface="Times New Roman" panose="02020603050405020304" pitchFamily="18" charset="0"/>
                <a:cs typeface="Times New Roman" panose="02020603050405020304" pitchFamily="18" charset="0"/>
              </a:rPr>
            </a:br>
            <a:r>
              <a:rPr lang="en-US" dirty="0">
                <a:solidFill>
                  <a:srgbClr val="0000CD"/>
                </a:solidFill>
                <a:latin typeface="Times New Roman" panose="02020603050405020304" pitchFamily="18" charset="0"/>
                <a:cs typeface="Times New Roman" panose="02020603050405020304" pitchFamily="18" charset="0"/>
              </a:rPr>
              <a:t>&lt;</a:t>
            </a:r>
            <a:r>
              <a:rPr lang="en-US" dirty="0">
                <a:solidFill>
                  <a:srgbClr val="A52A2A"/>
                </a:solidFill>
                <a:latin typeface="Times New Roman" panose="02020603050405020304" pitchFamily="18" charset="0"/>
                <a:cs typeface="Times New Roman" panose="02020603050405020304" pitchFamily="18" charset="0"/>
              </a:rPr>
              <a:t>/table</a:t>
            </a:r>
            <a:r>
              <a:rPr lang="en-US" dirty="0">
                <a:solidFill>
                  <a:srgbClr val="0000CD"/>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082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44E3762-2159-8886-ACCF-AFDF32A6E223}"/>
              </a:ext>
            </a:extLst>
          </p:cNvPr>
          <p:cNvGraphicFramePr>
            <a:graphicFrameLocks noGrp="1"/>
          </p:cNvGraphicFramePr>
          <p:nvPr>
            <p:ph idx="1"/>
            <p:extLst>
              <p:ext uri="{D42A27DB-BD31-4B8C-83A1-F6EECF244321}">
                <p14:modId xmlns:p14="http://schemas.microsoft.com/office/powerpoint/2010/main" val="2379965457"/>
              </p:ext>
            </p:extLst>
          </p:nvPr>
        </p:nvGraphicFramePr>
        <p:xfrm>
          <a:off x="6689049" y="2166188"/>
          <a:ext cx="5257800" cy="1463040"/>
        </p:xfrm>
        <a:graphic>
          <a:graphicData uri="http://schemas.openxmlformats.org/drawingml/2006/table">
            <a:tbl>
              <a:tblPr/>
              <a:tblGrid>
                <a:gridCol w="2628900">
                  <a:extLst>
                    <a:ext uri="{9D8B030D-6E8A-4147-A177-3AD203B41FA5}">
                      <a16:colId xmlns:a16="http://schemas.microsoft.com/office/drawing/2014/main" val="599944215"/>
                    </a:ext>
                  </a:extLst>
                </a:gridCol>
                <a:gridCol w="2628900">
                  <a:extLst>
                    <a:ext uri="{9D8B030D-6E8A-4147-A177-3AD203B41FA5}">
                      <a16:colId xmlns:a16="http://schemas.microsoft.com/office/drawing/2014/main" val="1752211338"/>
                    </a:ext>
                  </a:extLst>
                </a:gridCol>
              </a:tblGrid>
              <a:tr h="0">
                <a:tc gridSpan="2">
                  <a:txBody>
                    <a:bodyPr/>
                    <a:lstStyle/>
                    <a:p>
                      <a:pPr algn="ctr"/>
                      <a:r>
                        <a:rPr lang="en-US" dirty="0"/>
                        <a:t>Monthly savings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59402300"/>
                  </a:ext>
                </a:extLst>
              </a:tr>
              <a:tr h="0">
                <a:tc>
                  <a:txBody>
                    <a:bodyPr/>
                    <a:lstStyle/>
                    <a:p>
                      <a:r>
                        <a:rPr lang="en-US" dirty="0"/>
                        <a:t>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6383072"/>
                  </a:ext>
                </a:extLst>
              </a:tr>
              <a:tr h="0">
                <a:tc>
                  <a:txBody>
                    <a:bodyPr/>
                    <a:lstStyle/>
                    <a:p>
                      <a:r>
                        <a:rPr lang="en-US"/>
                        <a:t>January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547455"/>
                  </a:ext>
                </a:extLst>
              </a:tr>
              <a:tr h="0">
                <a:tc>
                  <a:txBody>
                    <a:bodyPr/>
                    <a:lstStyle/>
                    <a:p>
                      <a:r>
                        <a:rPr lang="en-US" dirty="0"/>
                        <a:t>February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0669708"/>
                  </a:ext>
                </a:extLst>
              </a:tr>
            </a:tbl>
          </a:graphicData>
        </a:graphic>
      </p:graphicFrame>
      <p:sp>
        <p:nvSpPr>
          <p:cNvPr id="5" name="Rectangle 1">
            <a:extLst>
              <a:ext uri="{FF2B5EF4-FFF2-40B4-BE49-F238E27FC236}">
                <a16:creationId xmlns:a16="http://schemas.microsoft.com/office/drawing/2014/main" id="{CDB5C8AB-40D4-8FA5-E474-931F53B4D2DF}"/>
              </a:ext>
            </a:extLst>
          </p:cNvPr>
          <p:cNvSpPr>
            <a:spLocks noChangeArrowheads="1"/>
          </p:cNvSpPr>
          <p:nvPr/>
        </p:nvSpPr>
        <p:spPr bwMode="auto">
          <a:xfrm>
            <a:off x="674557" y="827649"/>
            <a:ext cx="864339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Table Caption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can add a caption that serves as a heading for the entire table.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 a caption to a table, use the &lt;caption&gt; tag:</a:t>
            </a:r>
          </a:p>
        </p:txBody>
      </p:sp>
      <p:sp>
        <p:nvSpPr>
          <p:cNvPr id="6" name="Content Placeholder 2">
            <a:extLst>
              <a:ext uri="{FF2B5EF4-FFF2-40B4-BE49-F238E27FC236}">
                <a16:creationId xmlns:a16="http://schemas.microsoft.com/office/drawing/2014/main" id="{6A826A27-4435-5DC7-01D5-EE1B8AD08C40}"/>
              </a:ext>
            </a:extLst>
          </p:cNvPr>
          <p:cNvSpPr txBox="1">
            <a:spLocks/>
          </p:cNvSpPr>
          <p:nvPr/>
        </p:nvSpPr>
        <p:spPr>
          <a:xfrm>
            <a:off x="838200" y="2027978"/>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table</a:t>
            </a:r>
            <a:r>
              <a:rPr lang="en-US" sz="2000" dirty="0">
                <a:solidFill>
                  <a:srgbClr val="FF0000"/>
                </a:solidFill>
                <a:latin typeface="Times New Roman" panose="02020603050405020304" pitchFamily="18" charset="0"/>
                <a:cs typeface="Times New Roman" panose="02020603050405020304" pitchFamily="18" charset="0"/>
              </a:rPr>
              <a:t> style</a:t>
            </a:r>
            <a:r>
              <a:rPr lang="en-US" sz="2000" dirty="0">
                <a:solidFill>
                  <a:srgbClr val="0000CD"/>
                </a:solidFill>
                <a:latin typeface="Times New Roman" panose="02020603050405020304" pitchFamily="18" charset="0"/>
                <a:cs typeface="Times New Roman" panose="02020603050405020304" pitchFamily="18" charset="0"/>
              </a:rPr>
              <a:t>="width:100%"&gt;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caption</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Monthly savings</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/caption</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err="1">
                <a:solidFill>
                  <a:srgbClr val="A52A2A"/>
                </a:solidFill>
                <a:latin typeface="Times New Roman" panose="02020603050405020304" pitchFamily="18" charset="0"/>
                <a:cs typeface="Times New Roman" panose="02020603050405020304" pitchFamily="18" charset="0"/>
              </a:rPr>
              <a:t>th</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Month</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a:t>
            </a:r>
            <a:r>
              <a:rPr lang="en-US" sz="2000" dirty="0" err="1">
                <a:solidFill>
                  <a:srgbClr val="A52A2A"/>
                </a:solidFill>
                <a:latin typeface="Times New Roman" panose="02020603050405020304" pitchFamily="18" charset="0"/>
                <a:cs typeface="Times New Roman" panose="02020603050405020304" pitchFamily="18" charset="0"/>
              </a:rPr>
              <a:t>th</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err="1">
                <a:solidFill>
                  <a:srgbClr val="A52A2A"/>
                </a:solidFill>
                <a:latin typeface="Times New Roman" panose="02020603050405020304" pitchFamily="18" charset="0"/>
                <a:cs typeface="Times New Roman" panose="02020603050405020304" pitchFamily="18" charset="0"/>
              </a:rPr>
              <a:t>th</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Savings</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a:t>
            </a:r>
            <a:r>
              <a:rPr lang="en-US" sz="2000" dirty="0" err="1">
                <a:solidFill>
                  <a:srgbClr val="A52A2A"/>
                </a:solidFill>
                <a:latin typeface="Times New Roman" panose="02020603050405020304" pitchFamily="18" charset="0"/>
                <a:cs typeface="Times New Roman" panose="02020603050405020304" pitchFamily="18" charset="0"/>
              </a:rPr>
              <a:t>th</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January</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$100</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February</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$50</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/td</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/tr</a:t>
            </a:r>
            <a:r>
              <a:rPr lang="en-US" sz="2000" dirty="0">
                <a:solidFill>
                  <a:srgbClr val="0000CD"/>
                </a:solidFill>
                <a:latin typeface="Times New Roman" panose="02020603050405020304" pitchFamily="18" charset="0"/>
                <a:cs typeface="Times New Roman" panose="02020603050405020304" pitchFamily="18" charset="0"/>
              </a:rPr>
              <a:t>&gt;</a:t>
            </a:r>
            <a:br>
              <a:rPr lang="en-US" sz="2000" dirty="0">
                <a:latin typeface="Times New Roman" panose="02020603050405020304" pitchFamily="18" charset="0"/>
                <a:cs typeface="Times New Roman" panose="02020603050405020304" pitchFamily="18" charset="0"/>
              </a:rPr>
            </a:br>
            <a:r>
              <a:rPr lang="en-US" sz="2000" dirty="0">
                <a:solidFill>
                  <a:srgbClr val="0000CD"/>
                </a:solidFill>
                <a:latin typeface="Times New Roman" panose="02020603050405020304" pitchFamily="18" charset="0"/>
                <a:cs typeface="Times New Roman" panose="02020603050405020304" pitchFamily="18" charset="0"/>
              </a:rPr>
              <a:t>&lt;</a:t>
            </a:r>
            <a:r>
              <a:rPr lang="en-US" sz="2000" dirty="0">
                <a:solidFill>
                  <a:srgbClr val="A52A2A"/>
                </a:solidFill>
                <a:latin typeface="Times New Roman" panose="02020603050405020304" pitchFamily="18" charset="0"/>
                <a:cs typeface="Times New Roman" panose="02020603050405020304" pitchFamily="18" charset="0"/>
              </a:rPr>
              <a:t>/table</a:t>
            </a:r>
            <a:r>
              <a:rPr lang="en-US" sz="2000" dirty="0">
                <a:solidFill>
                  <a:srgbClr val="0000CD"/>
                </a:solidFill>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306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CF06A-374B-436A-C05D-D2DE6BE4173D}"/>
              </a:ext>
            </a:extLst>
          </p:cNvPr>
          <p:cNvSpPr>
            <a:spLocks noGrp="1"/>
          </p:cNvSpPr>
          <p:nvPr>
            <p:ph type="title"/>
          </p:nvPr>
        </p:nvSpPr>
        <p:spPr>
          <a:xfrm>
            <a:off x="838200" y="277601"/>
            <a:ext cx="10515600" cy="474324"/>
          </a:xfrm>
        </p:spPr>
        <p:txBody>
          <a:bodyPr>
            <a:normAutofit fontScale="90000"/>
          </a:bodyPr>
          <a:lstStyle/>
          <a:p>
            <a:r>
              <a:rPr lang="en-US" b="1" dirty="0"/>
              <a:t>HTML Table Padding &amp; Spacing</a:t>
            </a:r>
            <a:endParaRPr lang="en-US" dirty="0"/>
          </a:p>
        </p:txBody>
      </p:sp>
      <p:sp>
        <p:nvSpPr>
          <p:cNvPr id="11" name="Rectangle 6">
            <a:extLst>
              <a:ext uri="{FF2B5EF4-FFF2-40B4-BE49-F238E27FC236}">
                <a16:creationId xmlns:a16="http://schemas.microsoft.com/office/drawing/2014/main" id="{1E8888AA-99A7-3A99-271E-AD204B4A3A9F}"/>
              </a:ext>
            </a:extLst>
          </p:cNvPr>
          <p:cNvSpPr>
            <a:spLocks noGrp="1" noChangeArrowheads="1"/>
          </p:cNvSpPr>
          <p:nvPr>
            <p:ph idx="1"/>
          </p:nvPr>
        </p:nvSpPr>
        <p:spPr bwMode="auto">
          <a:xfrm>
            <a:off x="988102" y="740338"/>
            <a:ext cx="10674246" cy="583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Table - Cell Padding</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Cell padding is the space between the cell edges and the cell content.</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default the padding is set to 0.</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 padding on table cells, use the CSS padding property: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914400" lvl="2" indent="0" eaLnBrk="0" fontAlgn="base" hangingPunct="0">
              <a:lnSpc>
                <a:spcPct val="100000"/>
              </a:lnSpc>
              <a:spcBef>
                <a:spcPct val="0"/>
              </a:spcBef>
              <a:spcAft>
                <a:spcPct val="0"/>
              </a:spcAft>
              <a:buNone/>
            </a:pPr>
            <a:r>
              <a:rPr kumimoji="0" lang="en-US" altLang="en-US"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td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padding</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15px</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 padding only above the content, use the padding-top property.</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padding to the other sides with the padding-bottom, padding-left, and padding-right properties: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lvl="2" indent="0" eaLnBrk="0" fontAlgn="base" hangingPunct="0">
              <a:lnSpc>
                <a:spcPct val="100000"/>
              </a:lnSpc>
              <a:spcBef>
                <a:spcPct val="0"/>
              </a:spcBef>
              <a:spcAft>
                <a:spcPct val="0"/>
              </a:spcAft>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914400" lvl="2" indent="0" eaLnBrk="0" fontAlgn="base" hangingPunct="0">
              <a:lnSpc>
                <a:spcPct val="100000"/>
              </a:lnSpc>
              <a:spcBef>
                <a:spcPct val="0"/>
              </a:spcBef>
              <a:spcAft>
                <a:spcPct val="0"/>
              </a:spcAft>
              <a:buNone/>
            </a:pPr>
            <a:r>
              <a:rPr kumimoji="0" lang="en-US" altLang="en-US"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td </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padding-top</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10px</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padding-bottom</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20px</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padding-left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30px</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padding-right</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40px</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110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FCC8-3D85-668D-70B5-81D400063E4E}"/>
              </a:ext>
            </a:extLst>
          </p:cNvPr>
          <p:cNvSpPr>
            <a:spLocks noGrp="1"/>
          </p:cNvSpPr>
          <p:nvPr>
            <p:ph type="title"/>
          </p:nvPr>
        </p:nvSpPr>
        <p:spPr/>
        <p:txBody>
          <a:bodyPr>
            <a:normAutofit/>
          </a:bodyPr>
          <a:lstStyle/>
          <a:p>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Table - Cell Spacing</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A62509F-7600-2866-9517-ADA6FA46AB99}"/>
              </a:ext>
            </a:extLst>
          </p:cNvPr>
          <p:cNvSpPr>
            <a:spLocks noGrp="1" noChangeArrowheads="1"/>
          </p:cNvSpPr>
          <p:nvPr>
            <p:ph idx="1"/>
          </p:nvPr>
        </p:nvSpPr>
        <p:spPr bwMode="auto">
          <a:xfrm>
            <a:off x="838200" y="1828561"/>
            <a:ext cx="10590784"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Cell spacing is the space between each cell.</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default the space is set to 2 pixels.</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change the space between table cells, use the CSS border-spacing property on the table element: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1371600" lvl="3"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 </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border-spacing</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 30px</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443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2AB1-CE40-7D6F-97A8-FEAAD78A7BE1}"/>
              </a:ext>
            </a:extLst>
          </p:cNvPr>
          <p:cNvSpPr>
            <a:spLocks noGrp="1"/>
          </p:cNvSpPr>
          <p:nvPr>
            <p:ph type="title"/>
          </p:nvPr>
        </p:nvSpPr>
        <p:spPr>
          <a:xfrm>
            <a:off x="838199" y="29980"/>
            <a:ext cx="10515600" cy="669196"/>
          </a:xfrm>
        </p:spPr>
        <p:txBody>
          <a:bodyPr>
            <a:normAutofit/>
          </a:bodyPr>
          <a:lstStyle/>
          <a:p>
            <a:r>
              <a:rPr lang="en-US" sz="3200" b="1" dirty="0">
                <a:latin typeface="Times New Roman" panose="02020603050405020304" pitchFamily="18" charset="0"/>
                <a:cs typeface="Times New Roman" panose="02020603050405020304" pitchFamily="18" charset="0"/>
              </a:rPr>
              <a:t>HTML Table </a:t>
            </a:r>
            <a:r>
              <a:rPr lang="en-US" sz="3200" b="1" dirty="0" err="1">
                <a:latin typeface="Times New Roman" panose="02020603050405020304" pitchFamily="18" charset="0"/>
                <a:cs typeface="Times New Roman" panose="02020603050405020304" pitchFamily="18" charset="0"/>
              </a:rPr>
              <a:t>Colspan</a:t>
            </a:r>
            <a:r>
              <a:rPr lang="en-US" sz="3200" b="1" dirty="0">
                <a:latin typeface="Times New Roman" panose="02020603050405020304" pitchFamily="18" charset="0"/>
                <a:cs typeface="Times New Roman" panose="02020603050405020304" pitchFamily="18" charset="0"/>
              </a:rPr>
              <a:t> &amp; </a:t>
            </a:r>
            <a:r>
              <a:rPr lang="en-US" sz="3200" b="1" dirty="0" err="1">
                <a:latin typeface="Times New Roman" panose="02020603050405020304" pitchFamily="18" charset="0"/>
                <a:cs typeface="Times New Roman" panose="02020603050405020304" pitchFamily="18" charset="0"/>
              </a:rPr>
              <a:t>Rowspan</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F6FA368-4ACB-9E73-66AD-84DBD98E6D54}"/>
              </a:ext>
            </a:extLst>
          </p:cNvPr>
          <p:cNvSpPr>
            <a:spLocks noGrp="1" noChangeArrowheads="1"/>
          </p:cNvSpPr>
          <p:nvPr>
            <p:ph idx="1"/>
          </p:nvPr>
        </p:nvSpPr>
        <p:spPr bwMode="auto">
          <a:xfrm>
            <a:off x="1272913" y="699176"/>
            <a:ext cx="8245839"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Table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Colspan</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make a cell span over multiple columns, use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colspan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attribute: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colspan</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="2"&gt;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Name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Jill</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Smith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43</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Jackson</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57</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40276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FD053-619D-6F5C-F05B-EB934FBB5D91}"/>
              </a:ext>
            </a:extLst>
          </p:cNvPr>
          <p:cNvSpPr>
            <a:spLocks noGrp="1"/>
          </p:cNvSpPr>
          <p:nvPr>
            <p:ph type="title"/>
          </p:nvPr>
        </p:nvSpPr>
        <p:spPr>
          <a:xfrm>
            <a:off x="838200" y="365125"/>
            <a:ext cx="10515600" cy="774127"/>
          </a:xfrm>
        </p:spPr>
        <p:txBody>
          <a:bodyPr>
            <a:normAutofit/>
          </a:bodyPr>
          <a:lstStyle/>
          <a:p>
            <a:r>
              <a:rPr lang="en-US" altLang="en-US" sz="3200" b="1" dirty="0">
                <a:latin typeface="Times New Roman" panose="02020603050405020304" pitchFamily="18" charset="0"/>
                <a:cs typeface="Times New Roman" panose="02020603050405020304" pitchFamily="18" charset="0"/>
              </a:rPr>
              <a:t>HTML Table - </a:t>
            </a:r>
            <a:r>
              <a:rPr lang="en-US" altLang="en-US" sz="3200" b="1" dirty="0" err="1">
                <a:latin typeface="Times New Roman" panose="02020603050405020304" pitchFamily="18" charset="0"/>
                <a:cs typeface="Times New Roman" panose="02020603050405020304" pitchFamily="18" charset="0"/>
              </a:rPr>
              <a:t>Rowspan</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E296A9-28A4-9A9A-F104-6CE7D7BC77E9}"/>
              </a:ext>
            </a:extLst>
          </p:cNvPr>
          <p:cNvSpPr>
            <a:spLocks noGrp="1" noChangeArrowheads="1"/>
          </p:cNvSpPr>
          <p:nvPr>
            <p:ph idx="1"/>
          </p:nvPr>
        </p:nvSpPr>
        <p:spPr bwMode="auto">
          <a:xfrm>
            <a:off x="1108023" y="1298042"/>
            <a:ext cx="832079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make a cell span over multiple rows, use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rowspan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attribute: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Name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Jill</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rowspan</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="2"&gt;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A52A2A"/>
                </a:solidFill>
                <a:effectLst/>
                <a:latin typeface="Times New Roman" panose="02020603050405020304" pitchFamily="18" charset="0"/>
                <a:cs typeface="Times New Roman" panose="02020603050405020304" pitchFamily="18" charset="0"/>
              </a:rPr>
              <a:t>th</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555-1234</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555-8745</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/td</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/tr</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&lt;</a:t>
            </a:r>
            <a:r>
              <a:rPr kumimoji="0" lang="en-US" altLang="en-US" sz="2000" b="0" i="0" u="none" strike="noStrike" cap="none" normalizeH="0" baseline="0" dirty="0">
                <a:ln>
                  <a:noFill/>
                </a:ln>
                <a:solidFill>
                  <a:srgbClr val="A52A2A"/>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CD"/>
                </a:solidFill>
                <a:effectLst/>
                <a:latin typeface="Times New Roman" panose="02020603050405020304" pitchFamily="18" charset="0"/>
                <a:cs typeface="Times New Roman" panose="02020603050405020304" pitchFamily="18" charset="0"/>
              </a:rPr>
              <a:t>&gt;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02844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B3C7-9771-8EE6-4E81-75487C57043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1B87016-AE6A-8132-A06A-167E7E478A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81968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3211</Words>
  <Application>Microsoft Office PowerPoint</Application>
  <PresentationFormat>Widescreen</PresentationFormat>
  <Paragraphs>287</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Times New Roman</vt:lpstr>
      <vt:lpstr>Office Theme</vt:lpstr>
      <vt:lpstr>HTML SVG Graphics </vt:lpstr>
      <vt:lpstr>SVG</vt:lpstr>
      <vt:lpstr>What is SVG? </vt:lpstr>
      <vt:lpstr>The &lt;svg&gt; Element</vt:lpstr>
      <vt:lpstr>SVG Circle </vt:lpstr>
      <vt:lpstr>PowerPoint Presentation</vt:lpstr>
      <vt:lpstr>SVG Rectangle with Opacity and Rounded Corners </vt:lpstr>
      <vt:lpstr>SVG Star </vt:lpstr>
      <vt:lpstr>SVG Gradient Ellipse and Text </vt:lpstr>
      <vt:lpstr>Differences Between SVG and Canvas</vt:lpstr>
      <vt:lpstr>Comparison of SVG and Canvas</vt:lpstr>
      <vt:lpstr>HTML Tables </vt:lpstr>
      <vt:lpstr>Define an HTML Table</vt:lpstr>
      <vt:lpstr>Table Cells</vt:lpstr>
      <vt:lpstr>Table Rows</vt:lpstr>
      <vt:lpstr>Table Headers</vt:lpstr>
      <vt:lpstr>HTML Table Tags</vt:lpstr>
      <vt:lpstr>HTML Table Borders</vt:lpstr>
      <vt:lpstr>Collapsed Table Borders</vt:lpstr>
      <vt:lpstr>Style Table Borders</vt:lpstr>
      <vt:lpstr>PowerPoint Presentation</vt:lpstr>
      <vt:lpstr>PowerPoint Presentation</vt:lpstr>
      <vt:lpstr>PowerPoint Presentation</vt:lpstr>
      <vt:lpstr>PowerPoint Presentation</vt:lpstr>
      <vt:lpstr>HTML Table Sizes</vt:lpstr>
      <vt:lpstr>HTML Table Column Width</vt:lpstr>
      <vt:lpstr>HTML Table Row Height</vt:lpstr>
      <vt:lpstr>HTML Table Headers</vt:lpstr>
      <vt:lpstr>Vertical Table Headers</vt:lpstr>
      <vt:lpstr>PowerPoint Presentation</vt:lpstr>
      <vt:lpstr>PowerPoint Presentation</vt:lpstr>
      <vt:lpstr>PowerPoint Presentation</vt:lpstr>
      <vt:lpstr>HTML Table Padding &amp; Spacing</vt:lpstr>
      <vt:lpstr>HTML Table - Cell Spacing</vt:lpstr>
      <vt:lpstr>HTML Table Colspan &amp; Rowspan</vt:lpstr>
      <vt:lpstr>HTML Table - Rowspan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Thangam S</dc:creator>
  <cp:lastModifiedBy>Thangam S</cp:lastModifiedBy>
  <cp:revision>1</cp:revision>
  <dcterms:created xsi:type="dcterms:W3CDTF">2025-01-28T03:45:12Z</dcterms:created>
  <dcterms:modified xsi:type="dcterms:W3CDTF">2025-02-03T00:42:51Z</dcterms:modified>
</cp:coreProperties>
</file>